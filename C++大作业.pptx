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5" r:id="rId2"/>
  </p:sldMasterIdLst>
  <p:notesMasterIdLst>
    <p:notesMasterId r:id="rId30"/>
  </p:notesMasterIdLst>
  <p:sldIdLst>
    <p:sldId id="306" r:id="rId3"/>
    <p:sldId id="266" r:id="rId4"/>
    <p:sldId id="325" r:id="rId5"/>
    <p:sldId id="326" r:id="rId6"/>
    <p:sldId id="327" r:id="rId7"/>
    <p:sldId id="328" r:id="rId8"/>
    <p:sldId id="315" r:id="rId9"/>
    <p:sldId id="317" r:id="rId10"/>
    <p:sldId id="319" r:id="rId11"/>
    <p:sldId id="318" r:id="rId12"/>
    <p:sldId id="322" r:id="rId13"/>
    <p:sldId id="320" r:id="rId14"/>
    <p:sldId id="323" r:id="rId15"/>
    <p:sldId id="324" r:id="rId16"/>
    <p:sldId id="273" r:id="rId17"/>
    <p:sldId id="307" r:id="rId18"/>
    <p:sldId id="329" r:id="rId19"/>
    <p:sldId id="308" r:id="rId20"/>
    <p:sldId id="309" r:id="rId21"/>
    <p:sldId id="310" r:id="rId22"/>
    <p:sldId id="312" r:id="rId23"/>
    <p:sldId id="278" r:id="rId24"/>
    <p:sldId id="314" r:id="rId25"/>
    <p:sldId id="267" r:id="rId26"/>
    <p:sldId id="277" r:id="rId27"/>
    <p:sldId id="292" r:id="rId28"/>
    <p:sldId id="304" r:id="rId29"/>
  </p:sldIdLst>
  <p:sldSz cx="9144000" cy="5715000" type="screen16x10"/>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BA9E"/>
    <a:srgbClr val="E55948"/>
    <a:srgbClr val="013763"/>
    <a:srgbClr val="013B6D"/>
    <a:srgbClr val="009900"/>
    <a:srgbClr val="3479CC"/>
    <a:srgbClr val="39BDDB"/>
    <a:srgbClr val="FAA21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46" autoAdjust="0"/>
    <p:restoredTop sz="92741" autoAdjust="0"/>
  </p:normalViewPr>
  <p:slideViewPr>
    <p:cSldViewPr>
      <p:cViewPr varScale="1">
        <p:scale>
          <a:sx n="106" d="100"/>
          <a:sy n="106" d="100"/>
        </p:scale>
        <p:origin x="564" y="68"/>
      </p:cViewPr>
      <p:guideLst>
        <p:guide orient="horz" pos="1800"/>
        <p:guide pos="2880"/>
      </p:guideLst>
    </p:cSldViewPr>
  </p:slideViewPr>
  <p:notesTextViewPr>
    <p:cViewPr>
      <p:scale>
        <a:sx n="125" d="100"/>
        <a:sy n="125"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8220238-2432-43AB-AFDA-45976A2506E4}"/>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defRPr sz="1200" noProof="1"/>
            </a:lvl1pPr>
          </a:lstStyle>
          <a:p>
            <a:pPr>
              <a:defRPr/>
            </a:pPr>
            <a:endParaRPr lang="zh-CN" altLang="en-US"/>
          </a:p>
        </p:txBody>
      </p:sp>
      <p:sp>
        <p:nvSpPr>
          <p:cNvPr id="3" name="日期占位符 2">
            <a:extLst>
              <a:ext uri="{FF2B5EF4-FFF2-40B4-BE49-F238E27FC236}">
                <a16:creationId xmlns:a16="http://schemas.microsoft.com/office/drawing/2014/main" id="{9DF03AA8-4BA6-45FC-8163-4B8530AF7289}"/>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defRPr sz="1200" noProof="1">
                <a:latin typeface="+mn-lt"/>
                <a:ea typeface="+mn-ea"/>
              </a:defRPr>
            </a:lvl1pPr>
          </a:lstStyle>
          <a:p>
            <a:pPr>
              <a:defRPr/>
            </a:pPr>
            <a:fld id="{BDA5143F-C555-4BDC-B6A6-BFC965B55FB8}" type="datetimeFigureOut">
              <a:rPr lang="zh-CN" altLang="en-US"/>
              <a:pPr>
                <a:defRPr/>
              </a:pPr>
              <a:t>2025/6/6</a:t>
            </a:fld>
            <a:endParaRPr lang="zh-CN" altLang="en-US"/>
          </a:p>
        </p:txBody>
      </p:sp>
      <p:sp>
        <p:nvSpPr>
          <p:cNvPr id="1028" name="幻灯片图像占位符 3">
            <a:extLst>
              <a:ext uri="{FF2B5EF4-FFF2-40B4-BE49-F238E27FC236}">
                <a16:creationId xmlns:a16="http://schemas.microsoft.com/office/drawing/2014/main" id="{75E49513-4125-4C80-9EC1-A80B59A78DAA}"/>
              </a:ext>
            </a:extLst>
          </p:cNvPr>
          <p:cNvSpPr>
            <a:spLocks noGrp="1" noRot="1" noChangeAspect="1" noChangeArrowheads="1"/>
          </p:cNvSpPr>
          <p:nvPr>
            <p:ph type="sldImg" idx="4294967295"/>
          </p:nvPr>
        </p:nvSpPr>
        <p:spPr bwMode="auto">
          <a:xfrm>
            <a:off x="685800" y="685800"/>
            <a:ext cx="5486400" cy="34290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2053" name="备注占位符 4">
            <a:extLst>
              <a:ext uri="{FF2B5EF4-FFF2-40B4-BE49-F238E27FC236}">
                <a16:creationId xmlns:a16="http://schemas.microsoft.com/office/drawing/2014/main" id="{B9BDDD1C-DE4E-4C0C-A346-BACF932A516C}"/>
              </a:ext>
            </a:extLst>
          </p:cNvPr>
          <p:cNvSpPr>
            <a:spLocks noGrp="1" noChangeArrowheads="1"/>
          </p:cNvSpPr>
          <p:nvPr>
            <p:ph type="body" sz="quarter" idx="4294967295"/>
          </p:nvPr>
        </p:nvSpPr>
        <p:spPr bwMode="auto">
          <a:xfrm>
            <a:off x="685800" y="4343400"/>
            <a:ext cx="5486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24D9F758-E7FB-41E6-92F0-3597E9FC205F}"/>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defRPr sz="1200" noProof="1"/>
            </a:lvl1pPr>
          </a:lstStyle>
          <a:p>
            <a:pPr>
              <a:defRPr/>
            </a:pPr>
            <a:endParaRPr lang="zh-CN" altLang="en-US"/>
          </a:p>
        </p:txBody>
      </p:sp>
      <p:sp>
        <p:nvSpPr>
          <p:cNvPr id="7" name="灯片编号占位符 6">
            <a:extLst>
              <a:ext uri="{FF2B5EF4-FFF2-40B4-BE49-F238E27FC236}">
                <a16:creationId xmlns:a16="http://schemas.microsoft.com/office/drawing/2014/main" id="{9D767E39-0B34-45C6-8896-289C554C6B23}"/>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9BECDDF7-9BB5-4DE3-977F-39C30BA42CF6}"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09FCE-7969-5090-AAED-E66165AF1F6F}"/>
            </a:ext>
          </a:extLst>
        </p:cNvPr>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62D4C196-8E14-CFB0-D825-9C700B57532A}"/>
              </a:ext>
            </a:extLst>
          </p:cNvPr>
          <p:cNvSpPr>
            <a:spLocks noGrp="1" noRot="1" noChangeAspect="1" noChangeArrowheads="1" noTextEdit="1"/>
          </p:cNvSpPr>
          <p:nvPr>
            <p:ph type="sldImg" idx="4294967295"/>
          </p:nvPr>
        </p:nvSpPr>
        <p:spPr>
          <a:ln>
            <a:miter lim="800000"/>
          </a:ln>
        </p:spPr>
      </p:sp>
      <p:sp>
        <p:nvSpPr>
          <p:cNvPr id="17411" name="备注占位符 2">
            <a:extLst>
              <a:ext uri="{FF2B5EF4-FFF2-40B4-BE49-F238E27FC236}">
                <a16:creationId xmlns:a16="http://schemas.microsoft.com/office/drawing/2014/main" id="{4F8030D0-6817-CE0C-C3F8-FCBF4A31CBB9}"/>
              </a:ext>
            </a:extLst>
          </p:cNvPr>
          <p:cNvSpPr>
            <a:spLocks noGrp="1" noChangeArrowheads="1"/>
          </p:cNvSpPr>
          <p:nvPr>
            <p:ph type="body" idx="4294967295"/>
          </p:nvPr>
        </p:nvSpPr>
        <p:spPr/>
        <p:txBody>
          <a:bodyPr/>
          <a:lstStyle/>
          <a:p>
            <a:pPr eaLnBrk="1" hangingPunct="1"/>
            <a:endParaRPr lang="zh-CN" altLang="en-US"/>
          </a:p>
        </p:txBody>
      </p:sp>
      <p:sp>
        <p:nvSpPr>
          <p:cNvPr id="17412" name="灯片编号占位符 3">
            <a:extLst>
              <a:ext uri="{FF2B5EF4-FFF2-40B4-BE49-F238E27FC236}">
                <a16:creationId xmlns:a16="http://schemas.microsoft.com/office/drawing/2014/main" id="{17C5C3FE-7718-B41A-1E6F-DAF7413E4C9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3ACB4580-72D3-450D-8DF4-5461FFA2BB95}" type="slidenum">
              <a:rPr lang="zh-CN" altLang="en-US"/>
              <a:pPr/>
              <a:t>3</a:t>
            </a:fld>
            <a:endParaRPr lang="zh-CN" altLang="en-US"/>
          </a:p>
        </p:txBody>
      </p:sp>
    </p:spTree>
    <p:extLst>
      <p:ext uri="{BB962C8B-B14F-4D97-AF65-F5344CB8AC3E}">
        <p14:creationId xmlns:p14="http://schemas.microsoft.com/office/powerpoint/2010/main" val="34366509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090AB-5934-4C0F-0A19-C3359E46B884}"/>
            </a:ext>
          </a:extLst>
        </p:cNvPr>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F08B2B95-DDEE-4330-9FE0-A9DE3001B3ED}"/>
              </a:ext>
            </a:extLst>
          </p:cNvPr>
          <p:cNvSpPr>
            <a:spLocks noGrp="1" noRot="1" noChangeAspect="1" noChangeArrowheads="1" noTextEdit="1"/>
          </p:cNvSpPr>
          <p:nvPr>
            <p:ph type="sldImg" idx="4294967295"/>
          </p:nvPr>
        </p:nvSpPr>
        <p:spPr>
          <a:ln>
            <a:miter lim="800000"/>
          </a:ln>
        </p:spPr>
      </p:sp>
      <p:sp>
        <p:nvSpPr>
          <p:cNvPr id="25603" name="备注占位符 2">
            <a:extLst>
              <a:ext uri="{FF2B5EF4-FFF2-40B4-BE49-F238E27FC236}">
                <a16:creationId xmlns:a16="http://schemas.microsoft.com/office/drawing/2014/main" id="{3353FD7F-4C9A-28CB-6230-6281FADAC7A4}"/>
              </a:ext>
            </a:extLst>
          </p:cNvPr>
          <p:cNvSpPr>
            <a:spLocks noGrp="1" noChangeArrowheads="1"/>
          </p:cNvSpPr>
          <p:nvPr>
            <p:ph type="body" idx="4294967295"/>
          </p:nvPr>
        </p:nvSpPr>
        <p:spPr/>
        <p:txBody>
          <a:bodyPr/>
          <a:lstStyle/>
          <a:p>
            <a:pPr eaLnBrk="1" hangingPunct="1"/>
            <a:endParaRPr lang="zh-CN" altLang="en-US"/>
          </a:p>
        </p:txBody>
      </p:sp>
      <p:sp>
        <p:nvSpPr>
          <p:cNvPr id="25604" name="灯片编号占位符 3">
            <a:extLst>
              <a:ext uri="{FF2B5EF4-FFF2-40B4-BE49-F238E27FC236}">
                <a16:creationId xmlns:a16="http://schemas.microsoft.com/office/drawing/2014/main" id="{47016E56-C49B-B3FF-BA41-8CC49D078CA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F00B6CF4-7AC4-426A-906B-724BBD207B67}" type="slidenum">
              <a:rPr lang="zh-CN" altLang="en-US"/>
              <a:pPr/>
              <a:t>4</a:t>
            </a:fld>
            <a:endParaRPr lang="zh-CN" altLang="en-US"/>
          </a:p>
        </p:txBody>
      </p:sp>
    </p:spTree>
    <p:extLst>
      <p:ext uri="{BB962C8B-B14F-4D97-AF65-F5344CB8AC3E}">
        <p14:creationId xmlns:p14="http://schemas.microsoft.com/office/powerpoint/2010/main" val="3734492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5E8DA-97B3-DD39-2210-3E1069A7E8B4}"/>
            </a:ext>
          </a:extLst>
        </p:cNvPr>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80554939-8501-133A-02DB-5ADD3832397D}"/>
              </a:ext>
            </a:extLst>
          </p:cNvPr>
          <p:cNvSpPr>
            <a:spLocks noGrp="1" noRot="1" noChangeAspect="1" noChangeArrowheads="1" noTextEdit="1"/>
          </p:cNvSpPr>
          <p:nvPr>
            <p:ph type="sldImg" idx="4294967295"/>
          </p:nvPr>
        </p:nvSpPr>
        <p:spPr>
          <a:ln>
            <a:miter lim="800000"/>
          </a:ln>
        </p:spPr>
      </p:sp>
      <p:sp>
        <p:nvSpPr>
          <p:cNvPr id="25603" name="备注占位符 2">
            <a:extLst>
              <a:ext uri="{FF2B5EF4-FFF2-40B4-BE49-F238E27FC236}">
                <a16:creationId xmlns:a16="http://schemas.microsoft.com/office/drawing/2014/main" id="{ECFC7DC2-03E3-7501-D079-82129954F47E}"/>
              </a:ext>
            </a:extLst>
          </p:cNvPr>
          <p:cNvSpPr>
            <a:spLocks noGrp="1" noChangeArrowheads="1"/>
          </p:cNvSpPr>
          <p:nvPr>
            <p:ph type="body" idx="4294967295"/>
          </p:nvPr>
        </p:nvSpPr>
        <p:spPr/>
        <p:txBody>
          <a:bodyPr/>
          <a:lstStyle/>
          <a:p>
            <a:pPr eaLnBrk="1" hangingPunct="1"/>
            <a:endParaRPr lang="zh-CN" altLang="en-US"/>
          </a:p>
        </p:txBody>
      </p:sp>
      <p:sp>
        <p:nvSpPr>
          <p:cNvPr id="25604" name="灯片编号占位符 3">
            <a:extLst>
              <a:ext uri="{FF2B5EF4-FFF2-40B4-BE49-F238E27FC236}">
                <a16:creationId xmlns:a16="http://schemas.microsoft.com/office/drawing/2014/main" id="{286BB68C-9503-926A-D76E-E800DD15C07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F00B6CF4-7AC4-426A-906B-724BBD207B67}" type="slidenum">
              <a:rPr lang="zh-CN" altLang="en-US"/>
              <a:pPr/>
              <a:t>5</a:t>
            </a:fld>
            <a:endParaRPr lang="zh-CN" altLang="en-US"/>
          </a:p>
        </p:txBody>
      </p:sp>
    </p:spTree>
    <p:extLst>
      <p:ext uri="{BB962C8B-B14F-4D97-AF65-F5344CB8AC3E}">
        <p14:creationId xmlns:p14="http://schemas.microsoft.com/office/powerpoint/2010/main" val="3066762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8F8BE-98B9-310E-6E96-3161898FD561}"/>
            </a:ext>
          </a:extLst>
        </p:cNvPr>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AD94C45D-92C4-0716-0EEE-EFDEFDC99FAB}"/>
              </a:ext>
            </a:extLst>
          </p:cNvPr>
          <p:cNvSpPr>
            <a:spLocks noGrp="1" noRot="1" noChangeAspect="1" noChangeArrowheads="1" noTextEdit="1"/>
          </p:cNvSpPr>
          <p:nvPr>
            <p:ph type="sldImg" idx="4294967295"/>
          </p:nvPr>
        </p:nvSpPr>
        <p:spPr>
          <a:ln>
            <a:miter lim="800000"/>
          </a:ln>
        </p:spPr>
      </p:sp>
      <p:sp>
        <p:nvSpPr>
          <p:cNvPr id="25603" name="备注占位符 2">
            <a:extLst>
              <a:ext uri="{FF2B5EF4-FFF2-40B4-BE49-F238E27FC236}">
                <a16:creationId xmlns:a16="http://schemas.microsoft.com/office/drawing/2014/main" id="{CC4197B4-7D03-AEE6-75ED-3C05C78A68BE}"/>
              </a:ext>
            </a:extLst>
          </p:cNvPr>
          <p:cNvSpPr>
            <a:spLocks noGrp="1" noChangeArrowheads="1"/>
          </p:cNvSpPr>
          <p:nvPr>
            <p:ph type="body" idx="4294967295"/>
          </p:nvPr>
        </p:nvSpPr>
        <p:spPr/>
        <p:txBody>
          <a:bodyPr/>
          <a:lstStyle/>
          <a:p>
            <a:pPr eaLnBrk="1" hangingPunct="1"/>
            <a:endParaRPr lang="zh-CN" altLang="en-US" dirty="0"/>
          </a:p>
        </p:txBody>
      </p:sp>
      <p:sp>
        <p:nvSpPr>
          <p:cNvPr id="25604" name="灯片编号占位符 3">
            <a:extLst>
              <a:ext uri="{FF2B5EF4-FFF2-40B4-BE49-F238E27FC236}">
                <a16:creationId xmlns:a16="http://schemas.microsoft.com/office/drawing/2014/main" id="{F3AA8C2C-CA18-1ABF-DD24-7B313DD23F0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F00B6CF4-7AC4-426A-906B-724BBD207B67}" type="slidenum">
              <a:rPr lang="zh-CN" altLang="en-US"/>
              <a:pPr/>
              <a:t>6</a:t>
            </a:fld>
            <a:endParaRPr lang="zh-CN" altLang="en-US"/>
          </a:p>
        </p:txBody>
      </p:sp>
    </p:spTree>
    <p:extLst>
      <p:ext uri="{BB962C8B-B14F-4D97-AF65-F5344CB8AC3E}">
        <p14:creationId xmlns:p14="http://schemas.microsoft.com/office/powerpoint/2010/main" val="3986330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D1D8B-CA70-5469-C581-7F70A5AD4E70}"/>
            </a:ext>
          </a:extLst>
        </p:cNvPr>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2C586D1B-C569-0B24-9CB5-4D7395C85E68}"/>
              </a:ext>
            </a:extLst>
          </p:cNvPr>
          <p:cNvSpPr>
            <a:spLocks noGrp="1" noRot="1" noChangeAspect="1" noChangeArrowheads="1" noTextEdit="1"/>
          </p:cNvSpPr>
          <p:nvPr>
            <p:ph type="sldImg" idx="4294967295"/>
          </p:nvPr>
        </p:nvSpPr>
        <p:spPr>
          <a:ln>
            <a:miter lim="800000"/>
          </a:ln>
        </p:spPr>
      </p:sp>
      <p:sp>
        <p:nvSpPr>
          <p:cNvPr id="17411" name="备注占位符 2">
            <a:extLst>
              <a:ext uri="{FF2B5EF4-FFF2-40B4-BE49-F238E27FC236}">
                <a16:creationId xmlns:a16="http://schemas.microsoft.com/office/drawing/2014/main" id="{972E5D6F-8AC4-0F81-793B-BF6EAC34F4D4}"/>
              </a:ext>
            </a:extLst>
          </p:cNvPr>
          <p:cNvSpPr>
            <a:spLocks noGrp="1" noChangeArrowheads="1"/>
          </p:cNvSpPr>
          <p:nvPr>
            <p:ph type="body" idx="4294967295"/>
          </p:nvPr>
        </p:nvSpPr>
        <p:spPr/>
        <p:txBody>
          <a:bodyPr/>
          <a:lstStyle/>
          <a:p>
            <a:pPr eaLnBrk="1" hangingPunct="1"/>
            <a:endParaRPr lang="zh-CN" altLang="en-US"/>
          </a:p>
        </p:txBody>
      </p:sp>
      <p:sp>
        <p:nvSpPr>
          <p:cNvPr id="17412" name="灯片编号占位符 3">
            <a:extLst>
              <a:ext uri="{FF2B5EF4-FFF2-40B4-BE49-F238E27FC236}">
                <a16:creationId xmlns:a16="http://schemas.microsoft.com/office/drawing/2014/main" id="{B68C90EF-BA21-37AA-C522-DDE880A6DD6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3ACB4580-72D3-450D-8DF4-5461FFA2BB95}" type="slidenum">
              <a:rPr lang="zh-CN" altLang="en-US"/>
              <a:pPr/>
              <a:t>7</a:t>
            </a:fld>
            <a:endParaRPr lang="zh-CN" altLang="en-US"/>
          </a:p>
        </p:txBody>
      </p:sp>
    </p:spTree>
    <p:extLst>
      <p:ext uri="{BB962C8B-B14F-4D97-AF65-F5344CB8AC3E}">
        <p14:creationId xmlns:p14="http://schemas.microsoft.com/office/powerpoint/2010/main" val="1840935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13B6A-8DE2-403D-8F8E-8784C8671C06}"/>
            </a:ext>
          </a:extLst>
        </p:cNvPr>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2924952E-67A0-977C-82F7-6277CF2E2A98}"/>
              </a:ext>
            </a:extLst>
          </p:cNvPr>
          <p:cNvSpPr>
            <a:spLocks noGrp="1" noRot="1" noChangeAspect="1" noChangeArrowheads="1" noTextEdit="1"/>
          </p:cNvSpPr>
          <p:nvPr>
            <p:ph type="sldImg" idx="4294967295"/>
          </p:nvPr>
        </p:nvSpPr>
        <p:spPr>
          <a:ln>
            <a:miter lim="800000"/>
          </a:ln>
        </p:spPr>
      </p:sp>
      <p:sp>
        <p:nvSpPr>
          <p:cNvPr id="23555" name="备注占位符 2">
            <a:extLst>
              <a:ext uri="{FF2B5EF4-FFF2-40B4-BE49-F238E27FC236}">
                <a16:creationId xmlns:a16="http://schemas.microsoft.com/office/drawing/2014/main" id="{61186E97-A800-83D2-25E5-43EAAE5E3316}"/>
              </a:ext>
            </a:extLst>
          </p:cNvPr>
          <p:cNvSpPr>
            <a:spLocks noGrp="1" noChangeArrowheads="1"/>
          </p:cNvSpPr>
          <p:nvPr>
            <p:ph type="body" idx="4294967295"/>
          </p:nvPr>
        </p:nvSpPr>
        <p:spPr/>
        <p:txBody>
          <a:bodyPr/>
          <a:lstStyle/>
          <a:p>
            <a:pPr eaLnBrk="1" hangingPunct="1"/>
            <a:endParaRPr lang="zh-CN" altLang="en-US" dirty="0"/>
          </a:p>
        </p:txBody>
      </p:sp>
      <p:sp>
        <p:nvSpPr>
          <p:cNvPr id="23556" name="灯片编号占位符 3">
            <a:extLst>
              <a:ext uri="{FF2B5EF4-FFF2-40B4-BE49-F238E27FC236}">
                <a16:creationId xmlns:a16="http://schemas.microsoft.com/office/drawing/2014/main" id="{A4B8CDCD-DF3C-847D-14ED-EC0470256CD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CFB3D5CE-2D43-458B-A578-8520E124A9D3}" type="slidenum">
              <a:rPr lang="zh-CN" altLang="en-US"/>
              <a:pPr/>
              <a:t>8</a:t>
            </a:fld>
            <a:endParaRPr lang="zh-CN" altLang="en-US"/>
          </a:p>
        </p:txBody>
      </p:sp>
    </p:spTree>
    <p:extLst>
      <p:ext uri="{BB962C8B-B14F-4D97-AF65-F5344CB8AC3E}">
        <p14:creationId xmlns:p14="http://schemas.microsoft.com/office/powerpoint/2010/main" val="114919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94AFD-2117-C9C4-9915-A57FD1F7558C}"/>
            </a:ext>
          </a:extLst>
        </p:cNvPr>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CD2C4CE6-AA73-6EA9-F947-87CE07E2887C}"/>
              </a:ext>
            </a:extLst>
          </p:cNvPr>
          <p:cNvSpPr>
            <a:spLocks noGrp="1" noRot="1" noChangeAspect="1" noChangeArrowheads="1" noTextEdit="1"/>
          </p:cNvSpPr>
          <p:nvPr>
            <p:ph type="sldImg" idx="4294967295"/>
          </p:nvPr>
        </p:nvSpPr>
        <p:spPr>
          <a:ln>
            <a:miter lim="800000"/>
          </a:ln>
        </p:spPr>
      </p:sp>
      <p:sp>
        <p:nvSpPr>
          <p:cNvPr id="17411" name="备注占位符 2">
            <a:extLst>
              <a:ext uri="{FF2B5EF4-FFF2-40B4-BE49-F238E27FC236}">
                <a16:creationId xmlns:a16="http://schemas.microsoft.com/office/drawing/2014/main" id="{B198EBCB-C294-CDC5-5122-FEE0A03B3AEE}"/>
              </a:ext>
            </a:extLst>
          </p:cNvPr>
          <p:cNvSpPr>
            <a:spLocks noGrp="1" noChangeArrowheads="1"/>
          </p:cNvSpPr>
          <p:nvPr>
            <p:ph type="body" idx="4294967295"/>
          </p:nvPr>
        </p:nvSpPr>
        <p:spPr/>
        <p:txBody>
          <a:bodyPr/>
          <a:lstStyle/>
          <a:p>
            <a:pPr eaLnBrk="1" hangingPunct="1"/>
            <a:endParaRPr lang="zh-CN" altLang="en-US"/>
          </a:p>
        </p:txBody>
      </p:sp>
      <p:sp>
        <p:nvSpPr>
          <p:cNvPr id="17412" name="灯片编号占位符 3">
            <a:extLst>
              <a:ext uri="{FF2B5EF4-FFF2-40B4-BE49-F238E27FC236}">
                <a16:creationId xmlns:a16="http://schemas.microsoft.com/office/drawing/2014/main" id="{6A2D0FFB-8FA7-84D0-9698-15FB9587777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3ACB4580-72D3-450D-8DF4-5461FFA2BB95}" type="slidenum">
              <a:rPr lang="zh-CN" altLang="en-US"/>
              <a:pPr/>
              <a:t>9</a:t>
            </a:fld>
            <a:endParaRPr lang="zh-CN" altLang="en-US"/>
          </a:p>
        </p:txBody>
      </p:sp>
    </p:spTree>
    <p:extLst>
      <p:ext uri="{BB962C8B-B14F-4D97-AF65-F5344CB8AC3E}">
        <p14:creationId xmlns:p14="http://schemas.microsoft.com/office/powerpoint/2010/main" val="16322999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BA2C8-92AE-03D3-434D-45DEB3D5371E}"/>
            </a:ext>
          </a:extLst>
        </p:cNvPr>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D7BFB04E-DCD6-813F-5277-F49FBE0A0D05}"/>
              </a:ext>
            </a:extLst>
          </p:cNvPr>
          <p:cNvSpPr>
            <a:spLocks noGrp="1" noRot="1" noChangeAspect="1" noChangeArrowheads="1" noTextEdit="1"/>
          </p:cNvSpPr>
          <p:nvPr>
            <p:ph type="sldImg" idx="4294967295"/>
          </p:nvPr>
        </p:nvSpPr>
        <p:spPr>
          <a:ln>
            <a:miter lim="800000"/>
          </a:ln>
        </p:spPr>
      </p:sp>
      <p:sp>
        <p:nvSpPr>
          <p:cNvPr id="23555" name="备注占位符 2">
            <a:extLst>
              <a:ext uri="{FF2B5EF4-FFF2-40B4-BE49-F238E27FC236}">
                <a16:creationId xmlns:a16="http://schemas.microsoft.com/office/drawing/2014/main" id="{F02CBC35-0D11-7681-9972-9469F2E679D8}"/>
              </a:ext>
            </a:extLst>
          </p:cNvPr>
          <p:cNvSpPr>
            <a:spLocks noGrp="1" noChangeArrowheads="1"/>
          </p:cNvSpPr>
          <p:nvPr>
            <p:ph type="body" idx="4294967295"/>
          </p:nvPr>
        </p:nvSpPr>
        <p:spPr/>
        <p:txBody>
          <a:bodyPr/>
          <a:lstStyle/>
          <a:p>
            <a:pPr eaLnBrk="1" hangingPunct="1"/>
            <a:endParaRPr lang="zh-CN" altLang="en-US" dirty="0"/>
          </a:p>
        </p:txBody>
      </p:sp>
      <p:sp>
        <p:nvSpPr>
          <p:cNvPr id="23556" name="灯片编号占位符 3">
            <a:extLst>
              <a:ext uri="{FF2B5EF4-FFF2-40B4-BE49-F238E27FC236}">
                <a16:creationId xmlns:a16="http://schemas.microsoft.com/office/drawing/2014/main" id="{70D14A7F-E57A-187E-005A-0FFB5E7676E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CFB3D5CE-2D43-458B-A578-8520E124A9D3}" type="slidenum">
              <a:rPr lang="zh-CN" altLang="en-US"/>
              <a:pPr/>
              <a:t>10</a:t>
            </a:fld>
            <a:endParaRPr lang="zh-CN" altLang="en-US"/>
          </a:p>
        </p:txBody>
      </p:sp>
    </p:spTree>
    <p:extLst>
      <p:ext uri="{BB962C8B-B14F-4D97-AF65-F5344CB8AC3E}">
        <p14:creationId xmlns:p14="http://schemas.microsoft.com/office/powerpoint/2010/main" val="2832129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80D65-65BD-59F3-42B8-BC65BA5092F0}"/>
            </a:ext>
          </a:extLst>
        </p:cNvPr>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4D61BAA9-7260-D2B7-853E-2060B60F7B9A}"/>
              </a:ext>
            </a:extLst>
          </p:cNvPr>
          <p:cNvSpPr>
            <a:spLocks noGrp="1" noRot="1" noChangeAspect="1" noChangeArrowheads="1" noTextEdit="1"/>
          </p:cNvSpPr>
          <p:nvPr>
            <p:ph type="sldImg" idx="4294967295"/>
          </p:nvPr>
        </p:nvSpPr>
        <p:spPr>
          <a:ln>
            <a:miter lim="800000"/>
          </a:ln>
        </p:spPr>
      </p:sp>
      <p:sp>
        <p:nvSpPr>
          <p:cNvPr id="23555" name="备注占位符 2">
            <a:extLst>
              <a:ext uri="{FF2B5EF4-FFF2-40B4-BE49-F238E27FC236}">
                <a16:creationId xmlns:a16="http://schemas.microsoft.com/office/drawing/2014/main" id="{F3471A0F-6448-9525-6C01-59CEEF09B55B}"/>
              </a:ext>
            </a:extLst>
          </p:cNvPr>
          <p:cNvSpPr>
            <a:spLocks noGrp="1" noChangeArrowheads="1"/>
          </p:cNvSpPr>
          <p:nvPr>
            <p:ph type="body" idx="4294967295"/>
          </p:nvPr>
        </p:nvSpPr>
        <p:spPr/>
        <p:txBody>
          <a:bodyPr/>
          <a:lstStyle/>
          <a:p>
            <a:pPr eaLnBrk="1" hangingPunct="1"/>
            <a:endParaRPr lang="zh-CN" altLang="en-US" dirty="0"/>
          </a:p>
        </p:txBody>
      </p:sp>
      <p:sp>
        <p:nvSpPr>
          <p:cNvPr id="23556" name="灯片编号占位符 3">
            <a:extLst>
              <a:ext uri="{FF2B5EF4-FFF2-40B4-BE49-F238E27FC236}">
                <a16:creationId xmlns:a16="http://schemas.microsoft.com/office/drawing/2014/main" id="{4F4DEFA2-2899-3750-6E66-7CFBBF35D68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CFB3D5CE-2D43-458B-A578-8520E124A9D3}" type="slidenum">
              <a:rPr lang="zh-CN" altLang="en-US"/>
              <a:pPr/>
              <a:t>11</a:t>
            </a:fld>
            <a:endParaRPr lang="zh-CN" altLang="en-US"/>
          </a:p>
        </p:txBody>
      </p:sp>
    </p:spTree>
    <p:extLst>
      <p:ext uri="{BB962C8B-B14F-4D97-AF65-F5344CB8AC3E}">
        <p14:creationId xmlns:p14="http://schemas.microsoft.com/office/powerpoint/2010/main" val="4223844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BDA93-471A-4806-5D89-F6CE2904D072}"/>
            </a:ext>
          </a:extLst>
        </p:cNvPr>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D2C1F070-F981-E5EE-9CBC-1BA837FCE3B4}"/>
              </a:ext>
            </a:extLst>
          </p:cNvPr>
          <p:cNvSpPr>
            <a:spLocks noGrp="1" noRot="1" noChangeAspect="1" noChangeArrowheads="1" noTextEdit="1"/>
          </p:cNvSpPr>
          <p:nvPr>
            <p:ph type="sldImg" idx="4294967295"/>
          </p:nvPr>
        </p:nvSpPr>
        <p:spPr>
          <a:ln>
            <a:miter lim="800000"/>
          </a:ln>
        </p:spPr>
      </p:sp>
      <p:sp>
        <p:nvSpPr>
          <p:cNvPr id="17411" name="备注占位符 2">
            <a:extLst>
              <a:ext uri="{FF2B5EF4-FFF2-40B4-BE49-F238E27FC236}">
                <a16:creationId xmlns:a16="http://schemas.microsoft.com/office/drawing/2014/main" id="{A3F3BE1D-F36D-9E73-E95B-65BC1CA39518}"/>
              </a:ext>
            </a:extLst>
          </p:cNvPr>
          <p:cNvSpPr>
            <a:spLocks noGrp="1" noChangeArrowheads="1"/>
          </p:cNvSpPr>
          <p:nvPr>
            <p:ph type="body" idx="4294967295"/>
          </p:nvPr>
        </p:nvSpPr>
        <p:spPr/>
        <p:txBody>
          <a:bodyPr/>
          <a:lstStyle/>
          <a:p>
            <a:pPr eaLnBrk="1" hangingPunct="1"/>
            <a:endParaRPr lang="zh-CN" altLang="en-US"/>
          </a:p>
        </p:txBody>
      </p:sp>
      <p:sp>
        <p:nvSpPr>
          <p:cNvPr id="17412" name="灯片编号占位符 3">
            <a:extLst>
              <a:ext uri="{FF2B5EF4-FFF2-40B4-BE49-F238E27FC236}">
                <a16:creationId xmlns:a16="http://schemas.microsoft.com/office/drawing/2014/main" id="{2438B9F2-93A6-68F8-D1F7-166EF66A35D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3ACB4580-72D3-450D-8DF4-5461FFA2BB95}" type="slidenum">
              <a:rPr lang="zh-CN" altLang="en-US"/>
              <a:pPr/>
              <a:t>12</a:t>
            </a:fld>
            <a:endParaRPr lang="zh-CN" altLang="en-US"/>
          </a:p>
        </p:txBody>
      </p:sp>
    </p:spTree>
    <p:extLst>
      <p:ext uri="{BB962C8B-B14F-4D97-AF65-F5344CB8AC3E}">
        <p14:creationId xmlns:p14="http://schemas.microsoft.com/office/powerpoint/2010/main" val="25765635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B4B56-56D2-3EF7-A030-9B2CF5D2D821}"/>
            </a:ext>
          </a:extLst>
        </p:cNvPr>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1DF615A2-410F-1570-9076-1ADEED50C380}"/>
              </a:ext>
            </a:extLst>
          </p:cNvPr>
          <p:cNvSpPr>
            <a:spLocks noGrp="1" noRot="1" noChangeAspect="1" noChangeArrowheads="1" noTextEdit="1"/>
          </p:cNvSpPr>
          <p:nvPr>
            <p:ph type="sldImg" idx="4294967295"/>
          </p:nvPr>
        </p:nvSpPr>
        <p:spPr>
          <a:ln>
            <a:miter lim="800000"/>
          </a:ln>
        </p:spPr>
      </p:sp>
      <p:sp>
        <p:nvSpPr>
          <p:cNvPr id="23555" name="备注占位符 2">
            <a:extLst>
              <a:ext uri="{FF2B5EF4-FFF2-40B4-BE49-F238E27FC236}">
                <a16:creationId xmlns:a16="http://schemas.microsoft.com/office/drawing/2014/main" id="{C54D6FAB-E424-6FA2-331F-D579E04A3EEA}"/>
              </a:ext>
            </a:extLst>
          </p:cNvPr>
          <p:cNvSpPr>
            <a:spLocks noGrp="1" noChangeArrowheads="1"/>
          </p:cNvSpPr>
          <p:nvPr>
            <p:ph type="body" idx="4294967295"/>
          </p:nvPr>
        </p:nvSpPr>
        <p:spPr/>
        <p:txBody>
          <a:bodyPr/>
          <a:lstStyle/>
          <a:p>
            <a:pPr eaLnBrk="1" hangingPunct="1"/>
            <a:endParaRPr lang="zh-CN" altLang="en-US" dirty="0"/>
          </a:p>
        </p:txBody>
      </p:sp>
      <p:sp>
        <p:nvSpPr>
          <p:cNvPr id="23556" name="灯片编号占位符 3">
            <a:extLst>
              <a:ext uri="{FF2B5EF4-FFF2-40B4-BE49-F238E27FC236}">
                <a16:creationId xmlns:a16="http://schemas.microsoft.com/office/drawing/2014/main" id="{93177FE0-7712-E7AB-88AF-65AF3086E06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CFB3D5CE-2D43-458B-A578-8520E124A9D3}" type="slidenum">
              <a:rPr lang="zh-CN" altLang="en-US"/>
              <a:pPr/>
              <a:t>13</a:t>
            </a:fld>
            <a:endParaRPr lang="zh-CN" altLang="en-US"/>
          </a:p>
        </p:txBody>
      </p:sp>
    </p:spTree>
    <p:extLst>
      <p:ext uri="{BB962C8B-B14F-4D97-AF65-F5344CB8AC3E}">
        <p14:creationId xmlns:p14="http://schemas.microsoft.com/office/powerpoint/2010/main" val="955939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55243-9EAB-EB9D-5C7C-0A978709F890}"/>
            </a:ext>
          </a:extLst>
        </p:cNvPr>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0C7E7E14-F959-6B23-127A-07372A8BEFC0}"/>
              </a:ext>
            </a:extLst>
          </p:cNvPr>
          <p:cNvSpPr>
            <a:spLocks noGrp="1" noRot="1" noChangeAspect="1" noChangeArrowheads="1" noTextEdit="1"/>
          </p:cNvSpPr>
          <p:nvPr>
            <p:ph type="sldImg" idx="4294967295"/>
          </p:nvPr>
        </p:nvSpPr>
        <p:spPr>
          <a:ln>
            <a:miter lim="800000"/>
          </a:ln>
        </p:spPr>
      </p:sp>
      <p:sp>
        <p:nvSpPr>
          <p:cNvPr id="23555" name="备注占位符 2">
            <a:extLst>
              <a:ext uri="{FF2B5EF4-FFF2-40B4-BE49-F238E27FC236}">
                <a16:creationId xmlns:a16="http://schemas.microsoft.com/office/drawing/2014/main" id="{017DFACE-F7C4-CD62-9381-425D14CE2ECC}"/>
              </a:ext>
            </a:extLst>
          </p:cNvPr>
          <p:cNvSpPr>
            <a:spLocks noGrp="1" noChangeArrowheads="1"/>
          </p:cNvSpPr>
          <p:nvPr>
            <p:ph type="body" idx="4294967295"/>
          </p:nvPr>
        </p:nvSpPr>
        <p:spPr/>
        <p:txBody>
          <a:bodyPr/>
          <a:lstStyle/>
          <a:p>
            <a:pPr eaLnBrk="1" hangingPunct="1"/>
            <a:endParaRPr lang="zh-CN" altLang="en-US" dirty="0"/>
          </a:p>
        </p:txBody>
      </p:sp>
      <p:sp>
        <p:nvSpPr>
          <p:cNvPr id="23556" name="灯片编号占位符 3">
            <a:extLst>
              <a:ext uri="{FF2B5EF4-FFF2-40B4-BE49-F238E27FC236}">
                <a16:creationId xmlns:a16="http://schemas.microsoft.com/office/drawing/2014/main" id="{8FA306AD-884A-7517-E5CD-B16B2F9AD76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CFB3D5CE-2D43-458B-A578-8520E124A9D3}" type="slidenum">
              <a:rPr lang="zh-CN" altLang="en-US"/>
              <a:pPr/>
              <a:t>14</a:t>
            </a:fld>
            <a:endParaRPr lang="zh-CN" altLang="en-US"/>
          </a:p>
        </p:txBody>
      </p:sp>
    </p:spTree>
    <p:extLst>
      <p:ext uri="{BB962C8B-B14F-4D97-AF65-F5344CB8AC3E}">
        <p14:creationId xmlns:p14="http://schemas.microsoft.com/office/powerpoint/2010/main" val="3569038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C38CC43C-87BC-4423-B9EA-36E47618D067}"/>
              </a:ext>
            </a:extLst>
          </p:cNvPr>
          <p:cNvSpPr>
            <a:spLocks noGrp="1" noRot="1" noChangeAspect="1" noChangeArrowheads="1" noTextEdit="1"/>
          </p:cNvSpPr>
          <p:nvPr>
            <p:ph type="sldImg" idx="4294967295"/>
          </p:nvPr>
        </p:nvSpPr>
        <p:spPr>
          <a:ln>
            <a:miter lim="800000"/>
          </a:ln>
        </p:spPr>
      </p:sp>
      <p:sp>
        <p:nvSpPr>
          <p:cNvPr id="17411" name="备注占位符 2">
            <a:extLst>
              <a:ext uri="{FF2B5EF4-FFF2-40B4-BE49-F238E27FC236}">
                <a16:creationId xmlns:a16="http://schemas.microsoft.com/office/drawing/2014/main" id="{F6F36C5C-7488-4CD3-80BA-4529045C8982}"/>
              </a:ext>
            </a:extLst>
          </p:cNvPr>
          <p:cNvSpPr>
            <a:spLocks noGrp="1" noChangeArrowheads="1"/>
          </p:cNvSpPr>
          <p:nvPr>
            <p:ph type="body" idx="4294967295"/>
          </p:nvPr>
        </p:nvSpPr>
        <p:spPr/>
        <p:txBody>
          <a:bodyPr/>
          <a:lstStyle/>
          <a:p>
            <a:pPr eaLnBrk="1" hangingPunct="1"/>
            <a:endParaRPr lang="zh-CN" altLang="en-US"/>
          </a:p>
        </p:txBody>
      </p:sp>
      <p:sp>
        <p:nvSpPr>
          <p:cNvPr id="17412" name="灯片编号占位符 3">
            <a:extLst>
              <a:ext uri="{FF2B5EF4-FFF2-40B4-BE49-F238E27FC236}">
                <a16:creationId xmlns:a16="http://schemas.microsoft.com/office/drawing/2014/main" id="{1B4D02C7-7CE7-4A98-99F0-0A5A4DFC9B1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3ACB4580-72D3-450D-8DF4-5461FFA2BB95}" type="slidenum">
              <a:rPr lang="zh-CN" altLang="en-US"/>
              <a:pPr/>
              <a:t>15</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AA722-BF7A-CDA6-9AEF-EA5137590730}"/>
            </a:ext>
          </a:extLst>
        </p:cNvPr>
        <p:cNvGrpSpPr/>
        <p:nvPr/>
      </p:nvGrpSpPr>
      <p:grpSpPr>
        <a:xfrm>
          <a:off x="0" y="0"/>
          <a:ext cx="0" cy="0"/>
          <a:chOff x="0" y="0"/>
          <a:chExt cx="0" cy="0"/>
        </a:xfrm>
      </p:grpSpPr>
      <p:sp>
        <p:nvSpPr>
          <p:cNvPr id="5122" name="幻灯片图像占位符 1">
            <a:extLst>
              <a:ext uri="{FF2B5EF4-FFF2-40B4-BE49-F238E27FC236}">
                <a16:creationId xmlns:a16="http://schemas.microsoft.com/office/drawing/2014/main" id="{697FEC77-14DE-C918-51C3-B46F710EF832}"/>
              </a:ext>
            </a:extLst>
          </p:cNvPr>
          <p:cNvSpPr>
            <a:spLocks noGrp="1" noRot="1" noChangeAspect="1" noChangeArrowheads="1" noTextEdit="1"/>
          </p:cNvSpPr>
          <p:nvPr>
            <p:ph type="sldImg" idx="4294967295"/>
          </p:nvPr>
        </p:nvSpPr>
        <p:spPr>
          <a:ln>
            <a:miter lim="800000"/>
          </a:ln>
        </p:spPr>
      </p:sp>
      <p:sp>
        <p:nvSpPr>
          <p:cNvPr id="5123" name="备注占位符 2">
            <a:extLst>
              <a:ext uri="{FF2B5EF4-FFF2-40B4-BE49-F238E27FC236}">
                <a16:creationId xmlns:a16="http://schemas.microsoft.com/office/drawing/2014/main" id="{C0A12272-1DB3-7101-3315-64D222591AC1}"/>
              </a:ext>
            </a:extLst>
          </p:cNvPr>
          <p:cNvSpPr>
            <a:spLocks noGrp="1" noChangeArrowheads="1"/>
          </p:cNvSpPr>
          <p:nvPr>
            <p:ph type="body" idx="4294967295"/>
          </p:nvPr>
        </p:nvSpPr>
        <p:spPr/>
        <p:txBody>
          <a:bodyPr/>
          <a:lstStyle/>
          <a:p>
            <a:pPr eaLnBrk="1" hangingPunct="1"/>
            <a:endParaRPr lang="zh-CN" altLang="en-US"/>
          </a:p>
        </p:txBody>
      </p:sp>
      <p:sp>
        <p:nvSpPr>
          <p:cNvPr id="5124" name="灯片编号占位符 3">
            <a:extLst>
              <a:ext uri="{FF2B5EF4-FFF2-40B4-BE49-F238E27FC236}">
                <a16:creationId xmlns:a16="http://schemas.microsoft.com/office/drawing/2014/main" id="{8E2274F5-206F-524C-4C83-089896C6EBE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0551EE42-DCF6-4724-BD37-577C5F417515}" type="slidenum">
              <a:rPr lang="zh-CN" altLang="en-US"/>
              <a:pPr/>
              <a:t>21</a:t>
            </a:fld>
            <a:endParaRPr lang="zh-CN" altLang="en-US"/>
          </a:p>
        </p:txBody>
      </p:sp>
    </p:spTree>
    <p:extLst>
      <p:ext uri="{BB962C8B-B14F-4D97-AF65-F5344CB8AC3E}">
        <p14:creationId xmlns:p14="http://schemas.microsoft.com/office/powerpoint/2010/main" val="4241008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a:extLst>
              <a:ext uri="{FF2B5EF4-FFF2-40B4-BE49-F238E27FC236}">
                <a16:creationId xmlns:a16="http://schemas.microsoft.com/office/drawing/2014/main" id="{6FAE2C0F-BA66-4722-BBB4-5D2A3F44E866}"/>
              </a:ext>
            </a:extLst>
          </p:cNvPr>
          <p:cNvSpPr>
            <a:spLocks noGrp="1" noRot="1" noChangeAspect="1" noChangeArrowheads="1" noTextEdit="1"/>
          </p:cNvSpPr>
          <p:nvPr>
            <p:ph type="sldImg" idx="4294967295"/>
          </p:nvPr>
        </p:nvSpPr>
        <p:spPr>
          <a:ln>
            <a:miter lim="800000"/>
          </a:ln>
        </p:spPr>
      </p:sp>
      <p:sp>
        <p:nvSpPr>
          <p:cNvPr id="27651" name="备注占位符 2">
            <a:extLst>
              <a:ext uri="{FF2B5EF4-FFF2-40B4-BE49-F238E27FC236}">
                <a16:creationId xmlns:a16="http://schemas.microsoft.com/office/drawing/2014/main" id="{5E48CA86-FADF-40A7-B53B-0738D060DF8A}"/>
              </a:ext>
            </a:extLst>
          </p:cNvPr>
          <p:cNvSpPr>
            <a:spLocks noGrp="1" noChangeArrowheads="1"/>
          </p:cNvSpPr>
          <p:nvPr>
            <p:ph type="body" idx="4294967295"/>
          </p:nvPr>
        </p:nvSpPr>
        <p:spPr/>
        <p:txBody>
          <a:bodyPr/>
          <a:lstStyle/>
          <a:p>
            <a:pPr eaLnBrk="1" hangingPunct="1"/>
            <a:endParaRPr lang="zh-CN" altLang="en-US"/>
          </a:p>
        </p:txBody>
      </p:sp>
      <p:sp>
        <p:nvSpPr>
          <p:cNvPr id="27652" name="灯片编号占位符 3">
            <a:extLst>
              <a:ext uri="{FF2B5EF4-FFF2-40B4-BE49-F238E27FC236}">
                <a16:creationId xmlns:a16="http://schemas.microsoft.com/office/drawing/2014/main" id="{AF1800A8-AA34-427D-813C-F696A31CBDF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E74BCCAD-4C7B-4D92-BC06-B3790BD5B560}" type="slidenum">
              <a:rPr lang="zh-CN" altLang="en-US"/>
              <a:pPr/>
              <a:t>22</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035DF-4F8D-F856-7785-0738A98A71BA}"/>
            </a:ext>
          </a:extLst>
        </p:cNvPr>
        <p:cNvGrpSpPr/>
        <p:nvPr/>
      </p:nvGrpSpPr>
      <p:grpSpPr>
        <a:xfrm>
          <a:off x="0" y="0"/>
          <a:ext cx="0" cy="0"/>
          <a:chOff x="0" y="0"/>
          <a:chExt cx="0" cy="0"/>
        </a:xfrm>
      </p:grpSpPr>
      <p:sp>
        <p:nvSpPr>
          <p:cNvPr id="27650" name="幻灯片图像占位符 1">
            <a:extLst>
              <a:ext uri="{FF2B5EF4-FFF2-40B4-BE49-F238E27FC236}">
                <a16:creationId xmlns:a16="http://schemas.microsoft.com/office/drawing/2014/main" id="{8AADA6D9-4604-5121-E097-531FC486AB76}"/>
              </a:ext>
            </a:extLst>
          </p:cNvPr>
          <p:cNvSpPr>
            <a:spLocks noGrp="1" noRot="1" noChangeAspect="1" noChangeArrowheads="1" noTextEdit="1"/>
          </p:cNvSpPr>
          <p:nvPr>
            <p:ph type="sldImg" idx="4294967295"/>
          </p:nvPr>
        </p:nvSpPr>
        <p:spPr>
          <a:ln>
            <a:miter lim="800000"/>
          </a:ln>
        </p:spPr>
      </p:sp>
      <p:sp>
        <p:nvSpPr>
          <p:cNvPr id="27651" name="备注占位符 2">
            <a:extLst>
              <a:ext uri="{FF2B5EF4-FFF2-40B4-BE49-F238E27FC236}">
                <a16:creationId xmlns:a16="http://schemas.microsoft.com/office/drawing/2014/main" id="{2498FD08-14B7-3A0B-3A9F-DB3D3205382F}"/>
              </a:ext>
            </a:extLst>
          </p:cNvPr>
          <p:cNvSpPr>
            <a:spLocks noGrp="1" noChangeArrowheads="1"/>
          </p:cNvSpPr>
          <p:nvPr>
            <p:ph type="body" idx="4294967295"/>
          </p:nvPr>
        </p:nvSpPr>
        <p:spPr/>
        <p:txBody>
          <a:bodyPr/>
          <a:lstStyle/>
          <a:p>
            <a:pPr eaLnBrk="1" hangingPunct="1"/>
            <a:endParaRPr lang="zh-CN" altLang="en-US"/>
          </a:p>
        </p:txBody>
      </p:sp>
      <p:sp>
        <p:nvSpPr>
          <p:cNvPr id="27652" name="灯片编号占位符 3">
            <a:extLst>
              <a:ext uri="{FF2B5EF4-FFF2-40B4-BE49-F238E27FC236}">
                <a16:creationId xmlns:a16="http://schemas.microsoft.com/office/drawing/2014/main" id="{C08008B1-F43A-0F6C-356F-C46B0B5407A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E74BCCAD-4C7B-4D92-BC06-B3790BD5B560}" type="slidenum">
              <a:rPr lang="zh-CN" altLang="en-US"/>
              <a:pPr/>
              <a:t>23</a:t>
            </a:fld>
            <a:endParaRPr lang="zh-CN" altLang="en-US"/>
          </a:p>
        </p:txBody>
      </p:sp>
    </p:spTree>
    <p:extLst>
      <p:ext uri="{BB962C8B-B14F-4D97-AF65-F5344CB8AC3E}">
        <p14:creationId xmlns:p14="http://schemas.microsoft.com/office/powerpoint/2010/main" val="39847290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a:extLst>
              <a:ext uri="{FF2B5EF4-FFF2-40B4-BE49-F238E27FC236}">
                <a16:creationId xmlns:a16="http://schemas.microsoft.com/office/drawing/2014/main" id="{27B268D4-2806-44E5-A5F7-58B7F7FF764B}"/>
              </a:ext>
            </a:extLst>
          </p:cNvPr>
          <p:cNvSpPr>
            <a:spLocks noGrp="1" noRot="1" noChangeAspect="1" noChangeArrowheads="1" noTextEdit="1"/>
          </p:cNvSpPr>
          <p:nvPr>
            <p:ph type="sldImg" idx="4294967295"/>
          </p:nvPr>
        </p:nvSpPr>
        <p:spPr>
          <a:ln>
            <a:miter lim="800000"/>
          </a:ln>
        </p:spPr>
      </p:sp>
      <p:sp>
        <p:nvSpPr>
          <p:cNvPr id="5123" name="备注占位符 2">
            <a:extLst>
              <a:ext uri="{FF2B5EF4-FFF2-40B4-BE49-F238E27FC236}">
                <a16:creationId xmlns:a16="http://schemas.microsoft.com/office/drawing/2014/main" id="{9D7645F5-7930-46EB-B6A7-7703606BC03B}"/>
              </a:ext>
            </a:extLst>
          </p:cNvPr>
          <p:cNvSpPr>
            <a:spLocks noGrp="1" noChangeArrowheads="1"/>
          </p:cNvSpPr>
          <p:nvPr>
            <p:ph type="body" idx="4294967295"/>
          </p:nvPr>
        </p:nvSpPr>
        <p:spPr/>
        <p:txBody>
          <a:bodyPr/>
          <a:lstStyle/>
          <a:p>
            <a:pPr eaLnBrk="1" hangingPunct="1"/>
            <a:endParaRPr lang="zh-CN" altLang="en-US"/>
          </a:p>
        </p:txBody>
      </p:sp>
      <p:sp>
        <p:nvSpPr>
          <p:cNvPr id="5124" name="灯片编号占位符 3">
            <a:extLst>
              <a:ext uri="{FF2B5EF4-FFF2-40B4-BE49-F238E27FC236}">
                <a16:creationId xmlns:a16="http://schemas.microsoft.com/office/drawing/2014/main" id="{CB36A94A-8DFB-47D5-BE33-EA8BA4AB283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0551EE42-DCF6-4724-BD37-577C5F417515}" type="slidenum">
              <a:rPr lang="zh-CN" altLang="en-US"/>
              <a:pPr/>
              <a:t>24</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F96EB81E-C259-4E32-AC77-2628E29F5D17}"/>
              </a:ext>
            </a:extLst>
          </p:cNvPr>
          <p:cNvSpPr>
            <a:spLocks noGrp="1" noRot="1" noChangeAspect="1" noChangeArrowheads="1" noTextEdit="1"/>
          </p:cNvSpPr>
          <p:nvPr>
            <p:ph type="sldImg" idx="4294967295"/>
          </p:nvPr>
        </p:nvSpPr>
        <p:spPr>
          <a:ln>
            <a:miter lim="800000"/>
          </a:ln>
        </p:spPr>
      </p:sp>
      <p:sp>
        <p:nvSpPr>
          <p:cNvPr id="25603" name="备注占位符 2">
            <a:extLst>
              <a:ext uri="{FF2B5EF4-FFF2-40B4-BE49-F238E27FC236}">
                <a16:creationId xmlns:a16="http://schemas.microsoft.com/office/drawing/2014/main" id="{4987B54D-41A6-449E-B8F0-919F8207D63C}"/>
              </a:ext>
            </a:extLst>
          </p:cNvPr>
          <p:cNvSpPr>
            <a:spLocks noGrp="1" noChangeArrowheads="1"/>
          </p:cNvSpPr>
          <p:nvPr>
            <p:ph type="body" idx="4294967295"/>
          </p:nvPr>
        </p:nvSpPr>
        <p:spPr/>
        <p:txBody>
          <a:bodyPr/>
          <a:lstStyle/>
          <a:p>
            <a:pPr eaLnBrk="1" hangingPunct="1"/>
            <a:endParaRPr lang="zh-CN" altLang="en-US"/>
          </a:p>
        </p:txBody>
      </p:sp>
      <p:sp>
        <p:nvSpPr>
          <p:cNvPr id="25604" name="灯片编号占位符 3">
            <a:extLst>
              <a:ext uri="{FF2B5EF4-FFF2-40B4-BE49-F238E27FC236}">
                <a16:creationId xmlns:a16="http://schemas.microsoft.com/office/drawing/2014/main" id="{670CC22E-54E8-4615-8C4E-4D0D94A1244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F00B6CF4-7AC4-426A-906B-724BBD207B67}" type="slidenum">
              <a:rPr lang="zh-CN" altLang="en-US"/>
              <a:pPr/>
              <a:t>25</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a:extLst>
              <a:ext uri="{FF2B5EF4-FFF2-40B4-BE49-F238E27FC236}">
                <a16:creationId xmlns:a16="http://schemas.microsoft.com/office/drawing/2014/main" id="{BF26F22F-FEAF-41AA-8488-E3F23D32A6F6}"/>
              </a:ext>
            </a:extLst>
          </p:cNvPr>
          <p:cNvSpPr>
            <a:spLocks noGrp="1" noRot="1" noChangeAspect="1" noChangeArrowheads="1" noTextEdit="1"/>
          </p:cNvSpPr>
          <p:nvPr>
            <p:ph type="sldImg" idx="4294967295"/>
          </p:nvPr>
        </p:nvSpPr>
        <p:spPr>
          <a:ln>
            <a:miter lim="800000"/>
          </a:ln>
        </p:spPr>
      </p:sp>
      <p:sp>
        <p:nvSpPr>
          <p:cNvPr id="56323" name="备注占位符 2">
            <a:extLst>
              <a:ext uri="{FF2B5EF4-FFF2-40B4-BE49-F238E27FC236}">
                <a16:creationId xmlns:a16="http://schemas.microsoft.com/office/drawing/2014/main" id="{024A7846-7962-4FCD-970C-1197C19D6C50}"/>
              </a:ext>
            </a:extLst>
          </p:cNvPr>
          <p:cNvSpPr>
            <a:spLocks noGrp="1" noChangeArrowheads="1"/>
          </p:cNvSpPr>
          <p:nvPr>
            <p:ph type="body" idx="4294967295"/>
          </p:nvPr>
        </p:nvSpPr>
        <p:spPr/>
        <p:txBody>
          <a:bodyPr/>
          <a:lstStyle/>
          <a:p>
            <a:pPr eaLnBrk="1" hangingPunct="1"/>
            <a:endParaRPr lang="zh-CN" altLang="en-US"/>
          </a:p>
        </p:txBody>
      </p:sp>
      <p:sp>
        <p:nvSpPr>
          <p:cNvPr id="56324" name="灯片编号占位符 3">
            <a:extLst>
              <a:ext uri="{FF2B5EF4-FFF2-40B4-BE49-F238E27FC236}">
                <a16:creationId xmlns:a16="http://schemas.microsoft.com/office/drawing/2014/main" id="{BB919B7D-1580-4F61-9D3E-C5405F2B5FD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4EB7FF52-FBAB-4913-8F49-27ACCAF58C35}" type="slidenum">
              <a:rPr lang="zh-CN" altLang="en-US"/>
              <a:pPr/>
              <a:t>26</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a:extLst>
              <a:ext uri="{FF2B5EF4-FFF2-40B4-BE49-F238E27FC236}">
                <a16:creationId xmlns:a16="http://schemas.microsoft.com/office/drawing/2014/main" id="{E9C621AA-239C-4AA6-BE3E-5192DA824FD3}"/>
              </a:ext>
            </a:extLst>
          </p:cNvPr>
          <p:cNvSpPr>
            <a:spLocks noGrp="1" noRot="1" noChangeAspect="1" noChangeArrowheads="1" noTextEdit="1"/>
          </p:cNvSpPr>
          <p:nvPr>
            <p:ph type="sldImg" idx="4294967295"/>
          </p:nvPr>
        </p:nvSpPr>
        <p:spPr>
          <a:ln>
            <a:miter lim="800000"/>
          </a:ln>
        </p:spPr>
      </p:sp>
      <p:sp>
        <p:nvSpPr>
          <p:cNvPr id="80899" name="备注占位符 2">
            <a:extLst>
              <a:ext uri="{FF2B5EF4-FFF2-40B4-BE49-F238E27FC236}">
                <a16:creationId xmlns:a16="http://schemas.microsoft.com/office/drawing/2014/main" id="{48A1134B-E52C-47F3-B246-E12A40A10575}"/>
              </a:ext>
            </a:extLst>
          </p:cNvPr>
          <p:cNvSpPr>
            <a:spLocks noGrp="1" noChangeArrowheads="1"/>
          </p:cNvSpPr>
          <p:nvPr>
            <p:ph type="body" idx="4294967295"/>
          </p:nvPr>
        </p:nvSpPr>
        <p:spPr/>
        <p:txBody>
          <a:bodyPr/>
          <a:lstStyle/>
          <a:p>
            <a:pPr eaLnBrk="1" hangingPunct="1"/>
            <a:endParaRPr lang="zh-CN" altLang="en-US"/>
          </a:p>
        </p:txBody>
      </p:sp>
      <p:sp>
        <p:nvSpPr>
          <p:cNvPr id="80900" name="灯片编号占位符 3">
            <a:extLst>
              <a:ext uri="{FF2B5EF4-FFF2-40B4-BE49-F238E27FC236}">
                <a16:creationId xmlns:a16="http://schemas.microsoft.com/office/drawing/2014/main" id="{FCA44943-0DE8-448D-921D-24FCE3238C4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anose="020F0502020204030204" pitchFamily="34" charset="0"/>
                <a:ea typeface="宋体" panose="02010600030101010101" pitchFamily="2" charset="-122"/>
              </a:defRPr>
            </a:lvl1pPr>
            <a:lvl2pPr marL="742950" indent="-285750">
              <a:defRPr sz="1200">
                <a:solidFill>
                  <a:schemeClr val="tx1"/>
                </a:solidFill>
                <a:latin typeface="Calibri" panose="020F0502020204030204" pitchFamily="34" charset="0"/>
                <a:ea typeface="宋体" panose="02010600030101010101" pitchFamily="2" charset="-122"/>
              </a:defRPr>
            </a:lvl2pPr>
            <a:lvl3pPr marL="1143000" indent="-228600">
              <a:defRPr sz="1200">
                <a:solidFill>
                  <a:schemeClr val="tx1"/>
                </a:solidFill>
                <a:latin typeface="Calibri" panose="020F0502020204030204" pitchFamily="34" charset="0"/>
                <a:ea typeface="宋体" panose="02010600030101010101" pitchFamily="2" charset="-122"/>
              </a:defRPr>
            </a:lvl3pPr>
            <a:lvl4pPr marL="1600200" indent="-228600">
              <a:defRPr sz="1200">
                <a:solidFill>
                  <a:schemeClr val="tx1"/>
                </a:solidFill>
                <a:latin typeface="Calibri" panose="020F0502020204030204" pitchFamily="34" charset="0"/>
                <a:ea typeface="宋体" panose="02010600030101010101" pitchFamily="2" charset="-122"/>
              </a:defRPr>
            </a:lvl4pPr>
            <a:lvl5pPr marL="2057400" indent="-228600">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1200">
                <a:solidFill>
                  <a:schemeClr val="tx1"/>
                </a:solidFill>
                <a:latin typeface="Calibri" panose="020F0502020204030204" pitchFamily="34" charset="0"/>
                <a:ea typeface="宋体" panose="02010600030101010101" pitchFamily="2" charset="-122"/>
              </a:defRPr>
            </a:lvl9pPr>
          </a:lstStyle>
          <a:p>
            <a:fld id="{E139A52E-4225-4E79-A329-0F695360CB52}" type="slidenum">
              <a:rPr lang="zh-CN" altLang="en-US"/>
              <a:pPr/>
              <a:t>27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140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722342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693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868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2223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9548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55FF2-AFA7-DABE-7D7F-73A57911CE32}"/>
              </a:ext>
            </a:extLst>
          </p:cNvPr>
          <p:cNvSpPr>
            <a:spLocks noGrp="1"/>
          </p:cNvSpPr>
          <p:nvPr>
            <p:ph type="ctrTitle"/>
          </p:nvPr>
        </p:nvSpPr>
        <p:spPr>
          <a:xfrm>
            <a:off x="1143000" y="935302"/>
            <a:ext cx="6858000" cy="1989667"/>
          </a:xfrm>
        </p:spPr>
        <p:txBody>
          <a:bodyPr anchor="b"/>
          <a:lstStyle>
            <a:lvl1pPr algn="ctr">
              <a:defRPr sz="4500"/>
            </a:lvl1pPr>
          </a:lstStyle>
          <a:p>
            <a:r>
              <a:rPr lang="zh-CN" altLang="en-US"/>
              <a:t>单击此处编辑母版标题样式</a:t>
            </a:r>
          </a:p>
        </p:txBody>
      </p:sp>
      <p:sp>
        <p:nvSpPr>
          <p:cNvPr id="3" name="副标题 2">
            <a:extLst>
              <a:ext uri="{FF2B5EF4-FFF2-40B4-BE49-F238E27FC236}">
                <a16:creationId xmlns:a16="http://schemas.microsoft.com/office/drawing/2014/main" id="{AD435764-9C1E-FBE8-949E-5CE6855C317B}"/>
              </a:ext>
            </a:extLst>
          </p:cNvPr>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473132A-9E15-A205-D162-2E7172E01CFF}"/>
              </a:ext>
            </a:extLst>
          </p:cNvPr>
          <p:cNvSpPr>
            <a:spLocks noGrp="1"/>
          </p:cNvSpPr>
          <p:nvPr>
            <p:ph type="dt" sz="half" idx="10"/>
          </p:nvPr>
        </p:nvSpPr>
        <p:spPr/>
        <p:txBody>
          <a:bodyPr/>
          <a:lstStyle/>
          <a:p>
            <a:fld id="{72AA69F2-89E5-49F6-B760-299B01FC8611}" type="datetimeFigureOut">
              <a:rPr lang="zh-CN" altLang="en-US" smtClean="0"/>
              <a:t>2025/6/6</a:t>
            </a:fld>
            <a:endParaRPr lang="zh-CN" altLang="en-US"/>
          </a:p>
        </p:txBody>
      </p:sp>
      <p:sp>
        <p:nvSpPr>
          <p:cNvPr id="5" name="页脚占位符 4">
            <a:extLst>
              <a:ext uri="{FF2B5EF4-FFF2-40B4-BE49-F238E27FC236}">
                <a16:creationId xmlns:a16="http://schemas.microsoft.com/office/drawing/2014/main" id="{4B35F25B-24DC-6BAB-4E86-418BB3DFAAE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FE43AC0-4ADA-6BC9-3F3F-79747F031F53}"/>
              </a:ext>
            </a:extLst>
          </p:cNvPr>
          <p:cNvSpPr>
            <a:spLocks noGrp="1"/>
          </p:cNvSpPr>
          <p:nvPr>
            <p:ph type="sldNum" sz="quarter" idx="12"/>
          </p:nvPr>
        </p:nvSpPr>
        <p:spPr/>
        <p:txBody>
          <a:bodyPr/>
          <a:lstStyle/>
          <a:p>
            <a:fld id="{DD5430D3-4A86-4084-A49D-8F888FFB4AF2}" type="slidenum">
              <a:rPr lang="zh-CN" altLang="en-US" smtClean="0"/>
              <a:t>‹#›</a:t>
            </a:fld>
            <a:endParaRPr lang="zh-CN" altLang="en-US"/>
          </a:p>
        </p:txBody>
      </p:sp>
    </p:spTree>
    <p:extLst>
      <p:ext uri="{BB962C8B-B14F-4D97-AF65-F5344CB8AC3E}">
        <p14:creationId xmlns:p14="http://schemas.microsoft.com/office/powerpoint/2010/main" val="230041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4929B4-D15A-7223-932F-999871C75C4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022E813-15DA-5766-A48A-79AB876AB5A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01867E0-C857-2A51-9280-D0AE61B94C6C}"/>
              </a:ext>
            </a:extLst>
          </p:cNvPr>
          <p:cNvSpPr>
            <a:spLocks noGrp="1"/>
          </p:cNvSpPr>
          <p:nvPr>
            <p:ph type="dt" sz="half" idx="10"/>
          </p:nvPr>
        </p:nvSpPr>
        <p:spPr/>
        <p:txBody>
          <a:bodyPr/>
          <a:lstStyle/>
          <a:p>
            <a:fld id="{72AA69F2-89E5-49F6-B760-299B01FC8611}" type="datetimeFigureOut">
              <a:rPr lang="zh-CN" altLang="en-US" smtClean="0"/>
              <a:t>2025/6/6</a:t>
            </a:fld>
            <a:endParaRPr lang="zh-CN" altLang="en-US"/>
          </a:p>
        </p:txBody>
      </p:sp>
      <p:sp>
        <p:nvSpPr>
          <p:cNvPr id="5" name="页脚占位符 4">
            <a:extLst>
              <a:ext uri="{FF2B5EF4-FFF2-40B4-BE49-F238E27FC236}">
                <a16:creationId xmlns:a16="http://schemas.microsoft.com/office/drawing/2014/main" id="{FA461692-B0E9-79CA-9DC2-E12B627407B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8EE1D0B-1926-8E6E-FE80-8B0FF2E1F458}"/>
              </a:ext>
            </a:extLst>
          </p:cNvPr>
          <p:cNvSpPr>
            <a:spLocks noGrp="1"/>
          </p:cNvSpPr>
          <p:nvPr>
            <p:ph type="sldNum" sz="quarter" idx="12"/>
          </p:nvPr>
        </p:nvSpPr>
        <p:spPr/>
        <p:txBody>
          <a:bodyPr/>
          <a:lstStyle/>
          <a:p>
            <a:fld id="{DD5430D3-4A86-4084-A49D-8F888FFB4AF2}" type="slidenum">
              <a:rPr lang="zh-CN" altLang="en-US" smtClean="0"/>
              <a:t>‹#›</a:t>
            </a:fld>
            <a:endParaRPr lang="zh-CN" altLang="en-US"/>
          </a:p>
        </p:txBody>
      </p:sp>
    </p:spTree>
    <p:extLst>
      <p:ext uri="{BB962C8B-B14F-4D97-AF65-F5344CB8AC3E}">
        <p14:creationId xmlns:p14="http://schemas.microsoft.com/office/powerpoint/2010/main" val="435580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DDC638-9D19-BFF6-8CB8-D8CB02AFBAB6}"/>
              </a:ext>
            </a:extLst>
          </p:cNvPr>
          <p:cNvSpPr>
            <a:spLocks noGrp="1"/>
          </p:cNvSpPr>
          <p:nvPr>
            <p:ph type="title"/>
          </p:nvPr>
        </p:nvSpPr>
        <p:spPr>
          <a:xfrm>
            <a:off x="623888" y="1424782"/>
            <a:ext cx="7886700" cy="2377281"/>
          </a:xfrm>
        </p:spPr>
        <p:txBody>
          <a:bodyPr anchor="b"/>
          <a:lstStyle>
            <a:lvl1pPr>
              <a:defRPr sz="4500"/>
            </a:lvl1pPr>
          </a:lstStyle>
          <a:p>
            <a:r>
              <a:rPr lang="zh-CN" altLang="en-US"/>
              <a:t>单击此处编辑母版标题样式</a:t>
            </a:r>
          </a:p>
        </p:txBody>
      </p:sp>
      <p:sp>
        <p:nvSpPr>
          <p:cNvPr id="3" name="文本占位符 2">
            <a:extLst>
              <a:ext uri="{FF2B5EF4-FFF2-40B4-BE49-F238E27FC236}">
                <a16:creationId xmlns:a16="http://schemas.microsoft.com/office/drawing/2014/main" id="{376E1527-9CD5-8D7C-FA16-63A60027B321}"/>
              </a:ext>
            </a:extLst>
          </p:cNvPr>
          <p:cNvSpPr>
            <a:spLocks noGrp="1"/>
          </p:cNvSpPr>
          <p:nvPr>
            <p:ph type="body" idx="1"/>
          </p:nvPr>
        </p:nvSpPr>
        <p:spPr>
          <a:xfrm>
            <a:off x="623888"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9CCD6DA-D923-F5A6-DC09-1AF2B37171A5}"/>
              </a:ext>
            </a:extLst>
          </p:cNvPr>
          <p:cNvSpPr>
            <a:spLocks noGrp="1"/>
          </p:cNvSpPr>
          <p:nvPr>
            <p:ph type="dt" sz="half" idx="10"/>
          </p:nvPr>
        </p:nvSpPr>
        <p:spPr/>
        <p:txBody>
          <a:bodyPr/>
          <a:lstStyle/>
          <a:p>
            <a:fld id="{72AA69F2-89E5-49F6-B760-299B01FC8611}" type="datetimeFigureOut">
              <a:rPr lang="zh-CN" altLang="en-US" smtClean="0"/>
              <a:t>2025/6/6</a:t>
            </a:fld>
            <a:endParaRPr lang="zh-CN" altLang="en-US"/>
          </a:p>
        </p:txBody>
      </p:sp>
      <p:sp>
        <p:nvSpPr>
          <p:cNvPr id="5" name="页脚占位符 4">
            <a:extLst>
              <a:ext uri="{FF2B5EF4-FFF2-40B4-BE49-F238E27FC236}">
                <a16:creationId xmlns:a16="http://schemas.microsoft.com/office/drawing/2014/main" id="{D1FBB8AC-FBEF-E5B6-947E-E8D39FE9C03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042245B-717D-5ED0-58D9-00527A909147}"/>
              </a:ext>
            </a:extLst>
          </p:cNvPr>
          <p:cNvSpPr>
            <a:spLocks noGrp="1"/>
          </p:cNvSpPr>
          <p:nvPr>
            <p:ph type="sldNum" sz="quarter" idx="12"/>
          </p:nvPr>
        </p:nvSpPr>
        <p:spPr/>
        <p:txBody>
          <a:bodyPr/>
          <a:lstStyle/>
          <a:p>
            <a:fld id="{DD5430D3-4A86-4084-A49D-8F888FFB4AF2}" type="slidenum">
              <a:rPr lang="zh-CN" altLang="en-US" smtClean="0"/>
              <a:t>‹#›</a:t>
            </a:fld>
            <a:endParaRPr lang="zh-CN" altLang="en-US"/>
          </a:p>
        </p:txBody>
      </p:sp>
    </p:spTree>
    <p:extLst>
      <p:ext uri="{BB962C8B-B14F-4D97-AF65-F5344CB8AC3E}">
        <p14:creationId xmlns:p14="http://schemas.microsoft.com/office/powerpoint/2010/main" val="1834987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27CC66-1E8F-2AF0-8C42-AA64EFB5FBD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CCF9138-E8ED-C110-197A-A444359F85CB}"/>
              </a:ext>
            </a:extLst>
          </p:cNvPr>
          <p:cNvSpPr>
            <a:spLocks noGrp="1"/>
          </p:cNvSpPr>
          <p:nvPr>
            <p:ph sz="half" idx="1"/>
          </p:nvPr>
        </p:nvSpPr>
        <p:spPr>
          <a:xfrm>
            <a:off x="628650" y="1521354"/>
            <a:ext cx="3886200" cy="362611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684C90F-F4C0-350B-84C1-8A6F437A7782}"/>
              </a:ext>
            </a:extLst>
          </p:cNvPr>
          <p:cNvSpPr>
            <a:spLocks noGrp="1"/>
          </p:cNvSpPr>
          <p:nvPr>
            <p:ph sz="half" idx="2"/>
          </p:nvPr>
        </p:nvSpPr>
        <p:spPr>
          <a:xfrm>
            <a:off x="4629150" y="1521354"/>
            <a:ext cx="3886200" cy="362611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3EC12AA-B73A-44F0-0E94-B3811775FE10}"/>
              </a:ext>
            </a:extLst>
          </p:cNvPr>
          <p:cNvSpPr>
            <a:spLocks noGrp="1"/>
          </p:cNvSpPr>
          <p:nvPr>
            <p:ph type="dt" sz="half" idx="10"/>
          </p:nvPr>
        </p:nvSpPr>
        <p:spPr/>
        <p:txBody>
          <a:bodyPr/>
          <a:lstStyle/>
          <a:p>
            <a:fld id="{72AA69F2-89E5-49F6-B760-299B01FC8611}" type="datetimeFigureOut">
              <a:rPr lang="zh-CN" altLang="en-US" smtClean="0"/>
              <a:t>2025/6/6</a:t>
            </a:fld>
            <a:endParaRPr lang="zh-CN" altLang="en-US"/>
          </a:p>
        </p:txBody>
      </p:sp>
      <p:sp>
        <p:nvSpPr>
          <p:cNvPr id="6" name="页脚占位符 5">
            <a:extLst>
              <a:ext uri="{FF2B5EF4-FFF2-40B4-BE49-F238E27FC236}">
                <a16:creationId xmlns:a16="http://schemas.microsoft.com/office/drawing/2014/main" id="{CEB028FC-8986-4CB2-7880-E6B454EE4A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3767A9E-5E18-D15D-9F91-64CFA965CE89}"/>
              </a:ext>
            </a:extLst>
          </p:cNvPr>
          <p:cNvSpPr>
            <a:spLocks noGrp="1"/>
          </p:cNvSpPr>
          <p:nvPr>
            <p:ph type="sldNum" sz="quarter" idx="12"/>
          </p:nvPr>
        </p:nvSpPr>
        <p:spPr/>
        <p:txBody>
          <a:bodyPr/>
          <a:lstStyle/>
          <a:p>
            <a:fld id="{DD5430D3-4A86-4084-A49D-8F888FFB4AF2}" type="slidenum">
              <a:rPr lang="zh-CN" altLang="en-US" smtClean="0"/>
              <a:t>‹#›</a:t>
            </a:fld>
            <a:endParaRPr lang="zh-CN" altLang="en-US"/>
          </a:p>
        </p:txBody>
      </p:sp>
    </p:spTree>
    <p:extLst>
      <p:ext uri="{BB962C8B-B14F-4D97-AF65-F5344CB8AC3E}">
        <p14:creationId xmlns:p14="http://schemas.microsoft.com/office/powerpoint/2010/main" val="3848335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D2977E-6540-1F54-9E3F-E2F5F8DF98FC}"/>
              </a:ext>
            </a:extLst>
          </p:cNvPr>
          <p:cNvSpPr>
            <a:spLocks noGrp="1"/>
          </p:cNvSpPr>
          <p:nvPr>
            <p:ph type="title"/>
          </p:nvPr>
        </p:nvSpPr>
        <p:spPr>
          <a:xfrm>
            <a:off x="629841" y="304271"/>
            <a:ext cx="7886700" cy="1104636"/>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8FA25EF-42E2-44FB-9B32-402DCDB588DE}"/>
              </a:ext>
            </a:extLst>
          </p:cNvPr>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9043366-6920-E82E-85EB-5E7B9319CAC0}"/>
              </a:ext>
            </a:extLst>
          </p:cNvPr>
          <p:cNvSpPr>
            <a:spLocks noGrp="1"/>
          </p:cNvSpPr>
          <p:nvPr>
            <p:ph sz="half" idx="2"/>
          </p:nvPr>
        </p:nvSpPr>
        <p:spPr>
          <a:xfrm>
            <a:off x="629842" y="2087563"/>
            <a:ext cx="3868340" cy="307049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740D47D-5E79-AC76-D343-0627A482F90B}"/>
              </a:ext>
            </a:extLst>
          </p:cNvPr>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3210953-B761-0AD5-EA1C-AE661A31540B}"/>
              </a:ext>
            </a:extLst>
          </p:cNvPr>
          <p:cNvSpPr>
            <a:spLocks noGrp="1"/>
          </p:cNvSpPr>
          <p:nvPr>
            <p:ph sz="quarter" idx="4"/>
          </p:nvPr>
        </p:nvSpPr>
        <p:spPr>
          <a:xfrm>
            <a:off x="4629150" y="2087563"/>
            <a:ext cx="3887391" cy="307049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7FCBFBD-6D7B-960D-6670-7C7841BEEEAF}"/>
              </a:ext>
            </a:extLst>
          </p:cNvPr>
          <p:cNvSpPr>
            <a:spLocks noGrp="1"/>
          </p:cNvSpPr>
          <p:nvPr>
            <p:ph type="dt" sz="half" idx="10"/>
          </p:nvPr>
        </p:nvSpPr>
        <p:spPr/>
        <p:txBody>
          <a:bodyPr/>
          <a:lstStyle/>
          <a:p>
            <a:fld id="{72AA69F2-89E5-49F6-B760-299B01FC8611}" type="datetimeFigureOut">
              <a:rPr lang="zh-CN" altLang="en-US" smtClean="0"/>
              <a:t>2025/6/6</a:t>
            </a:fld>
            <a:endParaRPr lang="zh-CN" altLang="en-US"/>
          </a:p>
        </p:txBody>
      </p:sp>
      <p:sp>
        <p:nvSpPr>
          <p:cNvPr id="8" name="页脚占位符 7">
            <a:extLst>
              <a:ext uri="{FF2B5EF4-FFF2-40B4-BE49-F238E27FC236}">
                <a16:creationId xmlns:a16="http://schemas.microsoft.com/office/drawing/2014/main" id="{E93F0D6E-0F91-77E8-1AD9-AFCA4A06C69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9E7F7C8-5C3C-DDC9-062F-4F3FD56555DE}"/>
              </a:ext>
            </a:extLst>
          </p:cNvPr>
          <p:cNvSpPr>
            <a:spLocks noGrp="1"/>
          </p:cNvSpPr>
          <p:nvPr>
            <p:ph type="sldNum" sz="quarter" idx="12"/>
          </p:nvPr>
        </p:nvSpPr>
        <p:spPr/>
        <p:txBody>
          <a:bodyPr/>
          <a:lstStyle/>
          <a:p>
            <a:fld id="{DD5430D3-4A86-4084-A49D-8F888FFB4AF2}" type="slidenum">
              <a:rPr lang="zh-CN" altLang="en-US" smtClean="0"/>
              <a:t>‹#›</a:t>
            </a:fld>
            <a:endParaRPr lang="zh-CN" altLang="en-US"/>
          </a:p>
        </p:txBody>
      </p:sp>
    </p:spTree>
    <p:extLst>
      <p:ext uri="{BB962C8B-B14F-4D97-AF65-F5344CB8AC3E}">
        <p14:creationId xmlns:p14="http://schemas.microsoft.com/office/powerpoint/2010/main" val="19343235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6CF2E7-677C-D290-34FC-B5BD9249F4E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F9ED5FA-6FB2-2D61-E82F-6DBB2C5C590F}"/>
              </a:ext>
            </a:extLst>
          </p:cNvPr>
          <p:cNvSpPr>
            <a:spLocks noGrp="1"/>
          </p:cNvSpPr>
          <p:nvPr>
            <p:ph type="dt" sz="half" idx="10"/>
          </p:nvPr>
        </p:nvSpPr>
        <p:spPr/>
        <p:txBody>
          <a:bodyPr/>
          <a:lstStyle/>
          <a:p>
            <a:fld id="{72AA69F2-89E5-49F6-B760-299B01FC8611}" type="datetimeFigureOut">
              <a:rPr lang="zh-CN" altLang="en-US" smtClean="0"/>
              <a:t>2025/6/6</a:t>
            </a:fld>
            <a:endParaRPr lang="zh-CN" altLang="en-US"/>
          </a:p>
        </p:txBody>
      </p:sp>
      <p:sp>
        <p:nvSpPr>
          <p:cNvPr id="4" name="页脚占位符 3">
            <a:extLst>
              <a:ext uri="{FF2B5EF4-FFF2-40B4-BE49-F238E27FC236}">
                <a16:creationId xmlns:a16="http://schemas.microsoft.com/office/drawing/2014/main" id="{0FD00A84-B8F6-B2A9-A4FE-3BB0EFDECEB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E59F9CA-8D46-EEC2-6E47-3C7BE3E9BECC}"/>
              </a:ext>
            </a:extLst>
          </p:cNvPr>
          <p:cNvSpPr>
            <a:spLocks noGrp="1"/>
          </p:cNvSpPr>
          <p:nvPr>
            <p:ph type="sldNum" sz="quarter" idx="12"/>
          </p:nvPr>
        </p:nvSpPr>
        <p:spPr/>
        <p:txBody>
          <a:bodyPr/>
          <a:lstStyle/>
          <a:p>
            <a:fld id="{DD5430D3-4A86-4084-A49D-8F888FFB4AF2}" type="slidenum">
              <a:rPr lang="zh-CN" altLang="en-US" smtClean="0"/>
              <a:t>‹#›</a:t>
            </a:fld>
            <a:endParaRPr lang="zh-CN" altLang="en-US"/>
          </a:p>
        </p:txBody>
      </p:sp>
    </p:spTree>
    <p:extLst>
      <p:ext uri="{BB962C8B-B14F-4D97-AF65-F5344CB8AC3E}">
        <p14:creationId xmlns:p14="http://schemas.microsoft.com/office/powerpoint/2010/main" val="26872253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104EBCD-AA91-1B25-406D-44C56D534AFC}"/>
              </a:ext>
            </a:extLst>
          </p:cNvPr>
          <p:cNvSpPr>
            <a:spLocks noGrp="1"/>
          </p:cNvSpPr>
          <p:nvPr>
            <p:ph type="dt" sz="half" idx="10"/>
          </p:nvPr>
        </p:nvSpPr>
        <p:spPr/>
        <p:txBody>
          <a:bodyPr/>
          <a:lstStyle/>
          <a:p>
            <a:fld id="{72AA69F2-89E5-49F6-B760-299B01FC8611}" type="datetimeFigureOut">
              <a:rPr lang="zh-CN" altLang="en-US" smtClean="0"/>
              <a:t>2025/6/6</a:t>
            </a:fld>
            <a:endParaRPr lang="zh-CN" altLang="en-US"/>
          </a:p>
        </p:txBody>
      </p:sp>
      <p:sp>
        <p:nvSpPr>
          <p:cNvPr id="3" name="页脚占位符 2">
            <a:extLst>
              <a:ext uri="{FF2B5EF4-FFF2-40B4-BE49-F238E27FC236}">
                <a16:creationId xmlns:a16="http://schemas.microsoft.com/office/drawing/2014/main" id="{6792A20B-F7FB-BF45-AD5A-8BD1E5B94D0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C1991B0-81F2-6263-DD0C-5EECA6BBDA9E}"/>
              </a:ext>
            </a:extLst>
          </p:cNvPr>
          <p:cNvSpPr>
            <a:spLocks noGrp="1"/>
          </p:cNvSpPr>
          <p:nvPr>
            <p:ph type="sldNum" sz="quarter" idx="12"/>
          </p:nvPr>
        </p:nvSpPr>
        <p:spPr/>
        <p:txBody>
          <a:bodyPr/>
          <a:lstStyle/>
          <a:p>
            <a:fld id="{DD5430D3-4A86-4084-A49D-8F888FFB4AF2}" type="slidenum">
              <a:rPr lang="zh-CN" altLang="en-US" smtClean="0"/>
              <a:t>‹#›</a:t>
            </a:fld>
            <a:endParaRPr lang="zh-CN" altLang="en-US"/>
          </a:p>
        </p:txBody>
      </p:sp>
    </p:spTree>
    <p:extLst>
      <p:ext uri="{BB962C8B-B14F-4D97-AF65-F5344CB8AC3E}">
        <p14:creationId xmlns:p14="http://schemas.microsoft.com/office/powerpoint/2010/main" val="31019642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EDA1B0-721C-7A04-8ECB-87185BC7FE12}"/>
              </a:ext>
            </a:extLst>
          </p:cNvPr>
          <p:cNvSpPr>
            <a:spLocks noGrp="1"/>
          </p:cNvSpPr>
          <p:nvPr>
            <p:ph type="title"/>
          </p:nvPr>
        </p:nvSpPr>
        <p:spPr>
          <a:xfrm>
            <a:off x="629841" y="381000"/>
            <a:ext cx="2949178" cy="133350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1EA87F4D-2627-5A99-AA6E-135FB5722E82}"/>
              </a:ext>
            </a:extLst>
          </p:cNvPr>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1F07263-01B1-ABA8-7FFB-3B5EF22D80B8}"/>
              </a:ext>
            </a:extLst>
          </p:cNvPr>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CB74F0E-8384-D39E-339C-3C2FF4F36D72}"/>
              </a:ext>
            </a:extLst>
          </p:cNvPr>
          <p:cNvSpPr>
            <a:spLocks noGrp="1"/>
          </p:cNvSpPr>
          <p:nvPr>
            <p:ph type="dt" sz="half" idx="10"/>
          </p:nvPr>
        </p:nvSpPr>
        <p:spPr/>
        <p:txBody>
          <a:bodyPr/>
          <a:lstStyle/>
          <a:p>
            <a:fld id="{72AA69F2-89E5-49F6-B760-299B01FC8611}" type="datetimeFigureOut">
              <a:rPr lang="zh-CN" altLang="en-US" smtClean="0"/>
              <a:t>2025/6/6</a:t>
            </a:fld>
            <a:endParaRPr lang="zh-CN" altLang="en-US"/>
          </a:p>
        </p:txBody>
      </p:sp>
      <p:sp>
        <p:nvSpPr>
          <p:cNvPr id="6" name="页脚占位符 5">
            <a:extLst>
              <a:ext uri="{FF2B5EF4-FFF2-40B4-BE49-F238E27FC236}">
                <a16:creationId xmlns:a16="http://schemas.microsoft.com/office/drawing/2014/main" id="{9F57C72C-1CC5-6353-8F6F-14FC23D67F2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455EEE1-F9AE-1721-ADE5-F42751515DDE}"/>
              </a:ext>
            </a:extLst>
          </p:cNvPr>
          <p:cNvSpPr>
            <a:spLocks noGrp="1"/>
          </p:cNvSpPr>
          <p:nvPr>
            <p:ph type="sldNum" sz="quarter" idx="12"/>
          </p:nvPr>
        </p:nvSpPr>
        <p:spPr/>
        <p:txBody>
          <a:bodyPr/>
          <a:lstStyle/>
          <a:p>
            <a:fld id="{DD5430D3-4A86-4084-A49D-8F888FFB4AF2}" type="slidenum">
              <a:rPr lang="zh-CN" altLang="en-US" smtClean="0"/>
              <a:t>‹#›</a:t>
            </a:fld>
            <a:endParaRPr lang="zh-CN" altLang="en-US"/>
          </a:p>
        </p:txBody>
      </p:sp>
    </p:spTree>
    <p:extLst>
      <p:ext uri="{BB962C8B-B14F-4D97-AF65-F5344CB8AC3E}">
        <p14:creationId xmlns:p14="http://schemas.microsoft.com/office/powerpoint/2010/main" val="32090214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9CAABC-F210-504F-AE4C-3462BAAA5852}"/>
              </a:ext>
            </a:extLst>
          </p:cNvPr>
          <p:cNvSpPr>
            <a:spLocks noGrp="1"/>
          </p:cNvSpPr>
          <p:nvPr>
            <p:ph type="title"/>
          </p:nvPr>
        </p:nvSpPr>
        <p:spPr>
          <a:xfrm>
            <a:off x="629841" y="381000"/>
            <a:ext cx="2949178" cy="133350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B778187E-B66D-77C9-7146-50AD7344D22F}"/>
              </a:ext>
            </a:extLst>
          </p:cNvPr>
          <p:cNvSpPr>
            <a:spLocks noGrp="1"/>
          </p:cNvSpPr>
          <p:nvPr>
            <p:ph type="pic" idx="1"/>
          </p:nvPr>
        </p:nvSpPr>
        <p:spPr>
          <a:xfrm>
            <a:off x="3887391" y="822855"/>
            <a:ext cx="4629150" cy="4061354"/>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a:extLst>
              <a:ext uri="{FF2B5EF4-FFF2-40B4-BE49-F238E27FC236}">
                <a16:creationId xmlns:a16="http://schemas.microsoft.com/office/drawing/2014/main" id="{B61F0A75-7EC4-8EDC-8AD5-A3BFA124EFAA}"/>
              </a:ext>
            </a:extLst>
          </p:cNvPr>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17C0AC6-416D-8ECC-0CD1-C963D370719C}"/>
              </a:ext>
            </a:extLst>
          </p:cNvPr>
          <p:cNvSpPr>
            <a:spLocks noGrp="1"/>
          </p:cNvSpPr>
          <p:nvPr>
            <p:ph type="dt" sz="half" idx="10"/>
          </p:nvPr>
        </p:nvSpPr>
        <p:spPr/>
        <p:txBody>
          <a:bodyPr/>
          <a:lstStyle/>
          <a:p>
            <a:fld id="{72AA69F2-89E5-49F6-B760-299B01FC8611}" type="datetimeFigureOut">
              <a:rPr lang="zh-CN" altLang="en-US" smtClean="0"/>
              <a:t>2025/6/6</a:t>
            </a:fld>
            <a:endParaRPr lang="zh-CN" altLang="en-US"/>
          </a:p>
        </p:txBody>
      </p:sp>
      <p:sp>
        <p:nvSpPr>
          <p:cNvPr id="6" name="页脚占位符 5">
            <a:extLst>
              <a:ext uri="{FF2B5EF4-FFF2-40B4-BE49-F238E27FC236}">
                <a16:creationId xmlns:a16="http://schemas.microsoft.com/office/drawing/2014/main" id="{0DA1077F-E442-D470-FD29-4C662DAB074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BEF3C40-45E7-D5B2-270C-E4641726A21A}"/>
              </a:ext>
            </a:extLst>
          </p:cNvPr>
          <p:cNvSpPr>
            <a:spLocks noGrp="1"/>
          </p:cNvSpPr>
          <p:nvPr>
            <p:ph type="sldNum" sz="quarter" idx="12"/>
          </p:nvPr>
        </p:nvSpPr>
        <p:spPr/>
        <p:txBody>
          <a:bodyPr/>
          <a:lstStyle/>
          <a:p>
            <a:fld id="{DD5430D3-4A86-4084-A49D-8F888FFB4AF2}" type="slidenum">
              <a:rPr lang="zh-CN" altLang="en-US" smtClean="0"/>
              <a:t>‹#›</a:t>
            </a:fld>
            <a:endParaRPr lang="zh-CN" altLang="en-US"/>
          </a:p>
        </p:txBody>
      </p:sp>
    </p:spTree>
    <p:extLst>
      <p:ext uri="{BB962C8B-B14F-4D97-AF65-F5344CB8AC3E}">
        <p14:creationId xmlns:p14="http://schemas.microsoft.com/office/powerpoint/2010/main" val="10519771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6AAAFC-4E21-D85C-5EEF-901AF9D4778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4CDB55B-7EBC-605E-7B74-7749DA3ED16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FCEEFBC-2579-48AD-B1C5-E4B2B2B867B1}"/>
              </a:ext>
            </a:extLst>
          </p:cNvPr>
          <p:cNvSpPr>
            <a:spLocks noGrp="1"/>
          </p:cNvSpPr>
          <p:nvPr>
            <p:ph type="dt" sz="half" idx="10"/>
          </p:nvPr>
        </p:nvSpPr>
        <p:spPr/>
        <p:txBody>
          <a:bodyPr/>
          <a:lstStyle/>
          <a:p>
            <a:fld id="{72AA69F2-89E5-49F6-B760-299B01FC8611}" type="datetimeFigureOut">
              <a:rPr lang="zh-CN" altLang="en-US" smtClean="0"/>
              <a:t>2025/6/6</a:t>
            </a:fld>
            <a:endParaRPr lang="zh-CN" altLang="en-US"/>
          </a:p>
        </p:txBody>
      </p:sp>
      <p:sp>
        <p:nvSpPr>
          <p:cNvPr id="5" name="页脚占位符 4">
            <a:extLst>
              <a:ext uri="{FF2B5EF4-FFF2-40B4-BE49-F238E27FC236}">
                <a16:creationId xmlns:a16="http://schemas.microsoft.com/office/drawing/2014/main" id="{6AF8E2C4-A23A-2D0C-7116-A526DA07583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C3147AD-EF56-A271-B562-9A5ECB745F2D}"/>
              </a:ext>
            </a:extLst>
          </p:cNvPr>
          <p:cNvSpPr>
            <a:spLocks noGrp="1"/>
          </p:cNvSpPr>
          <p:nvPr>
            <p:ph type="sldNum" sz="quarter" idx="12"/>
          </p:nvPr>
        </p:nvSpPr>
        <p:spPr/>
        <p:txBody>
          <a:bodyPr/>
          <a:lstStyle/>
          <a:p>
            <a:fld id="{DD5430D3-4A86-4084-A49D-8F888FFB4AF2}" type="slidenum">
              <a:rPr lang="zh-CN" altLang="en-US" smtClean="0"/>
              <a:t>‹#›</a:t>
            </a:fld>
            <a:endParaRPr lang="zh-CN" altLang="en-US"/>
          </a:p>
        </p:txBody>
      </p:sp>
    </p:spTree>
    <p:extLst>
      <p:ext uri="{BB962C8B-B14F-4D97-AF65-F5344CB8AC3E}">
        <p14:creationId xmlns:p14="http://schemas.microsoft.com/office/powerpoint/2010/main" val="23329533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D34F03D-80FE-18E7-D233-9D3CAF395E89}"/>
              </a:ext>
            </a:extLst>
          </p:cNvPr>
          <p:cNvSpPr>
            <a:spLocks noGrp="1"/>
          </p:cNvSpPr>
          <p:nvPr>
            <p:ph type="title" orient="vert"/>
          </p:nvPr>
        </p:nvSpPr>
        <p:spPr>
          <a:xfrm>
            <a:off x="6543675" y="304271"/>
            <a:ext cx="1971675" cy="484319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EF6DCF5-2B4B-FF18-9048-785E51159ADF}"/>
              </a:ext>
            </a:extLst>
          </p:cNvPr>
          <p:cNvSpPr>
            <a:spLocks noGrp="1"/>
          </p:cNvSpPr>
          <p:nvPr>
            <p:ph type="body" orient="vert" idx="1"/>
          </p:nvPr>
        </p:nvSpPr>
        <p:spPr>
          <a:xfrm>
            <a:off x="628650" y="304271"/>
            <a:ext cx="5800725" cy="484319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06155A6-FB8F-FE86-2197-EEB30CAA5BEC}"/>
              </a:ext>
            </a:extLst>
          </p:cNvPr>
          <p:cNvSpPr>
            <a:spLocks noGrp="1"/>
          </p:cNvSpPr>
          <p:nvPr>
            <p:ph type="dt" sz="half" idx="10"/>
          </p:nvPr>
        </p:nvSpPr>
        <p:spPr/>
        <p:txBody>
          <a:bodyPr/>
          <a:lstStyle/>
          <a:p>
            <a:fld id="{72AA69F2-89E5-49F6-B760-299B01FC8611}" type="datetimeFigureOut">
              <a:rPr lang="zh-CN" altLang="en-US" smtClean="0"/>
              <a:t>2025/6/6</a:t>
            </a:fld>
            <a:endParaRPr lang="zh-CN" altLang="en-US"/>
          </a:p>
        </p:txBody>
      </p:sp>
      <p:sp>
        <p:nvSpPr>
          <p:cNvPr id="5" name="页脚占位符 4">
            <a:extLst>
              <a:ext uri="{FF2B5EF4-FFF2-40B4-BE49-F238E27FC236}">
                <a16:creationId xmlns:a16="http://schemas.microsoft.com/office/drawing/2014/main" id="{8120C8B2-7E07-00BB-E9BB-D499110859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D54B04D-3711-7C9F-44B7-8341915FCED3}"/>
              </a:ext>
            </a:extLst>
          </p:cNvPr>
          <p:cNvSpPr>
            <a:spLocks noGrp="1"/>
          </p:cNvSpPr>
          <p:nvPr>
            <p:ph type="sldNum" sz="quarter" idx="12"/>
          </p:nvPr>
        </p:nvSpPr>
        <p:spPr/>
        <p:txBody>
          <a:bodyPr/>
          <a:lstStyle/>
          <a:p>
            <a:fld id="{DD5430D3-4A86-4084-A49D-8F888FFB4AF2}" type="slidenum">
              <a:rPr lang="zh-CN" altLang="en-US" smtClean="0"/>
              <a:t>‹#›</a:t>
            </a:fld>
            <a:endParaRPr lang="zh-CN" altLang="en-US"/>
          </a:p>
        </p:txBody>
      </p:sp>
    </p:spTree>
    <p:extLst>
      <p:ext uri="{BB962C8B-B14F-4D97-AF65-F5344CB8AC3E}">
        <p14:creationId xmlns:p14="http://schemas.microsoft.com/office/powerpoint/2010/main" val="17372813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40956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0752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8"/>
          <a:srcRect/>
          <a:tile tx="0" ty="0" sx="100000" sy="100000" flip="none" algn="tl"/>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B59B54C-8E11-5977-6745-8212238466CA}"/>
              </a:ext>
            </a:extLst>
          </p:cNvPr>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7ED5368-8B87-DBE0-A7C9-885E219B2178}"/>
              </a:ext>
            </a:extLst>
          </p:cNvPr>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6E8EB6B-BEEE-F0B4-7904-4D08309E582B}"/>
              </a:ext>
            </a:extLst>
          </p:cNvPr>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75000"/>
                  </a:schemeClr>
                </a:solidFill>
              </a:defRPr>
            </a:lvl1pPr>
          </a:lstStyle>
          <a:p>
            <a:fld id="{72AA69F2-89E5-49F6-B760-299B01FC8611}" type="datetimeFigureOut">
              <a:rPr lang="zh-CN" altLang="en-US" smtClean="0"/>
              <a:t>2025/6/6</a:t>
            </a:fld>
            <a:endParaRPr lang="zh-CN" altLang="en-US"/>
          </a:p>
        </p:txBody>
      </p:sp>
      <p:sp>
        <p:nvSpPr>
          <p:cNvPr id="5" name="页脚占位符 4">
            <a:extLst>
              <a:ext uri="{FF2B5EF4-FFF2-40B4-BE49-F238E27FC236}">
                <a16:creationId xmlns:a16="http://schemas.microsoft.com/office/drawing/2014/main" id="{E07E0B5C-0C50-3DA5-A319-E5C6DE3F5A08}"/>
              </a:ext>
            </a:extLst>
          </p:cNvPr>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9F7CEC2-7A9E-5D75-B82C-9C27AEED7EE4}"/>
              </a:ext>
            </a:extLst>
          </p:cNvPr>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75000"/>
                  </a:schemeClr>
                </a:solidFill>
              </a:defRPr>
            </a:lvl1pPr>
          </a:lstStyle>
          <a:p>
            <a:fld id="{DD5430D3-4A86-4084-A49D-8F888FFB4AF2}" type="slidenum">
              <a:rPr lang="zh-CN" altLang="en-US" smtClean="0"/>
              <a:t>‹#›</a:t>
            </a:fld>
            <a:endParaRPr lang="zh-CN" altLang="en-US"/>
          </a:p>
        </p:txBody>
      </p:sp>
    </p:spTree>
    <p:extLst>
      <p:ext uri="{BB962C8B-B14F-4D97-AF65-F5344CB8AC3E}">
        <p14:creationId xmlns:p14="http://schemas.microsoft.com/office/powerpoint/2010/main" val="390125404"/>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文本框 6">
            <a:extLst>
              <a:ext uri="{FF2B5EF4-FFF2-40B4-BE49-F238E27FC236}">
                <a16:creationId xmlns:a16="http://schemas.microsoft.com/office/drawing/2014/main" id="{6650E160-F25F-455A-A9C4-7AEFD737C45B}"/>
              </a:ext>
            </a:extLst>
          </p:cNvPr>
          <p:cNvSpPr>
            <a:spLocks noChangeArrowheads="1"/>
          </p:cNvSpPr>
          <p:nvPr/>
        </p:nvSpPr>
        <p:spPr bwMode="auto">
          <a:xfrm>
            <a:off x="1763766" y="1364714"/>
            <a:ext cx="6736634" cy="948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1722" tIns="30861" rIns="61722" bIns="3086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ts val="0"/>
              </a:spcBef>
              <a:spcAft>
                <a:spcPts val="0"/>
              </a:spcAft>
            </a:pPr>
            <a:r>
              <a:rPr lang="en-US" altLang="zh-CN" sz="2880" b="1" dirty="0">
                <a:solidFill>
                  <a:srgbClr val="17375E"/>
                </a:solidFill>
                <a:latin typeface="微软雅黑" panose="020B0503020204020204" pitchFamily="34" charset="-122"/>
                <a:ea typeface="微软雅黑" panose="020B0503020204020204" pitchFamily="34" charset="-122"/>
                <a:sym typeface="Segoe UI" panose="020B0502040204020203" pitchFamily="34" charset="0"/>
              </a:rPr>
              <a:t>High-level Language Programming Project Final Report</a:t>
            </a:r>
            <a:endParaRPr lang="zh-CN" altLang="en-US" sz="2880" b="1" dirty="0">
              <a:solidFill>
                <a:srgbClr val="17375E"/>
              </a:solidFill>
              <a:latin typeface="微软雅黑" panose="020B0503020204020204" pitchFamily="34" charset="-122"/>
              <a:ea typeface="微软雅黑" panose="020B0503020204020204" pitchFamily="34" charset="-122"/>
              <a:sym typeface="Segoe UI" panose="020B0502040204020203" pitchFamily="34" charset="0"/>
            </a:endParaRPr>
          </a:p>
        </p:txBody>
      </p:sp>
      <p:sp>
        <p:nvSpPr>
          <p:cNvPr id="13" name="TextBox 12">
            <a:extLst>
              <a:ext uri="{FF2B5EF4-FFF2-40B4-BE49-F238E27FC236}">
                <a16:creationId xmlns:a16="http://schemas.microsoft.com/office/drawing/2014/main" id="{835EBD4A-C5D7-4E59-B8CB-674D4187C0D2}"/>
              </a:ext>
            </a:extLst>
          </p:cNvPr>
          <p:cNvSpPr txBox="1">
            <a:spLocks noChangeArrowheads="1"/>
          </p:cNvSpPr>
          <p:nvPr/>
        </p:nvSpPr>
        <p:spPr bwMode="auto">
          <a:xfrm>
            <a:off x="1763766" y="2378956"/>
            <a:ext cx="6350930"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defTabSz="685800" eaLnBrk="1" fontAlgn="auto" hangingPunct="1">
              <a:spcBef>
                <a:spcPts val="0"/>
              </a:spcBef>
              <a:spcAft>
                <a:spcPts val="0"/>
              </a:spcAft>
            </a:pPr>
            <a:r>
              <a:rPr lang="en-US" altLang="zh-CN" sz="1440" dirty="0">
                <a:solidFill>
                  <a:srgbClr val="17375E"/>
                </a:solidFill>
                <a:latin typeface="微软雅黑" panose="020B0503020204020204" pitchFamily="34" charset="-122"/>
                <a:ea typeface="微软雅黑" panose="020B0503020204020204" pitchFamily="34" charset="-122"/>
              </a:rPr>
              <a:t>Future Technology College</a:t>
            </a:r>
            <a:endParaRPr lang="zh-CN" altLang="en-US" sz="1440" dirty="0">
              <a:solidFill>
                <a:srgbClr val="17375E"/>
              </a:solidFill>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C8150A7C-77B8-4118-9688-671775F22B8F}"/>
              </a:ext>
            </a:extLst>
          </p:cNvPr>
          <p:cNvSpPr/>
          <p:nvPr/>
        </p:nvSpPr>
        <p:spPr>
          <a:xfrm>
            <a:off x="2595777" y="3061727"/>
            <a:ext cx="5864547" cy="1595923"/>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zh-CN" altLang="en-US" sz="1620" noProof="1">
              <a:solidFill>
                <a:prstClr val="white"/>
              </a:solidFill>
              <a:latin typeface="等线" panose="020F0502020204030204"/>
              <a:ea typeface="等线" panose="02010600030101010101" pitchFamily="2" charset="-122"/>
            </a:endParaRPr>
          </a:p>
        </p:txBody>
      </p:sp>
      <p:sp>
        <p:nvSpPr>
          <p:cNvPr id="15" name="文本框 7">
            <a:extLst>
              <a:ext uri="{FF2B5EF4-FFF2-40B4-BE49-F238E27FC236}">
                <a16:creationId xmlns:a16="http://schemas.microsoft.com/office/drawing/2014/main" id="{EDD2AA2A-CBD0-43D6-B3EE-29F7BA919FEB}"/>
              </a:ext>
            </a:extLst>
          </p:cNvPr>
          <p:cNvSpPr>
            <a:spLocks noChangeArrowheads="1"/>
          </p:cNvSpPr>
          <p:nvPr/>
        </p:nvSpPr>
        <p:spPr bwMode="auto">
          <a:xfrm>
            <a:off x="2483826" y="3145524"/>
            <a:ext cx="5864546" cy="1447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1722" tIns="30861" rIns="61722" bIns="30861">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defTabSz="685800" eaLnBrk="1" fontAlgn="auto" hangingPunct="1">
              <a:spcBef>
                <a:spcPts val="0"/>
              </a:spcBef>
              <a:spcAft>
                <a:spcPts val="0"/>
              </a:spcAft>
            </a:pPr>
            <a:r>
              <a:rPr lang="en-US" altLang="zh-CN" dirty="0">
                <a:solidFill>
                  <a:prstClr val="white"/>
                </a:solidFill>
                <a:latin typeface="微软雅黑" panose="020B0503020204020204" pitchFamily="34" charset="-122"/>
                <a:ea typeface="微软雅黑" panose="020B0503020204020204" pitchFamily="34" charset="-122"/>
                <a:sym typeface="Agency FB" panose="020B0503020202020204" pitchFamily="34" charset="0"/>
              </a:rPr>
              <a:t>Defendants: </a:t>
            </a:r>
          </a:p>
          <a:p>
            <a:pPr algn="r" defTabSz="685800" eaLnBrk="1" fontAlgn="auto" hangingPunct="1">
              <a:spcBef>
                <a:spcPts val="0"/>
              </a:spcBef>
              <a:spcAft>
                <a:spcPts val="0"/>
              </a:spcAft>
            </a:pPr>
            <a:r>
              <a:rPr lang="en-US" altLang="zh-CN" dirty="0">
                <a:solidFill>
                  <a:prstClr val="white"/>
                </a:solidFill>
                <a:latin typeface="微软雅黑" panose="020B0503020204020204" pitchFamily="34" charset="-122"/>
                <a:ea typeface="微软雅黑" panose="020B0503020204020204" pitchFamily="34" charset="-122"/>
                <a:sym typeface="Agency FB" panose="020B0503020202020204" pitchFamily="34" charset="0"/>
              </a:rPr>
              <a:t>Zhu </a:t>
            </a:r>
            <a:r>
              <a:rPr lang="en-US" altLang="zh-CN" dirty="0" err="1">
                <a:solidFill>
                  <a:prstClr val="white"/>
                </a:solidFill>
                <a:latin typeface="微软雅黑" panose="020B0503020204020204" pitchFamily="34" charset="-122"/>
                <a:ea typeface="微软雅黑" panose="020B0503020204020204" pitchFamily="34" charset="-122"/>
                <a:sym typeface="Agency FB" panose="020B0503020202020204" pitchFamily="34" charset="0"/>
              </a:rPr>
              <a:t>Juntong</a:t>
            </a:r>
            <a:r>
              <a:rPr lang="zh-CN" altLang="en-US" dirty="0">
                <a:solidFill>
                  <a:prstClr val="white"/>
                </a:solidFill>
                <a:latin typeface="微软雅黑" panose="020B0503020204020204" pitchFamily="34" charset="-122"/>
                <a:ea typeface="微软雅黑" panose="020B0503020204020204" pitchFamily="34" charset="-122"/>
                <a:sym typeface="Agency FB" panose="020B0503020202020204" pitchFamily="34" charset="0"/>
              </a:rPr>
              <a:t>，</a:t>
            </a:r>
            <a:r>
              <a:rPr lang="en-US" altLang="zh-CN" dirty="0">
                <a:solidFill>
                  <a:prstClr val="white"/>
                </a:solidFill>
                <a:latin typeface="微软雅黑" panose="020B0503020204020204" pitchFamily="34" charset="-122"/>
                <a:ea typeface="微软雅黑" panose="020B0503020204020204" pitchFamily="34" charset="-122"/>
                <a:sym typeface="Agency FB" panose="020B0503020202020204" pitchFamily="34" charset="0"/>
              </a:rPr>
              <a:t>Liu Jing</a:t>
            </a:r>
            <a:r>
              <a:rPr lang="zh-CN" altLang="en-US" dirty="0">
                <a:solidFill>
                  <a:prstClr val="white"/>
                </a:solidFill>
                <a:latin typeface="微软雅黑" panose="020B0503020204020204" pitchFamily="34" charset="-122"/>
                <a:ea typeface="微软雅黑" panose="020B0503020204020204" pitchFamily="34" charset="-122"/>
                <a:sym typeface="Agency FB" panose="020B0503020202020204" pitchFamily="34" charset="0"/>
              </a:rPr>
              <a:t>，</a:t>
            </a:r>
            <a:r>
              <a:rPr lang="en-US" altLang="zh-CN" dirty="0">
                <a:solidFill>
                  <a:prstClr val="white"/>
                </a:solidFill>
                <a:latin typeface="微软雅黑" panose="020B0503020204020204" pitchFamily="34" charset="-122"/>
                <a:ea typeface="微软雅黑" panose="020B0503020204020204" pitchFamily="34" charset="-122"/>
                <a:sym typeface="Agency FB" panose="020B0503020202020204" pitchFamily="34" charset="0"/>
              </a:rPr>
              <a:t>Wang Ziqi</a:t>
            </a:r>
            <a:r>
              <a:rPr lang="zh-CN" altLang="en-US" dirty="0">
                <a:solidFill>
                  <a:prstClr val="white"/>
                </a:solidFill>
                <a:latin typeface="微软雅黑" panose="020B0503020204020204" pitchFamily="34" charset="-122"/>
                <a:ea typeface="微软雅黑" panose="020B0503020204020204" pitchFamily="34" charset="-122"/>
                <a:sym typeface="Agency FB" panose="020B0503020202020204" pitchFamily="34" charset="0"/>
              </a:rPr>
              <a:t>，</a:t>
            </a:r>
            <a:endParaRPr lang="en-US" altLang="zh-CN" dirty="0">
              <a:solidFill>
                <a:prstClr val="white"/>
              </a:solidFill>
              <a:latin typeface="微软雅黑" panose="020B0503020204020204" pitchFamily="34" charset="-122"/>
              <a:ea typeface="微软雅黑" panose="020B0503020204020204" pitchFamily="34" charset="-122"/>
              <a:sym typeface="Agency FB" panose="020B0503020202020204" pitchFamily="34" charset="0"/>
            </a:endParaRPr>
          </a:p>
          <a:p>
            <a:pPr algn="r" defTabSz="685800" eaLnBrk="1" fontAlgn="auto" hangingPunct="1">
              <a:spcBef>
                <a:spcPts val="0"/>
              </a:spcBef>
              <a:spcAft>
                <a:spcPts val="0"/>
              </a:spcAft>
            </a:pPr>
            <a:r>
              <a:rPr lang="en-US" altLang="zh-CN" dirty="0">
                <a:solidFill>
                  <a:prstClr val="white"/>
                </a:solidFill>
                <a:latin typeface="微软雅黑" panose="020B0503020204020204" pitchFamily="34" charset="-122"/>
                <a:ea typeface="微软雅黑" panose="020B0503020204020204" pitchFamily="34" charset="-122"/>
                <a:sym typeface="Agency FB" panose="020B0503020202020204" pitchFamily="34" charset="0"/>
              </a:rPr>
              <a:t>Jiang </a:t>
            </a:r>
            <a:r>
              <a:rPr lang="en-US" altLang="zh-CN" dirty="0" err="1">
                <a:solidFill>
                  <a:prstClr val="white"/>
                </a:solidFill>
                <a:latin typeface="微软雅黑" panose="020B0503020204020204" pitchFamily="34" charset="-122"/>
                <a:ea typeface="微软雅黑" panose="020B0503020204020204" pitchFamily="34" charset="-122"/>
                <a:sym typeface="Agency FB" panose="020B0503020202020204" pitchFamily="34" charset="0"/>
              </a:rPr>
              <a:t>Siqing</a:t>
            </a:r>
            <a:r>
              <a:rPr lang="zh-CN" altLang="en-US" dirty="0">
                <a:solidFill>
                  <a:prstClr val="white"/>
                </a:solidFill>
                <a:latin typeface="微软雅黑" panose="020B0503020204020204" pitchFamily="34" charset="-122"/>
                <a:ea typeface="微软雅黑" panose="020B0503020204020204" pitchFamily="34" charset="-122"/>
                <a:sym typeface="Agency FB" panose="020B0503020202020204" pitchFamily="34" charset="0"/>
              </a:rPr>
              <a:t>，</a:t>
            </a:r>
            <a:r>
              <a:rPr lang="en-US" altLang="zh-CN" dirty="0">
                <a:solidFill>
                  <a:prstClr val="white"/>
                </a:solidFill>
                <a:latin typeface="微软雅黑" panose="020B0503020204020204" pitchFamily="34" charset="-122"/>
                <a:ea typeface="微软雅黑" panose="020B0503020204020204" pitchFamily="34" charset="-122"/>
                <a:sym typeface="Agency FB" panose="020B0503020202020204" pitchFamily="34" charset="0"/>
              </a:rPr>
              <a:t>Liang Bohai</a:t>
            </a:r>
            <a:r>
              <a:rPr lang="zh-CN" altLang="en-US" dirty="0">
                <a:solidFill>
                  <a:prstClr val="white"/>
                </a:solidFill>
                <a:latin typeface="微软雅黑" panose="020B0503020204020204" pitchFamily="34" charset="-122"/>
                <a:ea typeface="微软雅黑" panose="020B0503020204020204" pitchFamily="34" charset="-122"/>
                <a:sym typeface="Agency FB" panose="020B0503020202020204" pitchFamily="34" charset="0"/>
              </a:rPr>
              <a:t>，</a:t>
            </a:r>
            <a:r>
              <a:rPr lang="en-US" altLang="zh-CN" dirty="0">
                <a:solidFill>
                  <a:prstClr val="white"/>
                </a:solidFill>
                <a:latin typeface="微软雅黑" panose="020B0503020204020204" pitchFamily="34" charset="-122"/>
                <a:ea typeface="微软雅黑" panose="020B0503020204020204" pitchFamily="34" charset="-122"/>
                <a:sym typeface="Agency FB" panose="020B0503020202020204" pitchFamily="34" charset="0"/>
              </a:rPr>
              <a:t>Feng Ziheng</a:t>
            </a:r>
          </a:p>
          <a:p>
            <a:pPr algn="r" defTabSz="685800" eaLnBrk="1" fontAlgn="auto" hangingPunct="1">
              <a:spcBef>
                <a:spcPts val="0"/>
              </a:spcBef>
              <a:spcAft>
                <a:spcPts val="0"/>
              </a:spcAft>
            </a:pPr>
            <a:endParaRPr lang="en-US" altLang="zh-CN" dirty="0">
              <a:solidFill>
                <a:prstClr val="white"/>
              </a:solidFill>
              <a:latin typeface="微软雅黑" panose="020B0503020204020204" pitchFamily="34" charset="-122"/>
              <a:ea typeface="微软雅黑" panose="020B0503020204020204" pitchFamily="34" charset="-122"/>
              <a:sym typeface="Agency FB" panose="020B0503020202020204" pitchFamily="34" charset="0"/>
            </a:endParaRPr>
          </a:p>
          <a:p>
            <a:pPr algn="r" defTabSz="685800" eaLnBrk="1" fontAlgn="auto" hangingPunct="1">
              <a:spcBef>
                <a:spcPts val="0"/>
              </a:spcBef>
              <a:spcAft>
                <a:spcPts val="0"/>
              </a:spcAft>
            </a:pPr>
            <a:r>
              <a:rPr lang="en-US" altLang="zh-CN" dirty="0">
                <a:solidFill>
                  <a:prstClr val="white"/>
                </a:solidFill>
                <a:latin typeface="微软雅黑" panose="020B0503020204020204" pitchFamily="34" charset="-122"/>
                <a:ea typeface="微软雅黑" panose="020B0503020204020204" pitchFamily="34" charset="-122"/>
                <a:sym typeface="Agency FB" panose="020B0503020202020204" pitchFamily="34" charset="0"/>
              </a:rPr>
              <a:t>Mentor: Zhang </a:t>
            </a:r>
            <a:r>
              <a:rPr lang="en-US" altLang="zh-CN" dirty="0" err="1">
                <a:solidFill>
                  <a:prstClr val="white"/>
                </a:solidFill>
                <a:latin typeface="微软雅黑" panose="020B0503020204020204" pitchFamily="34" charset="-122"/>
                <a:ea typeface="微软雅黑" panose="020B0503020204020204" pitchFamily="34" charset="-122"/>
                <a:sym typeface="Agency FB" panose="020B0503020202020204" pitchFamily="34" charset="0"/>
              </a:rPr>
              <a:t>HuaiDong</a:t>
            </a:r>
            <a:endParaRPr lang="zh-CN" altLang="en-US" dirty="0">
              <a:solidFill>
                <a:prstClr val="white"/>
              </a:solidFill>
              <a:latin typeface="微软雅黑" panose="020B0503020204020204" pitchFamily="34" charset="-122"/>
              <a:ea typeface="微软雅黑" panose="020B0503020204020204" pitchFamily="34" charset="-122"/>
              <a:sym typeface="Agency FB" panose="020B0503020202020204" pitchFamily="34" charset="0"/>
            </a:endParaRPr>
          </a:p>
        </p:txBody>
      </p:sp>
      <p:pic>
        <p:nvPicPr>
          <p:cNvPr id="2" name="夏日香气 - 一段很好听的钢琴曲.mp3">
            <a:hlinkClick r:id="" action="ppaction://media"/>
            <a:extLst>
              <a:ext uri="{FF2B5EF4-FFF2-40B4-BE49-F238E27FC236}">
                <a16:creationId xmlns:a16="http://schemas.microsoft.com/office/drawing/2014/main" id="{C804F332-CD61-4025-BD03-C1DFCDCDAD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3753" y="-2030255"/>
            <a:ext cx="548640" cy="54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descr="f3fed5c4-5359-4ef9-ad03-53f79b86d8fb">
            <a:extLst>
              <a:ext uri="{FF2B5EF4-FFF2-40B4-BE49-F238E27FC236}">
                <a16:creationId xmlns:a16="http://schemas.microsoft.com/office/drawing/2014/main" id="{6F98D319-B56F-AFBA-E063-F3309C4D4514}"/>
              </a:ext>
            </a:extLst>
          </p:cNvPr>
          <p:cNvPicPr>
            <a:picLocks noChangeAspect="1"/>
          </p:cNvPicPr>
          <p:nvPr/>
        </p:nvPicPr>
        <p:blipFill>
          <a:blip r:embed="rId3"/>
          <a:stretch>
            <a:fillRect/>
          </a:stretch>
        </p:blipFill>
        <p:spPr>
          <a:xfrm>
            <a:off x="380849" y="1424927"/>
            <a:ext cx="1114458" cy="1059554"/>
          </a:xfrm>
          <a:prstGeom prst="rect">
            <a:avLst/>
          </a:prstGeom>
        </p:spPr>
      </p:pic>
    </p:spTree>
    <p:extLst>
      <p:ext uri="{BB962C8B-B14F-4D97-AF65-F5344CB8AC3E}">
        <p14:creationId xmlns:p14="http://schemas.microsoft.com/office/powerpoint/2010/main" val="2453888390"/>
      </p:ext>
    </p:extLst>
  </p:cSld>
  <p:clrMapOvr>
    <a:masterClrMapping/>
  </p:clrMapOvr>
  <p:transition spd="slow" advClick="0" advTm="65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par>
                          <p:cTn id="7" fill="hold" nodeType="afterGroup">
                            <p:stCondLst>
                              <p:cond delay="0"/>
                            </p:stCondLst>
                            <p:childTnLst>
                              <p:par>
                                <p:cTn id="8" presetID="42" presetClass="entr" presetSubtype="0" fill="hold" grpId="0" nodeType="afterEffect">
                                  <p:stCondLst>
                                    <p:cond delay="0"/>
                                  </p:stCondLst>
                                  <p:iterate type="lt">
                                    <p:tmPct val="10000"/>
                                  </p:iterate>
                                  <p:childTnLst>
                                    <p:set>
                                      <p:cBhvr>
                                        <p:cTn id="9" dur="1" fill="hold">
                                          <p:stCondLst>
                                            <p:cond delay="0"/>
                                          </p:stCondLst>
                                        </p:cTn>
                                        <p:tgtEl>
                                          <p:spTgt spid="11"/>
                                        </p:tgtEl>
                                        <p:attrNameLst>
                                          <p:attrName>style.visibility</p:attrName>
                                        </p:attrNameLst>
                                      </p:cBhvr>
                                      <p:to>
                                        <p:strVal val="visible"/>
                                      </p:to>
                                    </p:set>
                                    <p:animEffect transition="in" filter="fade">
                                      <p:cBhvr>
                                        <p:cTn id="10" dur="1000"/>
                                        <p:tgtEl>
                                          <p:spTgt spid="11"/>
                                        </p:tgtEl>
                                      </p:cBhvr>
                                    </p:animEffect>
                                    <p:anim calcmode="lin" valueType="num">
                                      <p:cBhvr>
                                        <p:cTn id="11" dur="1000" fill="hold"/>
                                        <p:tgtEl>
                                          <p:spTgt spid="11"/>
                                        </p:tgtEl>
                                        <p:attrNameLst>
                                          <p:attrName>ppt_x</p:attrName>
                                        </p:attrNameLst>
                                      </p:cBhvr>
                                      <p:tavLst>
                                        <p:tav tm="0">
                                          <p:val>
                                            <p:strVal val="#ppt_x"/>
                                          </p:val>
                                        </p:tav>
                                        <p:tav tm="100000">
                                          <p:val>
                                            <p:strVal val="#ppt_x"/>
                                          </p:val>
                                        </p:tav>
                                      </p:tavLst>
                                    </p:anim>
                                    <p:anim calcmode="lin" valueType="num">
                                      <p:cBhvr>
                                        <p:cTn id="12" dur="1000" fill="hold"/>
                                        <p:tgtEl>
                                          <p:spTgt spid="11"/>
                                        </p:tgtEl>
                                        <p:attrNameLst>
                                          <p:attrName>ppt_y</p:attrName>
                                        </p:attrNameLst>
                                      </p:cBhvr>
                                      <p:tavLst>
                                        <p:tav tm="0">
                                          <p:val>
                                            <p:strVal val="#ppt_y+.1"/>
                                          </p:val>
                                        </p:tav>
                                        <p:tav tm="100000">
                                          <p:val>
                                            <p:strVal val="#ppt_y"/>
                                          </p:val>
                                        </p:tav>
                                      </p:tavLst>
                                    </p:anim>
                                  </p:childTnLst>
                                </p:cTn>
                              </p:par>
                            </p:childTnLst>
                          </p:cTn>
                        </p:par>
                        <p:par>
                          <p:cTn id="13" fill="hold" nodeType="afterGroup">
                            <p:stCondLst>
                              <p:cond delay="5600"/>
                            </p:stCondLst>
                            <p:childTnLst>
                              <p:par>
                                <p:cTn id="14" presetID="12" presetClass="entr" presetSubtype="4"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750"/>
                                        <p:tgtEl>
                                          <p:spTgt spid="13"/>
                                        </p:tgtEl>
                                        <p:attrNameLst>
                                          <p:attrName>ppt_y</p:attrName>
                                        </p:attrNameLst>
                                      </p:cBhvr>
                                      <p:tavLst>
                                        <p:tav tm="0">
                                          <p:val>
                                            <p:strVal val="#ppt_y+#ppt_h*1.125000"/>
                                          </p:val>
                                        </p:tav>
                                        <p:tav tm="100000">
                                          <p:val>
                                            <p:strVal val="#ppt_y"/>
                                          </p:val>
                                        </p:tav>
                                      </p:tavLst>
                                    </p:anim>
                                    <p:animEffect transition="in" filter="wipe(up)">
                                      <p:cBhvr>
                                        <p:cTn id="17" dur="750"/>
                                        <p:tgtEl>
                                          <p:spTgt spid="13"/>
                                        </p:tgtEl>
                                      </p:cBhvr>
                                    </p:animEffect>
                                  </p:childTnLst>
                                </p:cTn>
                              </p:par>
                            </p:childTnLst>
                          </p:cTn>
                        </p:par>
                        <p:par>
                          <p:cTn id="18" fill="hold" nodeType="afterGroup">
                            <p:stCondLst>
                              <p:cond delay="6350"/>
                            </p:stCondLst>
                            <p:childTnLst>
                              <p:par>
                                <p:cTn id="19" presetID="22" presetClass="entr" presetSubtype="8"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par>
                          <p:cTn id="22" fill="hold" nodeType="afterGroup">
                            <p:stCondLst>
                              <p:cond delay="6850"/>
                            </p:stCondLst>
                            <p:childTnLst>
                              <p:par>
                                <p:cTn id="23" presetID="12" presetClass="entr" presetSubtype="4"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750"/>
                                        <p:tgtEl>
                                          <p:spTgt spid="15"/>
                                        </p:tgtEl>
                                        <p:attrNameLst>
                                          <p:attrName>ppt_y</p:attrName>
                                        </p:attrNameLst>
                                      </p:cBhvr>
                                      <p:tavLst>
                                        <p:tav tm="0">
                                          <p:val>
                                            <p:strVal val="#ppt_y+#ppt_h*1.125000"/>
                                          </p:val>
                                        </p:tav>
                                        <p:tav tm="100000">
                                          <p:val>
                                            <p:strVal val="#ppt_y"/>
                                          </p:val>
                                        </p:tav>
                                      </p:tavLst>
                                    </p:anim>
                                    <p:animEffect transition="in" filter="wipe(up)">
                                      <p:cBhvr>
                                        <p:cTn id="26" dur="7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5" grpId="0" animBg="1"/>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 name="矩形 34">
            <a:extLst>
              <a:ext uri="{FF2B5EF4-FFF2-40B4-BE49-F238E27FC236}">
                <a16:creationId xmlns:a16="http://schemas.microsoft.com/office/drawing/2014/main" id="{F357DA10-EF16-41A4-86D6-10128340CC40}"/>
              </a:ext>
            </a:extLst>
          </p:cNvPr>
          <p:cNvSpPr/>
          <p:nvPr/>
        </p:nvSpPr>
        <p:spPr>
          <a:xfrm>
            <a:off x="-12700" y="1709738"/>
            <a:ext cx="341313" cy="2295525"/>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40" name="矩形 39">
            <a:extLst>
              <a:ext uri="{FF2B5EF4-FFF2-40B4-BE49-F238E27FC236}">
                <a16:creationId xmlns:a16="http://schemas.microsoft.com/office/drawing/2014/main" id="{962B4E7B-E227-47AF-812F-809E4DF53F1D}"/>
              </a:ext>
            </a:extLst>
          </p:cNvPr>
          <p:cNvSpPr/>
          <p:nvPr/>
        </p:nvSpPr>
        <p:spPr>
          <a:xfrm>
            <a:off x="8802688" y="1709738"/>
            <a:ext cx="341312" cy="2295525"/>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41" name="Oval 15">
            <a:extLst>
              <a:ext uri="{FF2B5EF4-FFF2-40B4-BE49-F238E27FC236}">
                <a16:creationId xmlns:a16="http://schemas.microsoft.com/office/drawing/2014/main" id="{4F352B9B-6A7F-4145-9208-16A26DBEA772}"/>
              </a:ext>
            </a:extLst>
          </p:cNvPr>
          <p:cNvSpPr>
            <a:spLocks noChangeArrowheads="1"/>
          </p:cNvSpPr>
          <p:nvPr/>
        </p:nvSpPr>
        <p:spPr bwMode="auto">
          <a:xfrm>
            <a:off x="1349375" y="1263650"/>
            <a:ext cx="3154363" cy="3182938"/>
          </a:xfrm>
          <a:prstGeom prst="ellipse">
            <a:avLst/>
          </a:prstGeom>
          <a:noFill/>
          <a:ln w="19050">
            <a:solidFill>
              <a:schemeClr val="bg1">
                <a:lumMod val="75000"/>
                <a:alpha val="49804"/>
              </a:schemeClr>
            </a:solidFill>
            <a:round/>
          </a:ln>
          <a:effectLst/>
        </p:spPr>
        <p:txBody>
          <a:bodyPr wrap="none" anchor="ctr"/>
          <a:lstStyle/>
          <a:p>
            <a:pPr eaLnBrk="1" fontAlgn="auto" hangingPunct="1">
              <a:defRPr/>
            </a:pPr>
            <a:endParaRPr lang="zh-CN" altLang="en-US" sz="1350" kern="0" noProof="1">
              <a:solidFill>
                <a:sysClr val="windowText" lastClr="000000"/>
              </a:solidFill>
              <a:latin typeface="微软雅黑" pitchFamily="34" charset="-122"/>
              <a:ea typeface="微软雅黑" pitchFamily="34" charset="-122"/>
            </a:endParaRPr>
          </a:p>
        </p:txBody>
      </p:sp>
      <p:sp>
        <p:nvSpPr>
          <p:cNvPr id="42" name="KSO_GT1.1">
            <a:extLst>
              <a:ext uri="{FF2B5EF4-FFF2-40B4-BE49-F238E27FC236}">
                <a16:creationId xmlns:a16="http://schemas.microsoft.com/office/drawing/2014/main" id="{323D4E33-3A89-47B9-A88F-A94018113223}"/>
              </a:ext>
            </a:extLst>
          </p:cNvPr>
          <p:cNvSpPr>
            <a:spLocks noChangeArrowheads="1"/>
          </p:cNvSpPr>
          <p:nvPr/>
        </p:nvSpPr>
        <p:spPr bwMode="auto">
          <a:xfrm>
            <a:off x="4407223" y="1755145"/>
            <a:ext cx="30495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latin typeface="微软雅黑" panose="020B0503020204020204" pitchFamily="34" charset="-122"/>
                <a:ea typeface="微软雅黑" panose="020B0503020204020204" pitchFamily="34" charset="-122"/>
              </a:rPr>
              <a:t>Introduction</a:t>
            </a:r>
            <a:endParaRPr lang="zh-CN" altLang="en-US" sz="2000" b="1" dirty="0">
              <a:latin typeface="微软雅黑" panose="020B0503020204020204" pitchFamily="34" charset="-122"/>
              <a:ea typeface="微软雅黑" panose="020B0503020204020204" pitchFamily="34" charset="-122"/>
            </a:endParaRPr>
          </a:p>
        </p:txBody>
      </p:sp>
      <p:sp>
        <p:nvSpPr>
          <p:cNvPr id="43" name="KSO_GT1.1">
            <a:extLst>
              <a:ext uri="{FF2B5EF4-FFF2-40B4-BE49-F238E27FC236}">
                <a16:creationId xmlns:a16="http://schemas.microsoft.com/office/drawing/2014/main" id="{E2C45D81-6631-4229-AE29-33CF4DBA0F97}"/>
              </a:ext>
            </a:extLst>
          </p:cNvPr>
          <p:cNvSpPr>
            <a:spLocks noChangeArrowheads="1"/>
          </p:cNvSpPr>
          <p:nvPr/>
        </p:nvSpPr>
        <p:spPr bwMode="auto">
          <a:xfrm>
            <a:off x="4661223" y="2147233"/>
            <a:ext cx="343292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000" b="1" dirty="0"/>
              <a:t>Research Methodology and Approach</a:t>
            </a:r>
          </a:p>
        </p:txBody>
      </p:sp>
      <p:sp>
        <p:nvSpPr>
          <p:cNvPr id="44" name="KSO_GT1.1">
            <a:extLst>
              <a:ext uri="{FF2B5EF4-FFF2-40B4-BE49-F238E27FC236}">
                <a16:creationId xmlns:a16="http://schemas.microsoft.com/office/drawing/2014/main" id="{847BEA5D-B80F-4E57-B574-AE3B33EC3E6B}"/>
              </a:ext>
            </a:extLst>
          </p:cNvPr>
          <p:cNvSpPr>
            <a:spLocks noChangeArrowheads="1"/>
          </p:cNvSpPr>
          <p:nvPr/>
        </p:nvSpPr>
        <p:spPr bwMode="auto">
          <a:xfrm>
            <a:off x="4632790" y="2797174"/>
            <a:ext cx="392330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000" b="1" dirty="0"/>
              <a:t> Key Technologies and Practical Challenges</a:t>
            </a:r>
          </a:p>
        </p:txBody>
      </p:sp>
      <p:sp>
        <p:nvSpPr>
          <p:cNvPr id="46" name="KSO_GT1.1">
            <a:extLst>
              <a:ext uri="{FF2B5EF4-FFF2-40B4-BE49-F238E27FC236}">
                <a16:creationId xmlns:a16="http://schemas.microsoft.com/office/drawing/2014/main" id="{E91A8962-D09F-4635-961E-0430ADB42AE1}"/>
              </a:ext>
            </a:extLst>
          </p:cNvPr>
          <p:cNvSpPr>
            <a:spLocks noChangeArrowheads="1"/>
          </p:cNvSpPr>
          <p:nvPr/>
        </p:nvSpPr>
        <p:spPr bwMode="auto">
          <a:xfrm>
            <a:off x="4435475" y="3497262"/>
            <a:ext cx="3051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latin typeface="微软雅黑" panose="020B0503020204020204" pitchFamily="34" charset="-122"/>
                <a:ea typeface="微软雅黑" panose="020B0503020204020204" pitchFamily="34" charset="-122"/>
              </a:rPr>
              <a:t>UI interface</a:t>
            </a:r>
            <a:endParaRPr lang="zh-CN" altLang="en-US" sz="2000" b="1" dirty="0">
              <a:latin typeface="微软雅黑" panose="020B0503020204020204" pitchFamily="34" charset="-122"/>
              <a:ea typeface="微软雅黑" panose="020B0503020204020204" pitchFamily="34" charset="-122"/>
            </a:endParaRPr>
          </a:p>
        </p:txBody>
      </p:sp>
      <p:sp>
        <p:nvSpPr>
          <p:cNvPr id="47" name="KSO_GT1.1">
            <a:extLst>
              <a:ext uri="{FF2B5EF4-FFF2-40B4-BE49-F238E27FC236}">
                <a16:creationId xmlns:a16="http://schemas.microsoft.com/office/drawing/2014/main" id="{33A4111C-2AF7-4A63-A8F6-B7411AFD9092}"/>
              </a:ext>
            </a:extLst>
          </p:cNvPr>
          <p:cNvSpPr>
            <a:spLocks noChangeArrowheads="1"/>
          </p:cNvSpPr>
          <p:nvPr/>
        </p:nvSpPr>
        <p:spPr bwMode="auto">
          <a:xfrm>
            <a:off x="3834608" y="4051300"/>
            <a:ext cx="3049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latin typeface="微软雅黑" panose="020B0503020204020204" pitchFamily="34" charset="-122"/>
                <a:ea typeface="微软雅黑" panose="020B0503020204020204" pitchFamily="34" charset="-122"/>
              </a:rPr>
              <a:t>Summary</a:t>
            </a:r>
            <a:endParaRPr lang="zh-CN" altLang="en-US" sz="2000" b="1" dirty="0">
              <a:latin typeface="微软雅黑" panose="020B0503020204020204" pitchFamily="34" charset="-122"/>
              <a:ea typeface="微软雅黑" panose="020B0503020204020204" pitchFamily="34" charset="-122"/>
            </a:endParaRPr>
          </a:p>
        </p:txBody>
      </p:sp>
      <p:grpSp>
        <p:nvGrpSpPr>
          <p:cNvPr id="2" name="组合 47">
            <a:extLst>
              <a:ext uri="{FF2B5EF4-FFF2-40B4-BE49-F238E27FC236}">
                <a16:creationId xmlns:a16="http://schemas.microsoft.com/office/drawing/2014/main" id="{6A2084B9-D18F-4469-971E-7D2D0241ABCF}"/>
              </a:ext>
            </a:extLst>
          </p:cNvPr>
          <p:cNvGrpSpPr>
            <a:grpSpLocks/>
          </p:cNvGrpSpPr>
          <p:nvPr/>
        </p:nvGrpSpPr>
        <p:grpSpPr bwMode="auto">
          <a:xfrm>
            <a:off x="1841500" y="1781175"/>
            <a:ext cx="2138363" cy="2182813"/>
            <a:chOff x="1841596" y="1781576"/>
            <a:chExt cx="2137679" cy="2182087"/>
          </a:xfrm>
        </p:grpSpPr>
        <p:sp>
          <p:nvSpPr>
            <p:cNvPr id="49" name="Oval 13">
              <a:extLst>
                <a:ext uri="{FF2B5EF4-FFF2-40B4-BE49-F238E27FC236}">
                  <a16:creationId xmlns:a16="http://schemas.microsoft.com/office/drawing/2014/main" id="{7B719175-77A0-472F-9B3E-A6AD070BE0FB}"/>
                </a:ext>
              </a:extLst>
            </p:cNvPr>
            <p:cNvSpPr>
              <a:spLocks noChangeArrowheads="1"/>
            </p:cNvSpPr>
            <p:nvPr/>
          </p:nvSpPr>
          <p:spPr bwMode="gray">
            <a:xfrm>
              <a:off x="1841596" y="1781576"/>
              <a:ext cx="2137679" cy="2182087"/>
            </a:xfrm>
            <a:prstGeom prst="ellipse">
              <a:avLst/>
            </a:prstGeom>
            <a:solidFill>
              <a:schemeClr val="tx2">
                <a:lumMod val="75000"/>
              </a:schemeClr>
            </a:solidFill>
            <a:ln w="0">
              <a:noFill/>
            </a:ln>
            <a:effectLst/>
          </p:spPr>
          <p:txBody>
            <a:bodyPr wrap="none" anchor="ctr"/>
            <a:lstStyle/>
            <a:p>
              <a:pPr eaLnBrk="1" fontAlgn="auto" hangingPunct="1">
                <a:defRPr/>
              </a:pPr>
              <a:endParaRPr lang="zh-CN" altLang="en-US" sz="1350" kern="0" noProof="1">
                <a:solidFill>
                  <a:sysClr val="windowText" lastClr="000000"/>
                </a:solidFill>
                <a:latin typeface="微软雅黑" pitchFamily="34" charset="-122"/>
                <a:ea typeface="微软雅黑" pitchFamily="34" charset="-122"/>
              </a:endParaRPr>
            </a:p>
          </p:txBody>
        </p:sp>
        <p:grpSp>
          <p:nvGrpSpPr>
            <p:cNvPr id="3" name="组合 49">
              <a:extLst>
                <a:ext uri="{FF2B5EF4-FFF2-40B4-BE49-F238E27FC236}">
                  <a16:creationId xmlns:a16="http://schemas.microsoft.com/office/drawing/2014/main" id="{FDD506FF-8D38-4486-9E79-AC0D0D23991C}"/>
                </a:ext>
              </a:extLst>
            </p:cNvPr>
            <p:cNvGrpSpPr/>
            <p:nvPr/>
          </p:nvGrpSpPr>
          <p:grpSpPr>
            <a:xfrm>
              <a:off x="2389073" y="2173345"/>
              <a:ext cx="1071752" cy="1027902"/>
              <a:chOff x="2244095" y="2233516"/>
              <a:chExt cx="885745" cy="849505"/>
            </a:xfrm>
            <a:solidFill>
              <a:schemeClr val="tx1">
                <a:lumMod val="75000"/>
                <a:lumOff val="25000"/>
              </a:schemeClr>
            </a:solidFill>
          </p:grpSpPr>
          <p:sp>
            <p:nvSpPr>
              <p:cNvPr id="52" name="Freeform 7">
                <a:extLst>
                  <a:ext uri="{FF2B5EF4-FFF2-40B4-BE49-F238E27FC236}">
                    <a16:creationId xmlns:a16="http://schemas.microsoft.com/office/drawing/2014/main" id="{074313CC-F79B-4025-AF59-FBB8E27AF333}"/>
                  </a:ext>
                </a:extLst>
              </p:cNvPr>
              <p:cNvSpPr/>
              <p:nvPr/>
            </p:nvSpPr>
            <p:spPr bwMode="auto">
              <a:xfrm>
                <a:off x="2244095" y="2233516"/>
                <a:ext cx="885745" cy="594760"/>
              </a:xfrm>
              <a:custGeom>
                <a:avLst/>
                <a:gdLst>
                  <a:gd name="T0" fmla="*/ 0 w 16620"/>
                  <a:gd name="T1" fmla="*/ 4462 h 11158"/>
                  <a:gd name="T2" fmla="*/ 65 w 16620"/>
                  <a:gd name="T3" fmla="*/ 4480 h 11158"/>
                  <a:gd name="T4" fmla="*/ 128 w 16620"/>
                  <a:gd name="T5" fmla="*/ 4494 h 11158"/>
                  <a:gd name="T6" fmla="*/ 188 w 16620"/>
                  <a:gd name="T7" fmla="*/ 4509 h 11158"/>
                  <a:gd name="T8" fmla="*/ 246 w 16620"/>
                  <a:gd name="T9" fmla="*/ 4521 h 11158"/>
                  <a:gd name="T10" fmla="*/ 353 w 16620"/>
                  <a:gd name="T11" fmla="*/ 4545 h 11158"/>
                  <a:gd name="T12" fmla="*/ 450 w 16620"/>
                  <a:gd name="T13" fmla="*/ 4568 h 11158"/>
                  <a:gd name="T14" fmla="*/ 495 w 16620"/>
                  <a:gd name="T15" fmla="*/ 4580 h 11158"/>
                  <a:gd name="T16" fmla="*/ 538 w 16620"/>
                  <a:gd name="T17" fmla="*/ 4591 h 11158"/>
                  <a:gd name="T18" fmla="*/ 579 w 16620"/>
                  <a:gd name="T19" fmla="*/ 4603 h 11158"/>
                  <a:gd name="T20" fmla="*/ 616 w 16620"/>
                  <a:gd name="T21" fmla="*/ 4616 h 11158"/>
                  <a:gd name="T22" fmla="*/ 652 w 16620"/>
                  <a:gd name="T23" fmla="*/ 4631 h 11158"/>
                  <a:gd name="T24" fmla="*/ 686 w 16620"/>
                  <a:gd name="T25" fmla="*/ 4645 h 11158"/>
                  <a:gd name="T26" fmla="*/ 717 w 16620"/>
                  <a:gd name="T27" fmla="*/ 4663 h 11158"/>
                  <a:gd name="T28" fmla="*/ 747 w 16620"/>
                  <a:gd name="T29" fmla="*/ 4682 h 11158"/>
                  <a:gd name="T30" fmla="*/ 774 w 16620"/>
                  <a:gd name="T31" fmla="*/ 4702 h 11158"/>
                  <a:gd name="T32" fmla="*/ 799 w 16620"/>
                  <a:gd name="T33" fmla="*/ 4725 h 11158"/>
                  <a:gd name="T34" fmla="*/ 822 w 16620"/>
                  <a:gd name="T35" fmla="*/ 4750 h 11158"/>
                  <a:gd name="T36" fmla="*/ 843 w 16620"/>
                  <a:gd name="T37" fmla="*/ 4779 h 11158"/>
                  <a:gd name="T38" fmla="*/ 862 w 16620"/>
                  <a:gd name="T39" fmla="*/ 4810 h 11158"/>
                  <a:gd name="T40" fmla="*/ 880 w 16620"/>
                  <a:gd name="T41" fmla="*/ 4845 h 11158"/>
                  <a:gd name="T42" fmla="*/ 895 w 16620"/>
                  <a:gd name="T43" fmla="*/ 4882 h 11158"/>
                  <a:gd name="T44" fmla="*/ 909 w 16620"/>
                  <a:gd name="T45" fmla="*/ 4924 h 11158"/>
                  <a:gd name="T46" fmla="*/ 921 w 16620"/>
                  <a:gd name="T47" fmla="*/ 4969 h 11158"/>
                  <a:gd name="T48" fmla="*/ 932 w 16620"/>
                  <a:gd name="T49" fmla="*/ 5019 h 11158"/>
                  <a:gd name="T50" fmla="*/ 940 w 16620"/>
                  <a:gd name="T51" fmla="*/ 5073 h 11158"/>
                  <a:gd name="T52" fmla="*/ 947 w 16620"/>
                  <a:gd name="T53" fmla="*/ 5133 h 11158"/>
                  <a:gd name="T54" fmla="*/ 953 w 16620"/>
                  <a:gd name="T55" fmla="*/ 5196 h 11158"/>
                  <a:gd name="T56" fmla="*/ 956 w 16620"/>
                  <a:gd name="T57" fmla="*/ 5264 h 11158"/>
                  <a:gd name="T58" fmla="*/ 958 w 16620"/>
                  <a:gd name="T59" fmla="*/ 5339 h 11158"/>
                  <a:gd name="T60" fmla="*/ 959 w 16620"/>
                  <a:gd name="T61" fmla="*/ 5419 h 11158"/>
                  <a:gd name="T62" fmla="*/ 959 w 16620"/>
                  <a:gd name="T63" fmla="*/ 11158 h 11158"/>
                  <a:gd name="T64" fmla="*/ 1598 w 16620"/>
                  <a:gd name="T65" fmla="*/ 11158 h 11158"/>
                  <a:gd name="T66" fmla="*/ 1598 w 16620"/>
                  <a:gd name="T67" fmla="*/ 5419 h 11158"/>
                  <a:gd name="T68" fmla="*/ 8330 w 16620"/>
                  <a:gd name="T69" fmla="*/ 9211 h 11158"/>
                  <a:gd name="T70" fmla="*/ 16517 w 16620"/>
                  <a:gd name="T71" fmla="*/ 4292 h 11158"/>
                  <a:gd name="T72" fmla="*/ 16620 w 16620"/>
                  <a:gd name="T73" fmla="*/ 3825 h 11158"/>
                  <a:gd name="T74" fmla="*/ 8310 w 16620"/>
                  <a:gd name="T75" fmla="*/ 0 h 11158"/>
                  <a:gd name="T76" fmla="*/ 0 w 16620"/>
                  <a:gd name="T77" fmla="*/ 3825 h 11158"/>
                  <a:gd name="T78" fmla="*/ 0 w 16620"/>
                  <a:gd name="T79" fmla="*/ 4462 h 11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solidFill>
                <a:schemeClr val="bg1"/>
              </a:solidFill>
              <a:ln>
                <a:noFill/>
              </a:ln>
            </p:spPr>
            <p:txBody>
              <a:bodyPr/>
              <a:lstStyle/>
              <a:p>
                <a:pPr eaLnBrk="1" fontAlgn="auto" hangingPunct="1">
                  <a:defRPr/>
                </a:pPr>
                <a:endParaRPr lang="zh-CN" altLang="en-US" noProof="1">
                  <a:latin typeface="微软雅黑" pitchFamily="34" charset="-122"/>
                  <a:ea typeface="微软雅黑" pitchFamily="34" charset="-122"/>
                </a:endParaRPr>
              </a:p>
            </p:txBody>
          </p:sp>
          <p:sp>
            <p:nvSpPr>
              <p:cNvPr id="53" name="Freeform 8">
                <a:extLst>
                  <a:ext uri="{FF2B5EF4-FFF2-40B4-BE49-F238E27FC236}">
                    <a16:creationId xmlns:a16="http://schemas.microsoft.com/office/drawing/2014/main" id="{E10A74D1-E921-47FF-A584-CBA5E2F1869D}"/>
                  </a:ext>
                </a:extLst>
              </p:cNvPr>
              <p:cNvSpPr/>
              <p:nvPr/>
            </p:nvSpPr>
            <p:spPr bwMode="auto">
              <a:xfrm>
                <a:off x="2363473" y="2573531"/>
                <a:ext cx="646988" cy="509490"/>
              </a:xfrm>
              <a:custGeom>
                <a:avLst/>
                <a:gdLst>
                  <a:gd name="T0" fmla="*/ 11030 w 12146"/>
                  <a:gd name="T1" fmla="*/ 4122 h 9555"/>
                  <a:gd name="T2" fmla="*/ 11252 w 12146"/>
                  <a:gd name="T3" fmla="*/ 4107 h 9555"/>
                  <a:gd name="T4" fmla="*/ 11385 w 12146"/>
                  <a:gd name="T5" fmla="*/ 4096 h 9555"/>
                  <a:gd name="T6" fmla="*/ 11507 w 12146"/>
                  <a:gd name="T7" fmla="*/ 4083 h 9555"/>
                  <a:gd name="T8" fmla="*/ 11617 w 12146"/>
                  <a:gd name="T9" fmla="*/ 4065 h 9555"/>
                  <a:gd name="T10" fmla="*/ 11717 w 12146"/>
                  <a:gd name="T11" fmla="*/ 4041 h 9555"/>
                  <a:gd name="T12" fmla="*/ 11805 w 12146"/>
                  <a:gd name="T13" fmla="*/ 4010 h 9555"/>
                  <a:gd name="T14" fmla="*/ 11883 w 12146"/>
                  <a:gd name="T15" fmla="*/ 3968 h 9555"/>
                  <a:gd name="T16" fmla="*/ 11949 w 12146"/>
                  <a:gd name="T17" fmla="*/ 3916 h 9555"/>
                  <a:gd name="T18" fmla="*/ 12006 w 12146"/>
                  <a:gd name="T19" fmla="*/ 3851 h 9555"/>
                  <a:gd name="T20" fmla="*/ 12053 w 12146"/>
                  <a:gd name="T21" fmla="*/ 3771 h 9555"/>
                  <a:gd name="T22" fmla="*/ 12090 w 12146"/>
                  <a:gd name="T23" fmla="*/ 3673 h 9555"/>
                  <a:gd name="T24" fmla="*/ 12117 w 12146"/>
                  <a:gd name="T25" fmla="*/ 3559 h 9555"/>
                  <a:gd name="T26" fmla="*/ 12136 w 12146"/>
                  <a:gd name="T27" fmla="*/ 3423 h 9555"/>
                  <a:gd name="T28" fmla="*/ 12144 w 12146"/>
                  <a:gd name="T29" fmla="*/ 3266 h 9555"/>
                  <a:gd name="T30" fmla="*/ 12146 w 12146"/>
                  <a:gd name="T31" fmla="*/ 309 h 9555"/>
                  <a:gd name="T32" fmla="*/ 6081 w 12146"/>
                  <a:gd name="T33" fmla="*/ 3512 h 9555"/>
                  <a:gd name="T34" fmla="*/ 0 w 12146"/>
                  <a:gd name="T35" fmla="*/ 309 h 9555"/>
                  <a:gd name="T36" fmla="*/ 0 w 12146"/>
                  <a:gd name="T37" fmla="*/ 3259 h 9555"/>
                  <a:gd name="T38" fmla="*/ 7 w 12146"/>
                  <a:gd name="T39" fmla="*/ 3402 h 9555"/>
                  <a:gd name="T40" fmla="*/ 19 w 12146"/>
                  <a:gd name="T41" fmla="*/ 3524 h 9555"/>
                  <a:gd name="T42" fmla="*/ 38 w 12146"/>
                  <a:gd name="T43" fmla="*/ 3628 h 9555"/>
                  <a:gd name="T44" fmla="*/ 64 w 12146"/>
                  <a:gd name="T45" fmla="*/ 3715 h 9555"/>
                  <a:gd name="T46" fmla="*/ 97 w 12146"/>
                  <a:gd name="T47" fmla="*/ 3788 h 9555"/>
                  <a:gd name="T48" fmla="*/ 137 w 12146"/>
                  <a:gd name="T49" fmla="*/ 3847 h 9555"/>
                  <a:gd name="T50" fmla="*/ 185 w 12146"/>
                  <a:gd name="T51" fmla="*/ 3896 h 9555"/>
                  <a:gd name="T52" fmla="*/ 241 w 12146"/>
                  <a:gd name="T53" fmla="*/ 3935 h 9555"/>
                  <a:gd name="T54" fmla="*/ 307 w 12146"/>
                  <a:gd name="T55" fmla="*/ 3967 h 9555"/>
                  <a:gd name="T56" fmla="*/ 381 w 12146"/>
                  <a:gd name="T57" fmla="*/ 3994 h 9555"/>
                  <a:gd name="T58" fmla="*/ 464 w 12146"/>
                  <a:gd name="T59" fmla="*/ 4018 h 9555"/>
                  <a:gd name="T60" fmla="*/ 606 w 12146"/>
                  <a:gd name="T61" fmla="*/ 4051 h 9555"/>
                  <a:gd name="T62" fmla="*/ 771 w 12146"/>
                  <a:gd name="T63" fmla="*/ 4089 h 9555"/>
                  <a:gd name="T64" fmla="*/ 894 w 12146"/>
                  <a:gd name="T65" fmla="*/ 4118 h 9555"/>
                  <a:gd name="T66" fmla="*/ 959 w 12146"/>
                  <a:gd name="T67" fmla="*/ 7005 h 9555"/>
                  <a:gd name="T68" fmla="*/ 2557 w 12146"/>
                  <a:gd name="T69" fmla="*/ 9555 h 9555"/>
                  <a:gd name="T70" fmla="*/ 4794 w 12146"/>
                  <a:gd name="T71" fmla="*/ 7005 h 9555"/>
                  <a:gd name="T72" fmla="*/ 7352 w 12146"/>
                  <a:gd name="T73" fmla="*/ 9555 h 9555"/>
                  <a:gd name="T74" fmla="*/ 9589 w 12146"/>
                  <a:gd name="T75" fmla="*/ 7005 h 9555"/>
                  <a:gd name="T76" fmla="*/ 10867 w 12146"/>
                  <a:gd name="T77" fmla="*/ 4135 h 9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solidFill>
                <a:schemeClr val="bg1"/>
              </a:solidFill>
              <a:ln>
                <a:noFill/>
              </a:ln>
            </p:spPr>
            <p:txBody>
              <a:bodyPr/>
              <a:lstStyle/>
              <a:p>
                <a:pPr eaLnBrk="1" fontAlgn="auto" hangingPunct="1">
                  <a:defRPr/>
                </a:pPr>
                <a:endParaRPr lang="zh-CN" altLang="en-US" noProof="1">
                  <a:latin typeface="微软雅黑" pitchFamily="34" charset="-122"/>
                  <a:ea typeface="微软雅黑" pitchFamily="34" charset="-122"/>
                </a:endParaRPr>
              </a:p>
            </p:txBody>
          </p:sp>
        </p:grpSp>
        <p:sp>
          <p:nvSpPr>
            <p:cNvPr id="3104" name="TextBox 50">
              <a:extLst>
                <a:ext uri="{FF2B5EF4-FFF2-40B4-BE49-F238E27FC236}">
                  <a16:creationId xmlns:a16="http://schemas.microsoft.com/office/drawing/2014/main" id="{BE2FDCD0-4B77-4E6F-9F8E-200B0CA26019}"/>
                </a:ext>
              </a:extLst>
            </p:cNvPr>
            <p:cNvSpPr txBox="1">
              <a:spLocks noChangeArrowheads="1"/>
            </p:cNvSpPr>
            <p:nvPr/>
          </p:nvSpPr>
          <p:spPr bwMode="auto">
            <a:xfrm>
              <a:off x="2301104" y="3279847"/>
              <a:ext cx="1218662" cy="39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solidFill>
                    <a:schemeClr val="bg1"/>
                  </a:solidFill>
                  <a:latin typeface="微软雅黑" panose="020B0503020204020204" pitchFamily="34" charset="-122"/>
                  <a:ea typeface="微软雅黑" panose="020B0503020204020204" pitchFamily="34" charset="-122"/>
                </a:rPr>
                <a:t>Content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4" name="组合 53">
            <a:extLst>
              <a:ext uri="{FF2B5EF4-FFF2-40B4-BE49-F238E27FC236}">
                <a16:creationId xmlns:a16="http://schemas.microsoft.com/office/drawing/2014/main" id="{21321DFD-E47B-4AD1-80F9-9D6FDE8B7683}"/>
              </a:ext>
            </a:extLst>
          </p:cNvPr>
          <p:cNvGrpSpPr>
            <a:grpSpLocks/>
          </p:cNvGrpSpPr>
          <p:nvPr/>
        </p:nvGrpSpPr>
        <p:grpSpPr bwMode="auto">
          <a:xfrm>
            <a:off x="3419475" y="1187450"/>
            <a:ext cx="446088" cy="446088"/>
            <a:chOff x="3419872" y="1187916"/>
            <a:chExt cx="445480" cy="445448"/>
          </a:xfrm>
        </p:grpSpPr>
        <p:sp>
          <p:nvSpPr>
            <p:cNvPr id="55" name="Oval 19">
              <a:extLst>
                <a:ext uri="{FF2B5EF4-FFF2-40B4-BE49-F238E27FC236}">
                  <a16:creationId xmlns:a16="http://schemas.microsoft.com/office/drawing/2014/main" id="{CEA3D541-A98A-48C6-BC03-9B0E6549AA4C}"/>
                </a:ext>
              </a:extLst>
            </p:cNvPr>
            <p:cNvSpPr>
              <a:spLocks noChangeArrowheads="1"/>
            </p:cNvSpPr>
            <p:nvPr/>
          </p:nvSpPr>
          <p:spPr bwMode="gray">
            <a:xfrm>
              <a:off x="3419872" y="1187916"/>
              <a:ext cx="445480" cy="445448"/>
            </a:xfrm>
            <a:prstGeom prst="ellipse">
              <a:avLst/>
            </a:prstGeom>
            <a:solidFill>
              <a:schemeClr val="tx2">
                <a:lumMod val="75000"/>
              </a:schemeClr>
            </a:solidFill>
            <a:ln w="12700">
              <a:noFill/>
              <a:round/>
            </a:ln>
            <a:effectLst/>
          </p:spPr>
          <p:txBody>
            <a:bodyPr wrap="none" anchor="ctr"/>
            <a:lstStyle/>
            <a:p>
              <a:pPr eaLnBrk="1" fontAlgn="auto" hangingPunct="1">
                <a:defRPr/>
              </a:pPr>
              <a:endParaRPr lang="zh-CN" altLang="en-US" sz="1350" kern="0" noProof="1">
                <a:solidFill>
                  <a:sysClr val="windowText" lastClr="000000"/>
                </a:solidFill>
                <a:latin typeface="微软雅黑" pitchFamily="34" charset="-122"/>
                <a:ea typeface="微软雅黑" pitchFamily="34" charset="-122"/>
              </a:endParaRPr>
            </a:p>
          </p:txBody>
        </p:sp>
        <p:sp>
          <p:nvSpPr>
            <p:cNvPr id="56" name="KSO_Shape">
              <a:extLst>
                <a:ext uri="{FF2B5EF4-FFF2-40B4-BE49-F238E27FC236}">
                  <a16:creationId xmlns:a16="http://schemas.microsoft.com/office/drawing/2014/main" id="{4B87986E-B72A-4D6B-BAEE-3C468E2B6E02}"/>
                </a:ext>
              </a:extLst>
            </p:cNvPr>
            <p:cNvSpPr/>
            <p:nvPr/>
          </p:nvSpPr>
          <p:spPr bwMode="auto">
            <a:xfrm>
              <a:off x="3499139" y="1267177"/>
              <a:ext cx="286946" cy="286926"/>
            </a:xfrm>
            <a:custGeom>
              <a:avLst/>
              <a:gdLst>
                <a:gd name="T0" fmla="*/ 2147483646 w 4477"/>
                <a:gd name="T1" fmla="*/ 2147483646 h 4133"/>
                <a:gd name="T2" fmla="*/ 2147483646 w 4477"/>
                <a:gd name="T3" fmla="*/ 1386867173 h 4133"/>
                <a:gd name="T4" fmla="*/ 2147483646 w 4477"/>
                <a:gd name="T5" fmla="*/ 385250906 h 4133"/>
                <a:gd name="T6" fmla="*/ 2147483646 w 4477"/>
                <a:gd name="T7" fmla="*/ 0 h 4133"/>
                <a:gd name="T8" fmla="*/ 2147483646 w 4477"/>
                <a:gd name="T9" fmla="*/ 231114454 h 4133"/>
                <a:gd name="T10" fmla="*/ 2147483646 w 4477"/>
                <a:gd name="T11" fmla="*/ 1001616267 h 4133"/>
                <a:gd name="T12" fmla="*/ 2147483646 w 4477"/>
                <a:gd name="T13" fmla="*/ 2147483646 h 4133"/>
                <a:gd name="T14" fmla="*/ 2147483646 w 4477"/>
                <a:gd name="T15" fmla="*/ 2147483646 h 4133"/>
                <a:gd name="T16" fmla="*/ 2147483646 w 4477"/>
                <a:gd name="T17" fmla="*/ 2147483646 h 4133"/>
                <a:gd name="T18" fmla="*/ 2147483646 w 4477"/>
                <a:gd name="T19" fmla="*/ 2147483646 h 4133"/>
                <a:gd name="T20" fmla="*/ 2147483646 w 4477"/>
                <a:gd name="T21" fmla="*/ 2147483646 h 4133"/>
                <a:gd name="T22" fmla="*/ 2147483646 w 4477"/>
                <a:gd name="T23" fmla="*/ 2147483646 h 4133"/>
                <a:gd name="T24" fmla="*/ 2147483646 w 4477"/>
                <a:gd name="T25" fmla="*/ 2147483646 h 4133"/>
                <a:gd name="T26" fmla="*/ 2147483646 w 4477"/>
                <a:gd name="T27" fmla="*/ 2147483646 h 4133"/>
                <a:gd name="T28" fmla="*/ 2147483646 w 4477"/>
                <a:gd name="T29" fmla="*/ 2147483646 h 4133"/>
                <a:gd name="T30" fmla="*/ 2147483646 w 4477"/>
                <a:gd name="T31" fmla="*/ 2147483646 h 4133"/>
                <a:gd name="T32" fmla="*/ 2147483646 w 4477"/>
                <a:gd name="T33" fmla="*/ 2147483646 h 4133"/>
                <a:gd name="T34" fmla="*/ 2147483646 w 4477"/>
                <a:gd name="T35" fmla="*/ 2147483646 h 4133"/>
                <a:gd name="T36" fmla="*/ 2147483646 w 4477"/>
                <a:gd name="T37" fmla="*/ 2147483646 h 4133"/>
                <a:gd name="T38" fmla="*/ 2147483646 w 4477"/>
                <a:gd name="T39" fmla="*/ 2147483646 h 4133"/>
                <a:gd name="T40" fmla="*/ 2147483646 w 4477"/>
                <a:gd name="T41" fmla="*/ 2147483646 h 4133"/>
                <a:gd name="T42" fmla="*/ 2147483646 w 4477"/>
                <a:gd name="T43" fmla="*/ 2147483646 h 4133"/>
                <a:gd name="T44" fmla="*/ 2147483646 w 4477"/>
                <a:gd name="T45" fmla="*/ 2147483646 h 4133"/>
                <a:gd name="T46" fmla="*/ 2147483646 w 4477"/>
                <a:gd name="T47" fmla="*/ 2147483646 h 4133"/>
                <a:gd name="T48" fmla="*/ 2147483646 w 4477"/>
                <a:gd name="T49" fmla="*/ 2147483646 h 4133"/>
                <a:gd name="T50" fmla="*/ 2147483646 w 4477"/>
                <a:gd name="T51" fmla="*/ 2147483646 h 4133"/>
                <a:gd name="T52" fmla="*/ 2147483646 w 4477"/>
                <a:gd name="T53" fmla="*/ 2147483646 h 4133"/>
                <a:gd name="T54" fmla="*/ 2147483646 w 4477"/>
                <a:gd name="T55" fmla="*/ 2147483646 h 4133"/>
                <a:gd name="T56" fmla="*/ 2147483646 w 4477"/>
                <a:gd name="T57" fmla="*/ 2147483646 h 4133"/>
                <a:gd name="T58" fmla="*/ 2147483646 w 4477"/>
                <a:gd name="T59" fmla="*/ 2147483646 h 4133"/>
                <a:gd name="T60" fmla="*/ 2147483646 w 4477"/>
                <a:gd name="T61" fmla="*/ 2147483646 h 4133"/>
                <a:gd name="T62" fmla="*/ 2147483646 w 4477"/>
                <a:gd name="T63" fmla="*/ 2147483646 h 4133"/>
                <a:gd name="T64" fmla="*/ 2147483646 w 4477"/>
                <a:gd name="T65" fmla="*/ 2147483646 h 4133"/>
                <a:gd name="T66" fmla="*/ 0 w 4477"/>
                <a:gd name="T67" fmla="*/ 2147483646 h 4133"/>
                <a:gd name="T68" fmla="*/ 2147483646 w 4477"/>
                <a:gd name="T69" fmla="*/ 2147483646 h 4133"/>
                <a:gd name="T70" fmla="*/ 2147483646 w 4477"/>
                <a:gd name="T71" fmla="*/ 2147483646 h 4133"/>
                <a:gd name="T72" fmla="*/ 2147483646 w 4477"/>
                <a:gd name="T73" fmla="*/ 2147483646 h 4133"/>
                <a:gd name="T74" fmla="*/ 2147483646 w 4477"/>
                <a:gd name="T75" fmla="*/ 2147483646 h 4133"/>
                <a:gd name="T76" fmla="*/ 2147483646 w 4477"/>
                <a:gd name="T77" fmla="*/ 2147483646 h 4133"/>
                <a:gd name="T78" fmla="*/ 2147483646 w 4477"/>
                <a:gd name="T79" fmla="*/ 2147483646 h 4133"/>
                <a:gd name="T80" fmla="*/ 2147483646 w 4477"/>
                <a:gd name="T81" fmla="*/ 2147483646 h 4133"/>
                <a:gd name="T82" fmla="*/ 2147483646 w 4477"/>
                <a:gd name="T83" fmla="*/ 2147483646 h 4133"/>
                <a:gd name="T84" fmla="*/ 2147483646 w 4477"/>
                <a:gd name="T85" fmla="*/ 2147483646 h 4133"/>
                <a:gd name="T86" fmla="*/ 2147483646 w 4477"/>
                <a:gd name="T87" fmla="*/ 2147483646 h 4133"/>
                <a:gd name="T88" fmla="*/ 2147483646 w 4477"/>
                <a:gd name="T89" fmla="*/ 2147483646 h 4133"/>
                <a:gd name="T90" fmla="*/ 2147483646 w 4477"/>
                <a:gd name="T91" fmla="*/ 2147483646 h 4133"/>
                <a:gd name="T92" fmla="*/ 2147483646 w 4477"/>
                <a:gd name="T93" fmla="*/ 2147483646 h 4133"/>
                <a:gd name="T94" fmla="*/ 2147483646 w 4477"/>
                <a:gd name="T95" fmla="*/ 2147483646 h 4133"/>
                <a:gd name="T96" fmla="*/ 2147483646 w 4477"/>
                <a:gd name="T97" fmla="*/ 2147483646 h 4133"/>
                <a:gd name="T98" fmla="*/ 2147483646 w 4477"/>
                <a:gd name="T99" fmla="*/ 2147483646 h 4133"/>
                <a:gd name="T100" fmla="*/ 2147483646 w 4477"/>
                <a:gd name="T101" fmla="*/ 2147483646 h 4133"/>
                <a:gd name="T102" fmla="*/ 2147483646 w 4477"/>
                <a:gd name="T103" fmla="*/ 2147483646 h 4133"/>
                <a:gd name="T104" fmla="*/ 2147483646 w 4477"/>
                <a:gd name="T105" fmla="*/ 2147483646 h 4133"/>
                <a:gd name="T106" fmla="*/ 2147483646 w 4477"/>
                <a:gd name="T107" fmla="*/ 2147483646 h 413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477" h="4133">
                  <a:moveTo>
                    <a:pt x="3646" y="48"/>
                  </a:moveTo>
                  <a:lnTo>
                    <a:pt x="3646" y="48"/>
                  </a:lnTo>
                  <a:lnTo>
                    <a:pt x="3623" y="39"/>
                  </a:lnTo>
                  <a:lnTo>
                    <a:pt x="3600" y="31"/>
                  </a:lnTo>
                  <a:lnTo>
                    <a:pt x="3578" y="24"/>
                  </a:lnTo>
                  <a:lnTo>
                    <a:pt x="3557" y="18"/>
                  </a:lnTo>
                  <a:lnTo>
                    <a:pt x="3536" y="13"/>
                  </a:lnTo>
                  <a:lnTo>
                    <a:pt x="3515" y="8"/>
                  </a:lnTo>
                  <a:lnTo>
                    <a:pt x="3494" y="5"/>
                  </a:lnTo>
                  <a:lnTo>
                    <a:pt x="3473" y="3"/>
                  </a:lnTo>
                  <a:lnTo>
                    <a:pt x="3454" y="1"/>
                  </a:lnTo>
                  <a:lnTo>
                    <a:pt x="3434" y="0"/>
                  </a:lnTo>
                  <a:lnTo>
                    <a:pt x="3415" y="0"/>
                  </a:lnTo>
                  <a:lnTo>
                    <a:pt x="3395" y="1"/>
                  </a:lnTo>
                  <a:lnTo>
                    <a:pt x="3376" y="3"/>
                  </a:lnTo>
                  <a:lnTo>
                    <a:pt x="3358" y="5"/>
                  </a:lnTo>
                  <a:lnTo>
                    <a:pt x="3339" y="9"/>
                  </a:lnTo>
                  <a:lnTo>
                    <a:pt x="3321" y="13"/>
                  </a:lnTo>
                  <a:lnTo>
                    <a:pt x="3303" y="18"/>
                  </a:lnTo>
                  <a:lnTo>
                    <a:pt x="3285" y="23"/>
                  </a:lnTo>
                  <a:lnTo>
                    <a:pt x="3268" y="30"/>
                  </a:lnTo>
                  <a:lnTo>
                    <a:pt x="3251" y="37"/>
                  </a:lnTo>
                  <a:lnTo>
                    <a:pt x="3235" y="45"/>
                  </a:lnTo>
                  <a:lnTo>
                    <a:pt x="3219" y="54"/>
                  </a:lnTo>
                  <a:lnTo>
                    <a:pt x="3201" y="63"/>
                  </a:lnTo>
                  <a:lnTo>
                    <a:pt x="3186" y="74"/>
                  </a:lnTo>
                  <a:lnTo>
                    <a:pt x="3170" y="85"/>
                  </a:lnTo>
                  <a:lnTo>
                    <a:pt x="3155" y="96"/>
                  </a:lnTo>
                  <a:lnTo>
                    <a:pt x="3139" y="108"/>
                  </a:lnTo>
                  <a:lnTo>
                    <a:pt x="3124" y="121"/>
                  </a:lnTo>
                  <a:lnTo>
                    <a:pt x="3110" y="134"/>
                  </a:lnTo>
                  <a:lnTo>
                    <a:pt x="3094" y="149"/>
                  </a:lnTo>
                  <a:lnTo>
                    <a:pt x="3066" y="179"/>
                  </a:lnTo>
                  <a:lnTo>
                    <a:pt x="3079" y="337"/>
                  </a:lnTo>
                  <a:lnTo>
                    <a:pt x="3094" y="494"/>
                  </a:lnTo>
                  <a:lnTo>
                    <a:pt x="3112" y="649"/>
                  </a:lnTo>
                  <a:lnTo>
                    <a:pt x="3131" y="802"/>
                  </a:lnTo>
                  <a:lnTo>
                    <a:pt x="3151" y="954"/>
                  </a:lnTo>
                  <a:lnTo>
                    <a:pt x="3174" y="1104"/>
                  </a:lnTo>
                  <a:lnTo>
                    <a:pt x="3198" y="1252"/>
                  </a:lnTo>
                  <a:lnTo>
                    <a:pt x="3226" y="1398"/>
                  </a:lnTo>
                  <a:lnTo>
                    <a:pt x="3254" y="1543"/>
                  </a:lnTo>
                  <a:lnTo>
                    <a:pt x="3284" y="1686"/>
                  </a:lnTo>
                  <a:lnTo>
                    <a:pt x="3318" y="1827"/>
                  </a:lnTo>
                  <a:lnTo>
                    <a:pt x="3352" y="1967"/>
                  </a:lnTo>
                  <a:lnTo>
                    <a:pt x="3388" y="2104"/>
                  </a:lnTo>
                  <a:lnTo>
                    <a:pt x="3407" y="2172"/>
                  </a:lnTo>
                  <a:lnTo>
                    <a:pt x="3427" y="2240"/>
                  </a:lnTo>
                  <a:lnTo>
                    <a:pt x="3447" y="2307"/>
                  </a:lnTo>
                  <a:lnTo>
                    <a:pt x="3468" y="2374"/>
                  </a:lnTo>
                  <a:lnTo>
                    <a:pt x="3488" y="2441"/>
                  </a:lnTo>
                  <a:lnTo>
                    <a:pt x="3510" y="2506"/>
                  </a:lnTo>
                  <a:lnTo>
                    <a:pt x="4267" y="2335"/>
                  </a:lnTo>
                  <a:lnTo>
                    <a:pt x="4258" y="2257"/>
                  </a:lnTo>
                  <a:lnTo>
                    <a:pt x="4249" y="2179"/>
                  </a:lnTo>
                  <a:lnTo>
                    <a:pt x="4238" y="2102"/>
                  </a:lnTo>
                  <a:lnTo>
                    <a:pt x="4227" y="2026"/>
                  </a:lnTo>
                  <a:lnTo>
                    <a:pt x="4214" y="1950"/>
                  </a:lnTo>
                  <a:lnTo>
                    <a:pt x="4202" y="1874"/>
                  </a:lnTo>
                  <a:lnTo>
                    <a:pt x="4189" y="1798"/>
                  </a:lnTo>
                  <a:lnTo>
                    <a:pt x="4175" y="1724"/>
                  </a:lnTo>
                  <a:lnTo>
                    <a:pt x="4161" y="1649"/>
                  </a:lnTo>
                  <a:lnTo>
                    <a:pt x="4146" y="1574"/>
                  </a:lnTo>
                  <a:lnTo>
                    <a:pt x="4130" y="1500"/>
                  </a:lnTo>
                  <a:lnTo>
                    <a:pt x="4113" y="1428"/>
                  </a:lnTo>
                  <a:lnTo>
                    <a:pt x="4096" y="1354"/>
                  </a:lnTo>
                  <a:lnTo>
                    <a:pt x="4078" y="1282"/>
                  </a:lnTo>
                  <a:lnTo>
                    <a:pt x="4060" y="1210"/>
                  </a:lnTo>
                  <a:lnTo>
                    <a:pt x="4041" y="1138"/>
                  </a:lnTo>
                  <a:lnTo>
                    <a:pt x="4020" y="1067"/>
                  </a:lnTo>
                  <a:lnTo>
                    <a:pt x="4000" y="995"/>
                  </a:lnTo>
                  <a:lnTo>
                    <a:pt x="3979" y="926"/>
                  </a:lnTo>
                  <a:lnTo>
                    <a:pt x="3957" y="855"/>
                  </a:lnTo>
                  <a:lnTo>
                    <a:pt x="3935" y="785"/>
                  </a:lnTo>
                  <a:lnTo>
                    <a:pt x="3911" y="717"/>
                  </a:lnTo>
                  <a:lnTo>
                    <a:pt x="3888" y="648"/>
                  </a:lnTo>
                  <a:lnTo>
                    <a:pt x="3863" y="579"/>
                  </a:lnTo>
                  <a:lnTo>
                    <a:pt x="3839" y="512"/>
                  </a:lnTo>
                  <a:lnTo>
                    <a:pt x="3812" y="444"/>
                  </a:lnTo>
                  <a:lnTo>
                    <a:pt x="3786" y="377"/>
                  </a:lnTo>
                  <a:lnTo>
                    <a:pt x="3759" y="310"/>
                  </a:lnTo>
                  <a:lnTo>
                    <a:pt x="3732" y="244"/>
                  </a:lnTo>
                  <a:lnTo>
                    <a:pt x="3703" y="179"/>
                  </a:lnTo>
                  <a:lnTo>
                    <a:pt x="3675" y="113"/>
                  </a:lnTo>
                  <a:lnTo>
                    <a:pt x="3646" y="48"/>
                  </a:lnTo>
                  <a:close/>
                  <a:moveTo>
                    <a:pt x="831" y="2804"/>
                  </a:moveTo>
                  <a:lnTo>
                    <a:pt x="2810" y="2804"/>
                  </a:lnTo>
                  <a:lnTo>
                    <a:pt x="2810" y="2949"/>
                  </a:lnTo>
                  <a:lnTo>
                    <a:pt x="831" y="2949"/>
                  </a:lnTo>
                  <a:lnTo>
                    <a:pt x="831" y="2804"/>
                  </a:lnTo>
                  <a:close/>
                  <a:moveTo>
                    <a:pt x="3516" y="3370"/>
                  </a:moveTo>
                  <a:lnTo>
                    <a:pt x="3637" y="3750"/>
                  </a:lnTo>
                  <a:lnTo>
                    <a:pt x="190" y="3750"/>
                  </a:lnTo>
                  <a:lnTo>
                    <a:pt x="0" y="3750"/>
                  </a:lnTo>
                  <a:lnTo>
                    <a:pt x="0" y="3559"/>
                  </a:lnTo>
                  <a:lnTo>
                    <a:pt x="0" y="1320"/>
                  </a:lnTo>
                  <a:lnTo>
                    <a:pt x="0" y="1240"/>
                  </a:lnTo>
                  <a:lnTo>
                    <a:pt x="59" y="1183"/>
                  </a:lnTo>
                  <a:lnTo>
                    <a:pt x="764" y="503"/>
                  </a:lnTo>
                  <a:lnTo>
                    <a:pt x="819" y="449"/>
                  </a:lnTo>
                  <a:lnTo>
                    <a:pt x="895" y="449"/>
                  </a:lnTo>
                  <a:lnTo>
                    <a:pt x="2831" y="449"/>
                  </a:lnTo>
                  <a:lnTo>
                    <a:pt x="2840" y="545"/>
                  </a:lnTo>
                  <a:lnTo>
                    <a:pt x="2849" y="640"/>
                  </a:lnTo>
                  <a:lnTo>
                    <a:pt x="2859" y="735"/>
                  </a:lnTo>
                  <a:lnTo>
                    <a:pt x="2870" y="829"/>
                  </a:lnTo>
                  <a:lnTo>
                    <a:pt x="1084" y="829"/>
                  </a:lnTo>
                  <a:lnTo>
                    <a:pt x="1138" y="1419"/>
                  </a:lnTo>
                  <a:lnTo>
                    <a:pt x="1148" y="1526"/>
                  </a:lnTo>
                  <a:lnTo>
                    <a:pt x="1040" y="1522"/>
                  </a:lnTo>
                  <a:lnTo>
                    <a:pt x="380" y="1497"/>
                  </a:lnTo>
                  <a:lnTo>
                    <a:pt x="380" y="3370"/>
                  </a:lnTo>
                  <a:lnTo>
                    <a:pt x="3516" y="3370"/>
                  </a:lnTo>
                  <a:close/>
                  <a:moveTo>
                    <a:pt x="472" y="1312"/>
                  </a:moveTo>
                  <a:lnTo>
                    <a:pt x="939" y="1329"/>
                  </a:lnTo>
                  <a:lnTo>
                    <a:pt x="900" y="898"/>
                  </a:lnTo>
                  <a:lnTo>
                    <a:pt x="472" y="1312"/>
                  </a:lnTo>
                  <a:close/>
                  <a:moveTo>
                    <a:pt x="2810" y="2206"/>
                  </a:moveTo>
                  <a:lnTo>
                    <a:pt x="831" y="2206"/>
                  </a:lnTo>
                  <a:lnTo>
                    <a:pt x="831" y="2351"/>
                  </a:lnTo>
                  <a:lnTo>
                    <a:pt x="2810" y="2351"/>
                  </a:lnTo>
                  <a:lnTo>
                    <a:pt x="2810" y="2206"/>
                  </a:lnTo>
                  <a:close/>
                  <a:moveTo>
                    <a:pt x="2810" y="1666"/>
                  </a:moveTo>
                  <a:lnTo>
                    <a:pt x="1621" y="1666"/>
                  </a:lnTo>
                  <a:lnTo>
                    <a:pt x="1621" y="1810"/>
                  </a:lnTo>
                  <a:lnTo>
                    <a:pt x="2810" y="1810"/>
                  </a:lnTo>
                  <a:lnTo>
                    <a:pt x="2810" y="1666"/>
                  </a:lnTo>
                  <a:close/>
                  <a:moveTo>
                    <a:pt x="2810" y="1112"/>
                  </a:moveTo>
                  <a:lnTo>
                    <a:pt x="1621" y="1112"/>
                  </a:lnTo>
                  <a:lnTo>
                    <a:pt x="1621" y="1256"/>
                  </a:lnTo>
                  <a:lnTo>
                    <a:pt x="2810" y="1256"/>
                  </a:lnTo>
                  <a:lnTo>
                    <a:pt x="2810" y="1112"/>
                  </a:lnTo>
                  <a:close/>
                  <a:moveTo>
                    <a:pt x="4318" y="3463"/>
                  </a:moveTo>
                  <a:lnTo>
                    <a:pt x="4002" y="3540"/>
                  </a:lnTo>
                  <a:lnTo>
                    <a:pt x="4007" y="3867"/>
                  </a:lnTo>
                  <a:lnTo>
                    <a:pt x="4237" y="4133"/>
                  </a:lnTo>
                  <a:lnTo>
                    <a:pt x="4387" y="4100"/>
                  </a:lnTo>
                  <a:lnTo>
                    <a:pt x="4477" y="3751"/>
                  </a:lnTo>
                  <a:lnTo>
                    <a:pt x="4318" y="3463"/>
                  </a:lnTo>
                  <a:close/>
                  <a:moveTo>
                    <a:pt x="4272" y="2491"/>
                  </a:moveTo>
                  <a:lnTo>
                    <a:pt x="4272" y="2491"/>
                  </a:lnTo>
                  <a:lnTo>
                    <a:pt x="4388" y="3367"/>
                  </a:lnTo>
                  <a:lnTo>
                    <a:pt x="3870" y="3485"/>
                  </a:lnTo>
                  <a:lnTo>
                    <a:pt x="3583" y="2648"/>
                  </a:lnTo>
                  <a:lnTo>
                    <a:pt x="4272" y="2491"/>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eaLnBrk="1" fontAlgn="auto" hangingPunct="1">
                <a:defRPr/>
              </a:pPr>
              <a:endParaRPr lang="zh-CN" altLang="en-US" noProof="1">
                <a:solidFill>
                  <a:srgbClr val="FFFFFF"/>
                </a:solidFill>
              </a:endParaRPr>
            </a:p>
          </p:txBody>
        </p:sp>
      </p:grpSp>
      <p:grpSp>
        <p:nvGrpSpPr>
          <p:cNvPr id="5" name="组合 56">
            <a:extLst>
              <a:ext uri="{FF2B5EF4-FFF2-40B4-BE49-F238E27FC236}">
                <a16:creationId xmlns:a16="http://schemas.microsoft.com/office/drawing/2014/main" id="{000B1482-033E-469F-A48D-78001042353F}"/>
              </a:ext>
            </a:extLst>
          </p:cNvPr>
          <p:cNvGrpSpPr>
            <a:grpSpLocks/>
          </p:cNvGrpSpPr>
          <p:nvPr/>
        </p:nvGrpSpPr>
        <p:grpSpPr bwMode="auto">
          <a:xfrm>
            <a:off x="3990975" y="1757363"/>
            <a:ext cx="444500" cy="446087"/>
            <a:chOff x="3990220" y="1757652"/>
            <a:chExt cx="445480" cy="445448"/>
          </a:xfrm>
        </p:grpSpPr>
        <p:sp>
          <p:nvSpPr>
            <p:cNvPr id="58" name="Oval 19">
              <a:extLst>
                <a:ext uri="{FF2B5EF4-FFF2-40B4-BE49-F238E27FC236}">
                  <a16:creationId xmlns:a16="http://schemas.microsoft.com/office/drawing/2014/main" id="{53D8A19B-9D01-46CD-A7A2-6E49F6D8D5FF}"/>
                </a:ext>
              </a:extLst>
            </p:cNvPr>
            <p:cNvSpPr>
              <a:spLocks noChangeArrowheads="1"/>
            </p:cNvSpPr>
            <p:nvPr/>
          </p:nvSpPr>
          <p:spPr bwMode="gray">
            <a:xfrm>
              <a:off x="3990220" y="1757652"/>
              <a:ext cx="445480" cy="445448"/>
            </a:xfrm>
            <a:prstGeom prst="ellipse">
              <a:avLst/>
            </a:prstGeom>
            <a:solidFill>
              <a:schemeClr val="tx2">
                <a:lumMod val="75000"/>
              </a:schemeClr>
            </a:solidFill>
            <a:ln w="12700">
              <a:noFill/>
              <a:round/>
            </a:ln>
            <a:effectLst/>
          </p:spPr>
          <p:txBody>
            <a:bodyPr wrap="none" anchor="ctr"/>
            <a:lstStyle/>
            <a:p>
              <a:pPr eaLnBrk="1" fontAlgn="auto" hangingPunct="1">
                <a:defRPr/>
              </a:pPr>
              <a:endParaRPr lang="zh-CN" altLang="en-US" sz="1350" kern="0" noProof="1">
                <a:solidFill>
                  <a:sysClr val="windowText" lastClr="000000"/>
                </a:solidFill>
                <a:latin typeface="微软雅黑" pitchFamily="34" charset="-122"/>
                <a:ea typeface="微软雅黑" pitchFamily="34" charset="-122"/>
              </a:endParaRPr>
            </a:p>
          </p:txBody>
        </p:sp>
        <p:sp>
          <p:nvSpPr>
            <p:cNvPr id="59" name="KSO_Shape">
              <a:extLst>
                <a:ext uri="{FF2B5EF4-FFF2-40B4-BE49-F238E27FC236}">
                  <a16:creationId xmlns:a16="http://schemas.microsoft.com/office/drawing/2014/main" id="{D76E664D-3854-4149-8F1A-FF0F4FE9B88F}"/>
                </a:ext>
              </a:extLst>
            </p:cNvPr>
            <p:cNvSpPr/>
            <p:nvPr/>
          </p:nvSpPr>
          <p:spPr bwMode="auto">
            <a:xfrm>
              <a:off x="4069770" y="1849595"/>
              <a:ext cx="286380" cy="261562"/>
            </a:xfrm>
            <a:custGeom>
              <a:avLst/>
              <a:gdLst>
                <a:gd name="T0" fmla="*/ 493597 w 1939925"/>
                <a:gd name="T1" fmla="*/ 1733079 h 1768475"/>
                <a:gd name="T2" fmla="*/ 432444 w 1939925"/>
                <a:gd name="T3" fmla="*/ 1731256 h 1768475"/>
                <a:gd name="T4" fmla="*/ 382481 w 1939925"/>
                <a:gd name="T5" fmla="*/ 1692447 h 1768475"/>
                <a:gd name="T6" fmla="*/ 366347 w 1939925"/>
                <a:gd name="T7" fmla="*/ 1634364 h 1768475"/>
                <a:gd name="T8" fmla="*/ 388987 w 1939925"/>
                <a:gd name="T9" fmla="*/ 1577845 h 1768475"/>
                <a:gd name="T10" fmla="*/ 978135 w 1939925"/>
                <a:gd name="T11" fmla="*/ 1097558 h 1768475"/>
                <a:gd name="T12" fmla="*/ 1023934 w 1939925"/>
                <a:gd name="T13" fmla="*/ 1140795 h 1768475"/>
                <a:gd name="T14" fmla="*/ 1033823 w 1939925"/>
                <a:gd name="T15" fmla="*/ 1199919 h 1768475"/>
                <a:gd name="T16" fmla="*/ 1005459 w 1939925"/>
                <a:gd name="T17" fmla="*/ 1254615 h 1768475"/>
                <a:gd name="T18" fmla="*/ 907874 w 1939925"/>
                <a:gd name="T19" fmla="*/ 1091828 h 1768475"/>
                <a:gd name="T20" fmla="*/ 1354102 w 1939925"/>
                <a:gd name="T21" fmla="*/ 401443 h 1768475"/>
                <a:gd name="T22" fmla="*/ 1253373 w 1939925"/>
                <a:gd name="T23" fmla="*/ 436780 h 1768475"/>
                <a:gd name="T24" fmla="*/ 1166143 w 1939925"/>
                <a:gd name="T25" fmla="*/ 503817 h 1768475"/>
                <a:gd name="T26" fmla="*/ 1105912 w 1939925"/>
                <a:gd name="T27" fmla="*/ 593460 h 1768475"/>
                <a:gd name="T28" fmla="*/ 1079172 w 1939925"/>
                <a:gd name="T29" fmla="*/ 694015 h 1768475"/>
                <a:gd name="T30" fmla="*/ 1084624 w 1939925"/>
                <a:gd name="T31" fmla="*/ 797429 h 1768475"/>
                <a:gd name="T32" fmla="*/ 1123047 w 1939925"/>
                <a:gd name="T33" fmla="*/ 895126 h 1768475"/>
                <a:gd name="T34" fmla="*/ 1194440 w 1939925"/>
                <a:gd name="T35" fmla="*/ 979052 h 1768475"/>
                <a:gd name="T36" fmla="*/ 1287641 w 1939925"/>
                <a:gd name="T37" fmla="*/ 1035436 h 1768475"/>
                <a:gd name="T38" fmla="*/ 1390967 w 1939925"/>
                <a:gd name="T39" fmla="*/ 1059341 h 1768475"/>
                <a:gd name="T40" fmla="*/ 1496370 w 1939925"/>
                <a:gd name="T41" fmla="*/ 1051286 h 1768475"/>
                <a:gd name="T42" fmla="*/ 1595282 w 1939925"/>
                <a:gd name="T43" fmla="*/ 1011011 h 1768475"/>
                <a:gd name="T44" fmla="*/ 1679656 w 1939925"/>
                <a:gd name="T45" fmla="*/ 939297 h 1768475"/>
                <a:gd name="T46" fmla="*/ 1734434 w 1939925"/>
                <a:gd name="T47" fmla="*/ 847576 h 1768475"/>
                <a:gd name="T48" fmla="*/ 1756501 w 1939925"/>
                <a:gd name="T49" fmla="*/ 745722 h 1768475"/>
                <a:gd name="T50" fmla="*/ 1745858 w 1939925"/>
                <a:gd name="T51" fmla="*/ 643087 h 1768475"/>
                <a:gd name="T52" fmla="*/ 1701983 w 1939925"/>
                <a:gd name="T53" fmla="*/ 546950 h 1768475"/>
                <a:gd name="T54" fmla="*/ 1626436 w 1939925"/>
                <a:gd name="T55" fmla="*/ 466141 h 1768475"/>
                <a:gd name="T56" fmla="*/ 1531417 w 1939925"/>
                <a:gd name="T57" fmla="*/ 414954 h 1768475"/>
                <a:gd name="T58" fmla="*/ 1427053 w 1939925"/>
                <a:gd name="T59" fmla="*/ 395727 h 1768475"/>
                <a:gd name="T60" fmla="*/ 1512985 w 1939925"/>
                <a:gd name="T61" fmla="*/ 260353 h 1768475"/>
                <a:gd name="T62" fmla="*/ 1657070 w 1939925"/>
                <a:gd name="T63" fmla="*/ 312580 h 1768475"/>
                <a:gd name="T64" fmla="*/ 1781425 w 1939925"/>
                <a:gd name="T65" fmla="*/ 410277 h 1768475"/>
                <a:gd name="T66" fmla="*/ 1865799 w 1939925"/>
                <a:gd name="T67" fmla="*/ 540454 h 1768475"/>
                <a:gd name="T68" fmla="*/ 1903182 w 1939925"/>
                <a:gd name="T69" fmla="*/ 684921 h 1768475"/>
                <a:gd name="T70" fmla="*/ 1893317 w 1939925"/>
                <a:gd name="T71" fmla="*/ 833285 h 1768475"/>
                <a:gd name="T72" fmla="*/ 1836202 w 1939925"/>
                <a:gd name="T73" fmla="*/ 972816 h 1768475"/>
                <a:gd name="T74" fmla="*/ 1732358 w 1939925"/>
                <a:gd name="T75" fmla="*/ 1092339 h 1768475"/>
                <a:gd name="T76" fmla="*/ 1598138 w 1939925"/>
                <a:gd name="T77" fmla="*/ 1171069 h 1768475"/>
                <a:gd name="T78" fmla="*/ 1449639 w 1939925"/>
                <a:gd name="T79" fmla="*/ 1204327 h 1768475"/>
                <a:gd name="T80" fmla="*/ 1298285 w 1939925"/>
                <a:gd name="T81" fmla="*/ 1190816 h 1768475"/>
                <a:gd name="T82" fmla="*/ 1156537 w 1939925"/>
                <a:gd name="T83" fmla="*/ 1131574 h 1768475"/>
                <a:gd name="T84" fmla="*/ 1036855 w 1939925"/>
                <a:gd name="T85" fmla="*/ 1027122 h 1768475"/>
                <a:gd name="T86" fmla="*/ 959751 w 1939925"/>
                <a:gd name="T87" fmla="*/ 894346 h 1768475"/>
                <a:gd name="T88" fmla="*/ 929636 w 1939925"/>
                <a:gd name="T89" fmla="*/ 748060 h 1768475"/>
                <a:gd name="T90" fmla="*/ 946770 w 1939925"/>
                <a:gd name="T91" fmla="*/ 600475 h 1768475"/>
                <a:gd name="T92" fmla="*/ 1011154 w 1939925"/>
                <a:gd name="T93" fmla="*/ 463023 h 1768475"/>
                <a:gd name="T94" fmla="*/ 1120711 w 1939925"/>
                <a:gd name="T95" fmla="*/ 348696 h 1768475"/>
                <a:gd name="T96" fmla="*/ 1258305 w 1939925"/>
                <a:gd name="T97" fmla="*/ 276463 h 1768475"/>
                <a:gd name="T98" fmla="*/ 1408102 w 1939925"/>
                <a:gd name="T99" fmla="*/ 250999 h 1768475"/>
                <a:gd name="T100" fmla="*/ 1083489 w 1939925"/>
                <a:gd name="T101" fmla="*/ 222937 h 1768475"/>
                <a:gd name="T102" fmla="*/ 944546 w 1939925"/>
                <a:gd name="T103" fmla="*/ 340381 h 1768475"/>
                <a:gd name="T104" fmla="*/ 856506 w 1939925"/>
                <a:gd name="T105" fmla="*/ 472636 h 1768475"/>
                <a:gd name="T106" fmla="*/ 807682 w 1939925"/>
                <a:gd name="T107" fmla="*/ 618663 h 1768475"/>
                <a:gd name="T108" fmla="*/ 798333 w 1939925"/>
                <a:gd name="T109" fmla="*/ 770666 h 1768475"/>
                <a:gd name="T110" fmla="*/ 828198 w 1939925"/>
                <a:gd name="T111" fmla="*/ 920849 h 1768475"/>
                <a:gd name="T112" fmla="*/ 7532 w 1939925"/>
                <a:gd name="T113" fmla="*/ 162136 h 1768475"/>
                <a:gd name="T114" fmla="*/ 43371 w 1939925"/>
                <a:gd name="T115" fmla="*/ 49888 h 1768475"/>
                <a:gd name="T116" fmla="*/ 126736 w 1939925"/>
                <a:gd name="T117" fmla="*/ 5977 h 176847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939925" h="1768475">
                  <a:moveTo>
                    <a:pt x="829650" y="1186581"/>
                  </a:moveTo>
                  <a:lnTo>
                    <a:pt x="972217" y="1327678"/>
                  </a:lnTo>
                  <a:lnTo>
                    <a:pt x="545575" y="1739831"/>
                  </a:lnTo>
                  <a:lnTo>
                    <a:pt x="541865" y="1743544"/>
                  </a:lnTo>
                  <a:lnTo>
                    <a:pt x="537890" y="1746727"/>
                  </a:lnTo>
                  <a:lnTo>
                    <a:pt x="533650" y="1749645"/>
                  </a:lnTo>
                  <a:lnTo>
                    <a:pt x="529675" y="1752297"/>
                  </a:lnTo>
                  <a:lnTo>
                    <a:pt x="525435" y="1755214"/>
                  </a:lnTo>
                  <a:lnTo>
                    <a:pt x="520930" y="1757601"/>
                  </a:lnTo>
                  <a:lnTo>
                    <a:pt x="516425" y="1759458"/>
                  </a:lnTo>
                  <a:lnTo>
                    <a:pt x="511921" y="1761314"/>
                  </a:lnTo>
                  <a:lnTo>
                    <a:pt x="507416" y="1763171"/>
                  </a:lnTo>
                  <a:lnTo>
                    <a:pt x="502646" y="1764762"/>
                  </a:lnTo>
                  <a:lnTo>
                    <a:pt x="497876" y="1765823"/>
                  </a:lnTo>
                  <a:lnTo>
                    <a:pt x="493106" y="1766619"/>
                  </a:lnTo>
                  <a:lnTo>
                    <a:pt x="488336" y="1767680"/>
                  </a:lnTo>
                  <a:lnTo>
                    <a:pt x="483566" y="1768210"/>
                  </a:lnTo>
                  <a:lnTo>
                    <a:pt x="478531" y="1768475"/>
                  </a:lnTo>
                  <a:lnTo>
                    <a:pt x="473761" y="1768475"/>
                  </a:lnTo>
                  <a:lnTo>
                    <a:pt x="468991" y="1768475"/>
                  </a:lnTo>
                  <a:lnTo>
                    <a:pt x="463956" y="1767945"/>
                  </a:lnTo>
                  <a:lnTo>
                    <a:pt x="459186" y="1767414"/>
                  </a:lnTo>
                  <a:lnTo>
                    <a:pt x="454417" y="1766619"/>
                  </a:lnTo>
                  <a:lnTo>
                    <a:pt x="449647" y="1765558"/>
                  </a:lnTo>
                  <a:lnTo>
                    <a:pt x="444877" y="1764232"/>
                  </a:lnTo>
                  <a:lnTo>
                    <a:pt x="440372" y="1762906"/>
                  </a:lnTo>
                  <a:lnTo>
                    <a:pt x="435602" y="1761049"/>
                  </a:lnTo>
                  <a:lnTo>
                    <a:pt x="431097" y="1758927"/>
                  </a:lnTo>
                  <a:lnTo>
                    <a:pt x="426857" y="1756805"/>
                  </a:lnTo>
                  <a:lnTo>
                    <a:pt x="422352" y="1754419"/>
                  </a:lnTo>
                  <a:lnTo>
                    <a:pt x="418112" y="1751766"/>
                  </a:lnTo>
                  <a:lnTo>
                    <a:pt x="413872" y="1749114"/>
                  </a:lnTo>
                  <a:lnTo>
                    <a:pt x="410162" y="1745931"/>
                  </a:lnTo>
                  <a:lnTo>
                    <a:pt x="406187" y="1742484"/>
                  </a:lnTo>
                  <a:lnTo>
                    <a:pt x="402212" y="1739036"/>
                  </a:lnTo>
                  <a:lnTo>
                    <a:pt x="398768" y="1735323"/>
                  </a:lnTo>
                  <a:lnTo>
                    <a:pt x="395323" y="1731610"/>
                  </a:lnTo>
                  <a:lnTo>
                    <a:pt x="392143" y="1727366"/>
                  </a:lnTo>
                  <a:lnTo>
                    <a:pt x="389493" y="1723388"/>
                  </a:lnTo>
                  <a:lnTo>
                    <a:pt x="386843" y="1719409"/>
                  </a:lnTo>
                  <a:lnTo>
                    <a:pt x="384458" y="1714901"/>
                  </a:lnTo>
                  <a:lnTo>
                    <a:pt x="382338" y="1710657"/>
                  </a:lnTo>
                  <a:lnTo>
                    <a:pt x="380218" y="1706148"/>
                  </a:lnTo>
                  <a:lnTo>
                    <a:pt x="378363" y="1701640"/>
                  </a:lnTo>
                  <a:lnTo>
                    <a:pt x="377038" y="1696866"/>
                  </a:lnTo>
                  <a:lnTo>
                    <a:pt x="375713" y="1692357"/>
                  </a:lnTo>
                  <a:lnTo>
                    <a:pt x="374918" y="1687583"/>
                  </a:lnTo>
                  <a:lnTo>
                    <a:pt x="373858" y="1682809"/>
                  </a:lnTo>
                  <a:lnTo>
                    <a:pt x="373328" y="1678565"/>
                  </a:lnTo>
                  <a:lnTo>
                    <a:pt x="373063" y="1673791"/>
                  </a:lnTo>
                  <a:lnTo>
                    <a:pt x="373063" y="1669017"/>
                  </a:lnTo>
                  <a:lnTo>
                    <a:pt x="373063" y="1664243"/>
                  </a:lnTo>
                  <a:lnTo>
                    <a:pt x="373593" y="1659469"/>
                  </a:lnTo>
                  <a:lnTo>
                    <a:pt x="374388" y="1654695"/>
                  </a:lnTo>
                  <a:lnTo>
                    <a:pt x="374918" y="1649921"/>
                  </a:lnTo>
                  <a:lnTo>
                    <a:pt x="375978" y="1645413"/>
                  </a:lnTo>
                  <a:lnTo>
                    <a:pt x="377303" y="1640639"/>
                  </a:lnTo>
                  <a:lnTo>
                    <a:pt x="379158" y="1636130"/>
                  </a:lnTo>
                  <a:lnTo>
                    <a:pt x="380483" y="1631621"/>
                  </a:lnTo>
                  <a:lnTo>
                    <a:pt x="382603" y="1627113"/>
                  </a:lnTo>
                  <a:lnTo>
                    <a:pt x="384988" y="1622869"/>
                  </a:lnTo>
                  <a:lnTo>
                    <a:pt x="387373" y="1618625"/>
                  </a:lnTo>
                  <a:lnTo>
                    <a:pt x="390023" y="1614382"/>
                  </a:lnTo>
                  <a:lnTo>
                    <a:pt x="392938" y="1610404"/>
                  </a:lnTo>
                  <a:lnTo>
                    <a:pt x="396118" y="1606690"/>
                  </a:lnTo>
                  <a:lnTo>
                    <a:pt x="399563" y="1602712"/>
                  </a:lnTo>
                  <a:lnTo>
                    <a:pt x="403272" y="1599264"/>
                  </a:lnTo>
                  <a:lnTo>
                    <a:pt x="829650" y="1186581"/>
                  </a:lnTo>
                  <a:close/>
                  <a:moveTo>
                    <a:pt x="953403" y="1108075"/>
                  </a:moveTo>
                  <a:lnTo>
                    <a:pt x="958173" y="1108340"/>
                  </a:lnTo>
                  <a:lnTo>
                    <a:pt x="963208" y="1108606"/>
                  </a:lnTo>
                  <a:lnTo>
                    <a:pt x="967978" y="1109136"/>
                  </a:lnTo>
                  <a:lnTo>
                    <a:pt x="972747" y="1109932"/>
                  </a:lnTo>
                  <a:lnTo>
                    <a:pt x="977517" y="1110993"/>
                  </a:lnTo>
                  <a:lnTo>
                    <a:pt x="982287" y="1112053"/>
                  </a:lnTo>
                  <a:lnTo>
                    <a:pt x="986792" y="1113910"/>
                  </a:lnTo>
                  <a:lnTo>
                    <a:pt x="991562" y="1115501"/>
                  </a:lnTo>
                  <a:lnTo>
                    <a:pt x="996067" y="1117623"/>
                  </a:lnTo>
                  <a:lnTo>
                    <a:pt x="1000307" y="1119480"/>
                  </a:lnTo>
                  <a:lnTo>
                    <a:pt x="1004547" y="1121867"/>
                  </a:lnTo>
                  <a:lnTo>
                    <a:pt x="1009052" y="1124784"/>
                  </a:lnTo>
                  <a:lnTo>
                    <a:pt x="1013292" y="1127701"/>
                  </a:lnTo>
                  <a:lnTo>
                    <a:pt x="1017002" y="1130619"/>
                  </a:lnTo>
                  <a:lnTo>
                    <a:pt x="1020977" y="1133802"/>
                  </a:lnTo>
                  <a:lnTo>
                    <a:pt x="1024952" y="1137515"/>
                  </a:lnTo>
                  <a:lnTo>
                    <a:pt x="1028396" y="1140963"/>
                  </a:lnTo>
                  <a:lnTo>
                    <a:pt x="1031576" y="1144941"/>
                  </a:lnTo>
                  <a:lnTo>
                    <a:pt x="1034756" y="1149184"/>
                  </a:lnTo>
                  <a:lnTo>
                    <a:pt x="1037671" y="1152897"/>
                  </a:lnTo>
                  <a:lnTo>
                    <a:pt x="1040321" y="1157141"/>
                  </a:lnTo>
                  <a:lnTo>
                    <a:pt x="1042706" y="1161650"/>
                  </a:lnTo>
                  <a:lnTo>
                    <a:pt x="1044826" y="1165893"/>
                  </a:lnTo>
                  <a:lnTo>
                    <a:pt x="1046946" y="1170402"/>
                  </a:lnTo>
                  <a:lnTo>
                    <a:pt x="1048801" y="1174646"/>
                  </a:lnTo>
                  <a:lnTo>
                    <a:pt x="1049861" y="1179420"/>
                  </a:lnTo>
                  <a:lnTo>
                    <a:pt x="1051451" y="1183928"/>
                  </a:lnTo>
                  <a:lnTo>
                    <a:pt x="1052246" y="1188702"/>
                  </a:lnTo>
                  <a:lnTo>
                    <a:pt x="1053041" y="1193476"/>
                  </a:lnTo>
                  <a:lnTo>
                    <a:pt x="1053836" y="1197985"/>
                  </a:lnTo>
                  <a:lnTo>
                    <a:pt x="1054101" y="1202759"/>
                  </a:lnTo>
                  <a:lnTo>
                    <a:pt x="1054101" y="1207533"/>
                  </a:lnTo>
                  <a:lnTo>
                    <a:pt x="1053836" y="1212307"/>
                  </a:lnTo>
                  <a:lnTo>
                    <a:pt x="1053571" y="1217081"/>
                  </a:lnTo>
                  <a:lnTo>
                    <a:pt x="1052776" y="1221855"/>
                  </a:lnTo>
                  <a:lnTo>
                    <a:pt x="1051981" y="1226629"/>
                  </a:lnTo>
                  <a:lnTo>
                    <a:pt x="1051186" y="1231138"/>
                  </a:lnTo>
                  <a:lnTo>
                    <a:pt x="1049596" y="1235912"/>
                  </a:lnTo>
                  <a:lnTo>
                    <a:pt x="1048006" y="1240420"/>
                  </a:lnTo>
                  <a:lnTo>
                    <a:pt x="1046416" y="1244929"/>
                  </a:lnTo>
                  <a:lnTo>
                    <a:pt x="1044561" y="1249438"/>
                  </a:lnTo>
                  <a:lnTo>
                    <a:pt x="1042176" y="1253681"/>
                  </a:lnTo>
                  <a:lnTo>
                    <a:pt x="1039791" y="1257925"/>
                  </a:lnTo>
                  <a:lnTo>
                    <a:pt x="1037141" y="1262168"/>
                  </a:lnTo>
                  <a:lnTo>
                    <a:pt x="1033961" y="1266147"/>
                  </a:lnTo>
                  <a:lnTo>
                    <a:pt x="1031046" y="1269860"/>
                  </a:lnTo>
                  <a:lnTo>
                    <a:pt x="1027601" y="1273838"/>
                  </a:lnTo>
                  <a:lnTo>
                    <a:pt x="1023892" y="1277551"/>
                  </a:lnTo>
                  <a:lnTo>
                    <a:pt x="1018592" y="1282856"/>
                  </a:lnTo>
                  <a:lnTo>
                    <a:pt x="876024" y="1141758"/>
                  </a:lnTo>
                  <a:lnTo>
                    <a:pt x="881589" y="1136719"/>
                  </a:lnTo>
                  <a:lnTo>
                    <a:pt x="885299" y="1133006"/>
                  </a:lnTo>
                  <a:lnTo>
                    <a:pt x="889274" y="1129823"/>
                  </a:lnTo>
                  <a:lnTo>
                    <a:pt x="893514" y="1126641"/>
                  </a:lnTo>
                  <a:lnTo>
                    <a:pt x="897489" y="1123988"/>
                  </a:lnTo>
                  <a:lnTo>
                    <a:pt x="901729" y="1121336"/>
                  </a:lnTo>
                  <a:lnTo>
                    <a:pt x="906234" y="1118949"/>
                  </a:lnTo>
                  <a:lnTo>
                    <a:pt x="910738" y="1116827"/>
                  </a:lnTo>
                  <a:lnTo>
                    <a:pt x="915243" y="1115236"/>
                  </a:lnTo>
                  <a:lnTo>
                    <a:pt x="919748" y="1113380"/>
                  </a:lnTo>
                  <a:lnTo>
                    <a:pt x="924518" y="1111788"/>
                  </a:lnTo>
                  <a:lnTo>
                    <a:pt x="929288" y="1110727"/>
                  </a:lnTo>
                  <a:lnTo>
                    <a:pt x="934058" y="1109666"/>
                  </a:lnTo>
                  <a:lnTo>
                    <a:pt x="938828" y="1108871"/>
                  </a:lnTo>
                  <a:lnTo>
                    <a:pt x="943598" y="1108606"/>
                  </a:lnTo>
                  <a:lnTo>
                    <a:pt x="948633" y="1108340"/>
                  </a:lnTo>
                  <a:lnTo>
                    <a:pt x="953403" y="1108075"/>
                  </a:lnTo>
                  <a:close/>
                  <a:moveTo>
                    <a:pt x="1428629" y="402961"/>
                  </a:moveTo>
                  <a:lnTo>
                    <a:pt x="1420169" y="403755"/>
                  </a:lnTo>
                  <a:lnTo>
                    <a:pt x="1411974" y="404284"/>
                  </a:lnTo>
                  <a:lnTo>
                    <a:pt x="1403514" y="405078"/>
                  </a:lnTo>
                  <a:lnTo>
                    <a:pt x="1395318" y="406136"/>
                  </a:lnTo>
                  <a:lnTo>
                    <a:pt x="1387123" y="407194"/>
                  </a:lnTo>
                  <a:lnTo>
                    <a:pt x="1378927" y="408782"/>
                  </a:lnTo>
                  <a:lnTo>
                    <a:pt x="1370467" y="410105"/>
                  </a:lnTo>
                  <a:lnTo>
                    <a:pt x="1362536" y="411957"/>
                  </a:lnTo>
                  <a:lnTo>
                    <a:pt x="1354605" y="414074"/>
                  </a:lnTo>
                  <a:lnTo>
                    <a:pt x="1346409" y="416190"/>
                  </a:lnTo>
                  <a:lnTo>
                    <a:pt x="1338478" y="418571"/>
                  </a:lnTo>
                  <a:lnTo>
                    <a:pt x="1330547" y="421217"/>
                  </a:lnTo>
                  <a:lnTo>
                    <a:pt x="1322352" y="423863"/>
                  </a:lnTo>
                  <a:lnTo>
                    <a:pt x="1314685" y="426774"/>
                  </a:lnTo>
                  <a:lnTo>
                    <a:pt x="1307018" y="430213"/>
                  </a:lnTo>
                  <a:lnTo>
                    <a:pt x="1299351" y="433388"/>
                  </a:lnTo>
                  <a:lnTo>
                    <a:pt x="1291420" y="436828"/>
                  </a:lnTo>
                  <a:lnTo>
                    <a:pt x="1283753" y="440796"/>
                  </a:lnTo>
                  <a:lnTo>
                    <a:pt x="1276351" y="444765"/>
                  </a:lnTo>
                  <a:lnTo>
                    <a:pt x="1268948" y="448734"/>
                  </a:lnTo>
                  <a:lnTo>
                    <a:pt x="1261546" y="452967"/>
                  </a:lnTo>
                  <a:lnTo>
                    <a:pt x="1254408" y="457465"/>
                  </a:lnTo>
                  <a:lnTo>
                    <a:pt x="1247270" y="462228"/>
                  </a:lnTo>
                  <a:lnTo>
                    <a:pt x="1240132" y="466990"/>
                  </a:lnTo>
                  <a:lnTo>
                    <a:pt x="1232994" y="472282"/>
                  </a:lnTo>
                  <a:lnTo>
                    <a:pt x="1226120" y="477309"/>
                  </a:lnTo>
                  <a:lnTo>
                    <a:pt x="1219246" y="483130"/>
                  </a:lnTo>
                  <a:lnTo>
                    <a:pt x="1212637" y="488686"/>
                  </a:lnTo>
                  <a:lnTo>
                    <a:pt x="1206292" y="494771"/>
                  </a:lnTo>
                  <a:lnTo>
                    <a:pt x="1199683" y="500592"/>
                  </a:lnTo>
                  <a:lnTo>
                    <a:pt x="1193338" y="506942"/>
                  </a:lnTo>
                  <a:lnTo>
                    <a:pt x="1187522" y="513028"/>
                  </a:lnTo>
                  <a:lnTo>
                    <a:pt x="1181441" y="519642"/>
                  </a:lnTo>
                  <a:lnTo>
                    <a:pt x="1175889" y="526257"/>
                  </a:lnTo>
                  <a:lnTo>
                    <a:pt x="1170338" y="532871"/>
                  </a:lnTo>
                  <a:lnTo>
                    <a:pt x="1165050" y="539486"/>
                  </a:lnTo>
                  <a:lnTo>
                    <a:pt x="1160027" y="546365"/>
                  </a:lnTo>
                  <a:lnTo>
                    <a:pt x="1155004" y="553509"/>
                  </a:lnTo>
                  <a:lnTo>
                    <a:pt x="1150245" y="560388"/>
                  </a:lnTo>
                  <a:lnTo>
                    <a:pt x="1145751" y="567532"/>
                  </a:lnTo>
                  <a:lnTo>
                    <a:pt x="1141785" y="574940"/>
                  </a:lnTo>
                  <a:lnTo>
                    <a:pt x="1137555" y="582084"/>
                  </a:lnTo>
                  <a:lnTo>
                    <a:pt x="1133590" y="589492"/>
                  </a:lnTo>
                  <a:lnTo>
                    <a:pt x="1129889" y="596901"/>
                  </a:lnTo>
                  <a:lnTo>
                    <a:pt x="1126187" y="604309"/>
                  </a:lnTo>
                  <a:lnTo>
                    <a:pt x="1123015" y="612246"/>
                  </a:lnTo>
                  <a:lnTo>
                    <a:pt x="1119843" y="619919"/>
                  </a:lnTo>
                  <a:lnTo>
                    <a:pt x="1116934" y="627328"/>
                  </a:lnTo>
                  <a:lnTo>
                    <a:pt x="1114291" y="635265"/>
                  </a:lnTo>
                  <a:lnTo>
                    <a:pt x="1111647" y="643203"/>
                  </a:lnTo>
                  <a:lnTo>
                    <a:pt x="1109532" y="650876"/>
                  </a:lnTo>
                  <a:lnTo>
                    <a:pt x="1107153" y="658813"/>
                  </a:lnTo>
                  <a:lnTo>
                    <a:pt x="1105302" y="666486"/>
                  </a:lnTo>
                  <a:lnTo>
                    <a:pt x="1103716" y="674688"/>
                  </a:lnTo>
                  <a:lnTo>
                    <a:pt x="1102130" y="682626"/>
                  </a:lnTo>
                  <a:lnTo>
                    <a:pt x="1100808" y="690828"/>
                  </a:lnTo>
                  <a:lnTo>
                    <a:pt x="1099750" y="698765"/>
                  </a:lnTo>
                  <a:lnTo>
                    <a:pt x="1098957" y="706703"/>
                  </a:lnTo>
                  <a:lnTo>
                    <a:pt x="1097900" y="715169"/>
                  </a:lnTo>
                  <a:lnTo>
                    <a:pt x="1097371" y="723107"/>
                  </a:lnTo>
                  <a:lnTo>
                    <a:pt x="1097107" y="731044"/>
                  </a:lnTo>
                  <a:lnTo>
                    <a:pt x="1097107" y="739246"/>
                  </a:lnTo>
                  <a:lnTo>
                    <a:pt x="1097107" y="747449"/>
                  </a:lnTo>
                  <a:lnTo>
                    <a:pt x="1097371" y="755651"/>
                  </a:lnTo>
                  <a:lnTo>
                    <a:pt x="1097635" y="763588"/>
                  </a:lnTo>
                  <a:lnTo>
                    <a:pt x="1098164" y="771526"/>
                  </a:lnTo>
                  <a:lnTo>
                    <a:pt x="1099221" y="779992"/>
                  </a:lnTo>
                  <a:lnTo>
                    <a:pt x="1100279" y="787930"/>
                  </a:lnTo>
                  <a:lnTo>
                    <a:pt x="1101601" y="796132"/>
                  </a:lnTo>
                  <a:lnTo>
                    <a:pt x="1102923" y="804069"/>
                  </a:lnTo>
                  <a:lnTo>
                    <a:pt x="1104509" y="812007"/>
                  </a:lnTo>
                  <a:lnTo>
                    <a:pt x="1106360" y="819944"/>
                  </a:lnTo>
                  <a:lnTo>
                    <a:pt x="1108475" y="827882"/>
                  </a:lnTo>
                  <a:lnTo>
                    <a:pt x="1110854" y="835819"/>
                  </a:lnTo>
                  <a:lnTo>
                    <a:pt x="1113233" y="843757"/>
                  </a:lnTo>
                  <a:lnTo>
                    <a:pt x="1115877" y="851430"/>
                  </a:lnTo>
                  <a:lnTo>
                    <a:pt x="1118521" y="859103"/>
                  </a:lnTo>
                  <a:lnTo>
                    <a:pt x="1121429" y="866776"/>
                  </a:lnTo>
                  <a:lnTo>
                    <a:pt x="1124601" y="874449"/>
                  </a:lnTo>
                  <a:lnTo>
                    <a:pt x="1128302" y="882121"/>
                  </a:lnTo>
                  <a:lnTo>
                    <a:pt x="1131739" y="889530"/>
                  </a:lnTo>
                  <a:lnTo>
                    <a:pt x="1135705" y="896938"/>
                  </a:lnTo>
                  <a:lnTo>
                    <a:pt x="1139670" y="904346"/>
                  </a:lnTo>
                  <a:lnTo>
                    <a:pt x="1143636" y="911490"/>
                  </a:lnTo>
                  <a:lnTo>
                    <a:pt x="1148130" y="918634"/>
                  </a:lnTo>
                  <a:lnTo>
                    <a:pt x="1152889" y="925778"/>
                  </a:lnTo>
                  <a:lnTo>
                    <a:pt x="1157648" y="932921"/>
                  </a:lnTo>
                  <a:lnTo>
                    <a:pt x="1162671" y="939801"/>
                  </a:lnTo>
                  <a:lnTo>
                    <a:pt x="1167958" y="946680"/>
                  </a:lnTo>
                  <a:lnTo>
                    <a:pt x="1173510" y="953294"/>
                  </a:lnTo>
                  <a:lnTo>
                    <a:pt x="1178798" y="959909"/>
                  </a:lnTo>
                  <a:lnTo>
                    <a:pt x="1184878" y="966524"/>
                  </a:lnTo>
                  <a:lnTo>
                    <a:pt x="1190694" y="972874"/>
                  </a:lnTo>
                  <a:lnTo>
                    <a:pt x="1197039" y="979224"/>
                  </a:lnTo>
                  <a:lnTo>
                    <a:pt x="1203120" y="985309"/>
                  </a:lnTo>
                  <a:lnTo>
                    <a:pt x="1209729" y="991130"/>
                  </a:lnTo>
                  <a:lnTo>
                    <a:pt x="1216338" y="996951"/>
                  </a:lnTo>
                  <a:lnTo>
                    <a:pt x="1223212" y="1002507"/>
                  </a:lnTo>
                  <a:lnTo>
                    <a:pt x="1230086" y="1007799"/>
                  </a:lnTo>
                  <a:lnTo>
                    <a:pt x="1236695" y="1013090"/>
                  </a:lnTo>
                  <a:lnTo>
                    <a:pt x="1243833" y="1017853"/>
                  </a:lnTo>
                  <a:lnTo>
                    <a:pt x="1250971" y="1022615"/>
                  </a:lnTo>
                  <a:lnTo>
                    <a:pt x="1258109" y="1027378"/>
                  </a:lnTo>
                  <a:lnTo>
                    <a:pt x="1265776" y="1031876"/>
                  </a:lnTo>
                  <a:lnTo>
                    <a:pt x="1273178" y="1036109"/>
                  </a:lnTo>
                  <a:lnTo>
                    <a:pt x="1280581" y="1040078"/>
                  </a:lnTo>
                  <a:lnTo>
                    <a:pt x="1287983" y="1043782"/>
                  </a:lnTo>
                  <a:lnTo>
                    <a:pt x="1295650" y="1047486"/>
                  </a:lnTo>
                  <a:lnTo>
                    <a:pt x="1303317" y="1050926"/>
                  </a:lnTo>
                  <a:lnTo>
                    <a:pt x="1311248" y="1054365"/>
                  </a:lnTo>
                  <a:lnTo>
                    <a:pt x="1318915" y="1057276"/>
                  </a:lnTo>
                  <a:lnTo>
                    <a:pt x="1326846" y="1060186"/>
                  </a:lnTo>
                  <a:lnTo>
                    <a:pt x="1334513" y="1062832"/>
                  </a:lnTo>
                  <a:lnTo>
                    <a:pt x="1342708" y="1065213"/>
                  </a:lnTo>
                  <a:lnTo>
                    <a:pt x="1350639" y="1067330"/>
                  </a:lnTo>
                  <a:lnTo>
                    <a:pt x="1358835" y="1069446"/>
                  </a:lnTo>
                  <a:lnTo>
                    <a:pt x="1367030" y="1071563"/>
                  </a:lnTo>
                  <a:lnTo>
                    <a:pt x="1374962" y="1072886"/>
                  </a:lnTo>
                  <a:lnTo>
                    <a:pt x="1383422" y="1074738"/>
                  </a:lnTo>
                  <a:lnTo>
                    <a:pt x="1391353" y="1076061"/>
                  </a:lnTo>
                  <a:lnTo>
                    <a:pt x="1399813" y="1077119"/>
                  </a:lnTo>
                  <a:lnTo>
                    <a:pt x="1408008" y="1078178"/>
                  </a:lnTo>
                  <a:lnTo>
                    <a:pt x="1416468" y="1078707"/>
                  </a:lnTo>
                  <a:lnTo>
                    <a:pt x="1424399" y="1079236"/>
                  </a:lnTo>
                  <a:lnTo>
                    <a:pt x="1432859" y="1079501"/>
                  </a:lnTo>
                  <a:lnTo>
                    <a:pt x="1441055" y="1079765"/>
                  </a:lnTo>
                  <a:lnTo>
                    <a:pt x="1449515" y="1079501"/>
                  </a:lnTo>
                  <a:lnTo>
                    <a:pt x="1457710" y="1079501"/>
                  </a:lnTo>
                  <a:lnTo>
                    <a:pt x="1465906" y="1078971"/>
                  </a:lnTo>
                  <a:lnTo>
                    <a:pt x="1474366" y="1078442"/>
                  </a:lnTo>
                  <a:lnTo>
                    <a:pt x="1482561" y="1077384"/>
                  </a:lnTo>
                  <a:lnTo>
                    <a:pt x="1490757" y="1076590"/>
                  </a:lnTo>
                  <a:lnTo>
                    <a:pt x="1498952" y="1075267"/>
                  </a:lnTo>
                  <a:lnTo>
                    <a:pt x="1507412" y="1073944"/>
                  </a:lnTo>
                  <a:lnTo>
                    <a:pt x="1515343" y="1072357"/>
                  </a:lnTo>
                  <a:lnTo>
                    <a:pt x="1523803" y="1070505"/>
                  </a:lnTo>
                  <a:lnTo>
                    <a:pt x="1531734" y="1068653"/>
                  </a:lnTo>
                  <a:lnTo>
                    <a:pt x="1539666" y="1066536"/>
                  </a:lnTo>
                  <a:lnTo>
                    <a:pt x="1547861" y="1064155"/>
                  </a:lnTo>
                  <a:lnTo>
                    <a:pt x="1555792" y="1061509"/>
                  </a:lnTo>
                  <a:lnTo>
                    <a:pt x="1563459" y="1058599"/>
                  </a:lnTo>
                  <a:lnTo>
                    <a:pt x="1571655" y="1055688"/>
                  </a:lnTo>
                  <a:lnTo>
                    <a:pt x="1579321" y="1052513"/>
                  </a:lnTo>
                  <a:lnTo>
                    <a:pt x="1586988" y="1049074"/>
                  </a:lnTo>
                  <a:lnTo>
                    <a:pt x="1594655" y="1045634"/>
                  </a:lnTo>
                  <a:lnTo>
                    <a:pt x="1602322" y="1041930"/>
                  </a:lnTo>
                  <a:lnTo>
                    <a:pt x="1609988" y="1037961"/>
                  </a:lnTo>
                  <a:lnTo>
                    <a:pt x="1617391" y="1033728"/>
                  </a:lnTo>
                  <a:lnTo>
                    <a:pt x="1624529" y="1029494"/>
                  </a:lnTo>
                  <a:lnTo>
                    <a:pt x="1631931" y="1024996"/>
                  </a:lnTo>
                  <a:lnTo>
                    <a:pt x="1639069" y="1020234"/>
                  </a:lnTo>
                  <a:lnTo>
                    <a:pt x="1646208" y="1015471"/>
                  </a:lnTo>
                  <a:lnTo>
                    <a:pt x="1653081" y="1010180"/>
                  </a:lnTo>
                  <a:lnTo>
                    <a:pt x="1659955" y="1005153"/>
                  </a:lnTo>
                  <a:lnTo>
                    <a:pt x="1666829" y="999596"/>
                  </a:lnTo>
                  <a:lnTo>
                    <a:pt x="1673438" y="993776"/>
                  </a:lnTo>
                  <a:lnTo>
                    <a:pt x="1680047" y="987955"/>
                  </a:lnTo>
                  <a:lnTo>
                    <a:pt x="1686392" y="981869"/>
                  </a:lnTo>
                  <a:lnTo>
                    <a:pt x="1692473" y="975784"/>
                  </a:lnTo>
                  <a:lnTo>
                    <a:pt x="1698818" y="969434"/>
                  </a:lnTo>
                  <a:lnTo>
                    <a:pt x="1704898" y="962819"/>
                  </a:lnTo>
                  <a:lnTo>
                    <a:pt x="1710450" y="956469"/>
                  </a:lnTo>
                  <a:lnTo>
                    <a:pt x="1715737" y="949855"/>
                  </a:lnTo>
                  <a:lnTo>
                    <a:pt x="1721025" y="942976"/>
                  </a:lnTo>
                  <a:lnTo>
                    <a:pt x="1726048" y="936096"/>
                  </a:lnTo>
                  <a:lnTo>
                    <a:pt x="1731335" y="929217"/>
                  </a:lnTo>
                  <a:lnTo>
                    <a:pt x="1735565" y="922074"/>
                  </a:lnTo>
                  <a:lnTo>
                    <a:pt x="1740060" y="914930"/>
                  </a:lnTo>
                  <a:lnTo>
                    <a:pt x="1744554" y="907786"/>
                  </a:lnTo>
                  <a:lnTo>
                    <a:pt x="1748784" y="900378"/>
                  </a:lnTo>
                  <a:lnTo>
                    <a:pt x="1752750" y="892969"/>
                  </a:lnTo>
                  <a:lnTo>
                    <a:pt x="1756186" y="885561"/>
                  </a:lnTo>
                  <a:lnTo>
                    <a:pt x="1759888" y="878153"/>
                  </a:lnTo>
                  <a:lnTo>
                    <a:pt x="1763060" y="870480"/>
                  </a:lnTo>
                  <a:lnTo>
                    <a:pt x="1766232" y="863071"/>
                  </a:lnTo>
                  <a:lnTo>
                    <a:pt x="1769405" y="855134"/>
                  </a:lnTo>
                  <a:lnTo>
                    <a:pt x="1772049" y="847461"/>
                  </a:lnTo>
                  <a:lnTo>
                    <a:pt x="1774428" y="839524"/>
                  </a:lnTo>
                  <a:lnTo>
                    <a:pt x="1776807" y="831851"/>
                  </a:lnTo>
                  <a:lnTo>
                    <a:pt x="1778922" y="823649"/>
                  </a:lnTo>
                  <a:lnTo>
                    <a:pt x="1780773" y="815976"/>
                  </a:lnTo>
                  <a:lnTo>
                    <a:pt x="1782624" y="808038"/>
                  </a:lnTo>
                  <a:lnTo>
                    <a:pt x="1784210" y="799836"/>
                  </a:lnTo>
                  <a:lnTo>
                    <a:pt x="1785267" y="791899"/>
                  </a:lnTo>
                  <a:lnTo>
                    <a:pt x="1786589" y="783961"/>
                  </a:lnTo>
                  <a:lnTo>
                    <a:pt x="1787382" y="775759"/>
                  </a:lnTo>
                  <a:lnTo>
                    <a:pt x="1788440" y="767821"/>
                  </a:lnTo>
                  <a:lnTo>
                    <a:pt x="1788704" y="759355"/>
                  </a:lnTo>
                  <a:lnTo>
                    <a:pt x="1789233" y="751417"/>
                  </a:lnTo>
                  <a:lnTo>
                    <a:pt x="1789233" y="743480"/>
                  </a:lnTo>
                  <a:lnTo>
                    <a:pt x="1789233" y="735278"/>
                  </a:lnTo>
                  <a:lnTo>
                    <a:pt x="1788968" y="727076"/>
                  </a:lnTo>
                  <a:lnTo>
                    <a:pt x="1788704" y="718874"/>
                  </a:lnTo>
                  <a:lnTo>
                    <a:pt x="1787647" y="710936"/>
                  </a:lnTo>
                  <a:lnTo>
                    <a:pt x="1787118" y="702999"/>
                  </a:lnTo>
                  <a:lnTo>
                    <a:pt x="1786060" y="694796"/>
                  </a:lnTo>
                  <a:lnTo>
                    <a:pt x="1784739" y="686594"/>
                  </a:lnTo>
                  <a:lnTo>
                    <a:pt x="1783152" y="678392"/>
                  </a:lnTo>
                  <a:lnTo>
                    <a:pt x="1781830" y="670719"/>
                  </a:lnTo>
                  <a:lnTo>
                    <a:pt x="1779715" y="662782"/>
                  </a:lnTo>
                  <a:lnTo>
                    <a:pt x="1777865" y="654844"/>
                  </a:lnTo>
                  <a:lnTo>
                    <a:pt x="1775486" y="646907"/>
                  </a:lnTo>
                  <a:lnTo>
                    <a:pt x="1773106" y="638969"/>
                  </a:lnTo>
                  <a:lnTo>
                    <a:pt x="1770462" y="631296"/>
                  </a:lnTo>
                  <a:lnTo>
                    <a:pt x="1767554" y="623359"/>
                  </a:lnTo>
                  <a:lnTo>
                    <a:pt x="1764646" y="615686"/>
                  </a:lnTo>
                  <a:lnTo>
                    <a:pt x="1761209" y="608278"/>
                  </a:lnTo>
                  <a:lnTo>
                    <a:pt x="1758037" y="600605"/>
                  </a:lnTo>
                  <a:lnTo>
                    <a:pt x="1754336" y="593196"/>
                  </a:lnTo>
                  <a:lnTo>
                    <a:pt x="1750634" y="585788"/>
                  </a:lnTo>
                  <a:lnTo>
                    <a:pt x="1746405" y="578380"/>
                  </a:lnTo>
                  <a:lnTo>
                    <a:pt x="1742175" y="571236"/>
                  </a:lnTo>
                  <a:lnTo>
                    <a:pt x="1737680" y="564092"/>
                  </a:lnTo>
                  <a:lnTo>
                    <a:pt x="1733186" y="556949"/>
                  </a:lnTo>
                  <a:lnTo>
                    <a:pt x="1728427" y="549805"/>
                  </a:lnTo>
                  <a:lnTo>
                    <a:pt x="1723404" y="542926"/>
                  </a:lnTo>
                  <a:lnTo>
                    <a:pt x="1718117" y="536046"/>
                  </a:lnTo>
                  <a:lnTo>
                    <a:pt x="1712829" y="529167"/>
                  </a:lnTo>
                  <a:lnTo>
                    <a:pt x="1707278" y="522553"/>
                  </a:lnTo>
                  <a:lnTo>
                    <a:pt x="1701461" y="516203"/>
                  </a:lnTo>
                  <a:lnTo>
                    <a:pt x="1695381" y="509853"/>
                  </a:lnTo>
                  <a:lnTo>
                    <a:pt x="1689300" y="503238"/>
                  </a:lnTo>
                  <a:lnTo>
                    <a:pt x="1682691" y="497417"/>
                  </a:lnTo>
                  <a:lnTo>
                    <a:pt x="1676346" y="491332"/>
                  </a:lnTo>
                  <a:lnTo>
                    <a:pt x="1669737" y="485776"/>
                  </a:lnTo>
                  <a:lnTo>
                    <a:pt x="1663127" y="479955"/>
                  </a:lnTo>
                  <a:lnTo>
                    <a:pt x="1656254" y="474663"/>
                  </a:lnTo>
                  <a:lnTo>
                    <a:pt x="1649116" y="469371"/>
                  </a:lnTo>
                  <a:lnTo>
                    <a:pt x="1642242" y="464609"/>
                  </a:lnTo>
                  <a:lnTo>
                    <a:pt x="1635104" y="459846"/>
                  </a:lnTo>
                  <a:lnTo>
                    <a:pt x="1627966" y="455084"/>
                  </a:lnTo>
                  <a:lnTo>
                    <a:pt x="1620563" y="450586"/>
                  </a:lnTo>
                  <a:lnTo>
                    <a:pt x="1613161" y="446353"/>
                  </a:lnTo>
                  <a:lnTo>
                    <a:pt x="1605759" y="442649"/>
                  </a:lnTo>
                  <a:lnTo>
                    <a:pt x="1598356" y="438680"/>
                  </a:lnTo>
                  <a:lnTo>
                    <a:pt x="1590689" y="435240"/>
                  </a:lnTo>
                  <a:lnTo>
                    <a:pt x="1582758" y="431536"/>
                  </a:lnTo>
                  <a:lnTo>
                    <a:pt x="1575091" y="428361"/>
                  </a:lnTo>
                  <a:lnTo>
                    <a:pt x="1567425" y="425451"/>
                  </a:lnTo>
                  <a:lnTo>
                    <a:pt x="1559493" y="422540"/>
                  </a:lnTo>
                  <a:lnTo>
                    <a:pt x="1551298" y="419894"/>
                  </a:lnTo>
                  <a:lnTo>
                    <a:pt x="1543631" y="417249"/>
                  </a:lnTo>
                  <a:lnTo>
                    <a:pt x="1535436" y="415132"/>
                  </a:lnTo>
                  <a:lnTo>
                    <a:pt x="1527240" y="413015"/>
                  </a:lnTo>
                  <a:lnTo>
                    <a:pt x="1519309" y="411163"/>
                  </a:lnTo>
                  <a:lnTo>
                    <a:pt x="1511113" y="409576"/>
                  </a:lnTo>
                  <a:lnTo>
                    <a:pt x="1502918" y="407988"/>
                  </a:lnTo>
                  <a:lnTo>
                    <a:pt x="1494458" y="406665"/>
                  </a:lnTo>
                  <a:lnTo>
                    <a:pt x="1486527" y="405342"/>
                  </a:lnTo>
                  <a:lnTo>
                    <a:pt x="1478331" y="404549"/>
                  </a:lnTo>
                  <a:lnTo>
                    <a:pt x="1469871" y="404019"/>
                  </a:lnTo>
                  <a:lnTo>
                    <a:pt x="1461676" y="403226"/>
                  </a:lnTo>
                  <a:lnTo>
                    <a:pt x="1453216" y="402961"/>
                  </a:lnTo>
                  <a:lnTo>
                    <a:pt x="1445020" y="402961"/>
                  </a:lnTo>
                  <a:lnTo>
                    <a:pt x="1436560" y="402961"/>
                  </a:lnTo>
                  <a:lnTo>
                    <a:pt x="1428629" y="402961"/>
                  </a:lnTo>
                  <a:close/>
                  <a:moveTo>
                    <a:pt x="1433917" y="255588"/>
                  </a:moveTo>
                  <a:lnTo>
                    <a:pt x="1445813" y="255588"/>
                  </a:lnTo>
                  <a:lnTo>
                    <a:pt x="1457710" y="255853"/>
                  </a:lnTo>
                  <a:lnTo>
                    <a:pt x="1469871" y="256117"/>
                  </a:lnTo>
                  <a:lnTo>
                    <a:pt x="1481768" y="256911"/>
                  </a:lnTo>
                  <a:lnTo>
                    <a:pt x="1493665" y="257969"/>
                  </a:lnTo>
                  <a:lnTo>
                    <a:pt x="1505297" y="259292"/>
                  </a:lnTo>
                  <a:lnTo>
                    <a:pt x="1517194" y="260880"/>
                  </a:lnTo>
                  <a:lnTo>
                    <a:pt x="1529091" y="262732"/>
                  </a:lnTo>
                  <a:lnTo>
                    <a:pt x="1540723" y="265113"/>
                  </a:lnTo>
                  <a:lnTo>
                    <a:pt x="1552620" y="267494"/>
                  </a:lnTo>
                  <a:lnTo>
                    <a:pt x="1564252" y="270140"/>
                  </a:lnTo>
                  <a:lnTo>
                    <a:pt x="1575620" y="273051"/>
                  </a:lnTo>
                  <a:lnTo>
                    <a:pt x="1587252" y="276226"/>
                  </a:lnTo>
                  <a:lnTo>
                    <a:pt x="1598885" y="279930"/>
                  </a:lnTo>
                  <a:lnTo>
                    <a:pt x="1610253" y="283634"/>
                  </a:lnTo>
                  <a:lnTo>
                    <a:pt x="1621621" y="287603"/>
                  </a:lnTo>
                  <a:lnTo>
                    <a:pt x="1632725" y="292101"/>
                  </a:lnTo>
                  <a:lnTo>
                    <a:pt x="1643828" y="296863"/>
                  </a:lnTo>
                  <a:lnTo>
                    <a:pt x="1654932" y="301626"/>
                  </a:lnTo>
                  <a:lnTo>
                    <a:pt x="1665771" y="306917"/>
                  </a:lnTo>
                  <a:lnTo>
                    <a:pt x="1676875" y="312209"/>
                  </a:lnTo>
                  <a:lnTo>
                    <a:pt x="1687450" y="318294"/>
                  </a:lnTo>
                  <a:lnTo>
                    <a:pt x="1698024" y="324115"/>
                  </a:lnTo>
                  <a:lnTo>
                    <a:pt x="1708599" y="330465"/>
                  </a:lnTo>
                  <a:lnTo>
                    <a:pt x="1719174" y="337080"/>
                  </a:lnTo>
                  <a:lnTo>
                    <a:pt x="1729220" y="343694"/>
                  </a:lnTo>
                  <a:lnTo>
                    <a:pt x="1739266" y="350838"/>
                  </a:lnTo>
                  <a:lnTo>
                    <a:pt x="1749048" y="358511"/>
                  </a:lnTo>
                  <a:lnTo>
                    <a:pt x="1758830" y="366184"/>
                  </a:lnTo>
                  <a:lnTo>
                    <a:pt x="1768612" y="374121"/>
                  </a:lnTo>
                  <a:lnTo>
                    <a:pt x="1778129" y="382588"/>
                  </a:lnTo>
                  <a:lnTo>
                    <a:pt x="1787382" y="391055"/>
                  </a:lnTo>
                  <a:lnTo>
                    <a:pt x="1796635" y="399786"/>
                  </a:lnTo>
                  <a:lnTo>
                    <a:pt x="1805624" y="409046"/>
                  </a:lnTo>
                  <a:lnTo>
                    <a:pt x="1814084" y="417778"/>
                  </a:lnTo>
                  <a:lnTo>
                    <a:pt x="1822544" y="427303"/>
                  </a:lnTo>
                  <a:lnTo>
                    <a:pt x="1830475" y="436828"/>
                  </a:lnTo>
                  <a:lnTo>
                    <a:pt x="1838142" y="446353"/>
                  </a:lnTo>
                  <a:lnTo>
                    <a:pt x="1845808" y="456407"/>
                  </a:lnTo>
                  <a:lnTo>
                    <a:pt x="1852947" y="466461"/>
                  </a:lnTo>
                  <a:lnTo>
                    <a:pt x="1859556" y="476515"/>
                  </a:lnTo>
                  <a:lnTo>
                    <a:pt x="1866430" y="486569"/>
                  </a:lnTo>
                  <a:lnTo>
                    <a:pt x="1872774" y="497153"/>
                  </a:lnTo>
                  <a:lnTo>
                    <a:pt x="1878591" y="507471"/>
                  </a:lnTo>
                  <a:lnTo>
                    <a:pt x="1884671" y="517790"/>
                  </a:lnTo>
                  <a:lnTo>
                    <a:pt x="1889959" y="528638"/>
                  </a:lnTo>
                  <a:lnTo>
                    <a:pt x="1895246" y="539221"/>
                  </a:lnTo>
                  <a:lnTo>
                    <a:pt x="1900005" y="550334"/>
                  </a:lnTo>
                  <a:lnTo>
                    <a:pt x="1904764" y="560917"/>
                  </a:lnTo>
                  <a:lnTo>
                    <a:pt x="1908993" y="572294"/>
                  </a:lnTo>
                  <a:lnTo>
                    <a:pt x="1913223" y="583407"/>
                  </a:lnTo>
                  <a:lnTo>
                    <a:pt x="1916925" y="594519"/>
                  </a:lnTo>
                  <a:lnTo>
                    <a:pt x="1920361" y="605632"/>
                  </a:lnTo>
                  <a:lnTo>
                    <a:pt x="1923534" y="617009"/>
                  </a:lnTo>
                  <a:lnTo>
                    <a:pt x="1926442" y="628651"/>
                  </a:lnTo>
                  <a:lnTo>
                    <a:pt x="1929350" y="639763"/>
                  </a:lnTo>
                  <a:lnTo>
                    <a:pt x="1931729" y="651405"/>
                  </a:lnTo>
                  <a:lnTo>
                    <a:pt x="1933580" y="662782"/>
                  </a:lnTo>
                  <a:lnTo>
                    <a:pt x="1935431" y="674424"/>
                  </a:lnTo>
                  <a:lnTo>
                    <a:pt x="1937017" y="686065"/>
                  </a:lnTo>
                  <a:lnTo>
                    <a:pt x="1938074" y="697442"/>
                  </a:lnTo>
                  <a:lnTo>
                    <a:pt x="1939132" y="709084"/>
                  </a:lnTo>
                  <a:lnTo>
                    <a:pt x="1939661" y="720726"/>
                  </a:lnTo>
                  <a:lnTo>
                    <a:pt x="1939925" y="732632"/>
                  </a:lnTo>
                  <a:lnTo>
                    <a:pt x="1939925" y="744274"/>
                  </a:lnTo>
                  <a:lnTo>
                    <a:pt x="1939925" y="755915"/>
                  </a:lnTo>
                  <a:lnTo>
                    <a:pt x="1939396" y="767557"/>
                  </a:lnTo>
                  <a:lnTo>
                    <a:pt x="1938339" y="779199"/>
                  </a:lnTo>
                  <a:lnTo>
                    <a:pt x="1937546" y="790576"/>
                  </a:lnTo>
                  <a:lnTo>
                    <a:pt x="1935959" y="802217"/>
                  </a:lnTo>
                  <a:lnTo>
                    <a:pt x="1934638" y="813859"/>
                  </a:lnTo>
                  <a:lnTo>
                    <a:pt x="1932523" y="825501"/>
                  </a:lnTo>
                  <a:lnTo>
                    <a:pt x="1930408" y="837142"/>
                  </a:lnTo>
                  <a:lnTo>
                    <a:pt x="1928028" y="848519"/>
                  </a:lnTo>
                  <a:lnTo>
                    <a:pt x="1925120" y="859632"/>
                  </a:lnTo>
                  <a:lnTo>
                    <a:pt x="1922212" y="871009"/>
                  </a:lnTo>
                  <a:lnTo>
                    <a:pt x="1918775" y="882386"/>
                  </a:lnTo>
                  <a:lnTo>
                    <a:pt x="1915338" y="893499"/>
                  </a:lnTo>
                  <a:lnTo>
                    <a:pt x="1911373" y="904876"/>
                  </a:lnTo>
                  <a:lnTo>
                    <a:pt x="1907143" y="915988"/>
                  </a:lnTo>
                  <a:lnTo>
                    <a:pt x="1902648" y="926836"/>
                  </a:lnTo>
                  <a:lnTo>
                    <a:pt x="1898154" y="937684"/>
                  </a:lnTo>
                  <a:lnTo>
                    <a:pt x="1892867" y="948532"/>
                  </a:lnTo>
                  <a:lnTo>
                    <a:pt x="1887579" y="959380"/>
                  </a:lnTo>
                  <a:lnTo>
                    <a:pt x="1882028" y="969699"/>
                  </a:lnTo>
                  <a:lnTo>
                    <a:pt x="1875947" y="980282"/>
                  </a:lnTo>
                  <a:lnTo>
                    <a:pt x="1869866" y="990601"/>
                  </a:lnTo>
                  <a:lnTo>
                    <a:pt x="1863521" y="1000919"/>
                  </a:lnTo>
                  <a:lnTo>
                    <a:pt x="1856648" y="1011238"/>
                  </a:lnTo>
                  <a:lnTo>
                    <a:pt x="1849510" y="1021028"/>
                  </a:lnTo>
                  <a:lnTo>
                    <a:pt x="1842372" y="1031082"/>
                  </a:lnTo>
                  <a:lnTo>
                    <a:pt x="1834705" y="1040607"/>
                  </a:lnTo>
                  <a:lnTo>
                    <a:pt x="1827038" y="1050396"/>
                  </a:lnTo>
                  <a:lnTo>
                    <a:pt x="1818578" y="1059657"/>
                  </a:lnTo>
                  <a:lnTo>
                    <a:pt x="1810383" y="1068917"/>
                  </a:lnTo>
                  <a:lnTo>
                    <a:pt x="1801658" y="1078178"/>
                  </a:lnTo>
                  <a:lnTo>
                    <a:pt x="1792405" y="1086909"/>
                  </a:lnTo>
                  <a:lnTo>
                    <a:pt x="1783152" y="1095640"/>
                  </a:lnTo>
                  <a:lnTo>
                    <a:pt x="1774164" y="1103842"/>
                  </a:lnTo>
                  <a:lnTo>
                    <a:pt x="1764118" y="1112309"/>
                  </a:lnTo>
                  <a:lnTo>
                    <a:pt x="1754600" y="1119982"/>
                  </a:lnTo>
                  <a:lnTo>
                    <a:pt x="1744554" y="1127655"/>
                  </a:lnTo>
                  <a:lnTo>
                    <a:pt x="1734772" y="1134799"/>
                  </a:lnTo>
                  <a:lnTo>
                    <a:pt x="1724726" y="1141942"/>
                  </a:lnTo>
                  <a:lnTo>
                    <a:pt x="1714416" y="1148821"/>
                  </a:lnTo>
                  <a:lnTo>
                    <a:pt x="1703841" y="1155171"/>
                  </a:lnTo>
                  <a:lnTo>
                    <a:pt x="1693266" y="1161257"/>
                  </a:lnTo>
                  <a:lnTo>
                    <a:pt x="1682426" y="1167342"/>
                  </a:lnTo>
                  <a:lnTo>
                    <a:pt x="1671852" y="1172899"/>
                  </a:lnTo>
                  <a:lnTo>
                    <a:pt x="1660748" y="1178190"/>
                  </a:lnTo>
                  <a:lnTo>
                    <a:pt x="1649644" y="1183482"/>
                  </a:lnTo>
                  <a:lnTo>
                    <a:pt x="1638805" y="1188244"/>
                  </a:lnTo>
                  <a:lnTo>
                    <a:pt x="1627437" y="1192478"/>
                  </a:lnTo>
                  <a:lnTo>
                    <a:pt x="1616069" y="1196976"/>
                  </a:lnTo>
                  <a:lnTo>
                    <a:pt x="1604965" y="1200944"/>
                  </a:lnTo>
                  <a:lnTo>
                    <a:pt x="1593597" y="1204384"/>
                  </a:lnTo>
                  <a:lnTo>
                    <a:pt x="1581965" y="1208088"/>
                  </a:lnTo>
                  <a:lnTo>
                    <a:pt x="1570333" y="1210999"/>
                  </a:lnTo>
                  <a:lnTo>
                    <a:pt x="1558700" y="1213909"/>
                  </a:lnTo>
                  <a:lnTo>
                    <a:pt x="1546804" y="1216819"/>
                  </a:lnTo>
                  <a:lnTo>
                    <a:pt x="1535436" y="1218671"/>
                  </a:lnTo>
                  <a:lnTo>
                    <a:pt x="1523539" y="1220788"/>
                  </a:lnTo>
                  <a:lnTo>
                    <a:pt x="1511906" y="1222640"/>
                  </a:lnTo>
                  <a:lnTo>
                    <a:pt x="1500010" y="1224228"/>
                  </a:lnTo>
                  <a:lnTo>
                    <a:pt x="1488113" y="1225286"/>
                  </a:lnTo>
                  <a:lnTo>
                    <a:pt x="1476216" y="1226344"/>
                  </a:lnTo>
                  <a:lnTo>
                    <a:pt x="1464319" y="1226874"/>
                  </a:lnTo>
                  <a:lnTo>
                    <a:pt x="1452423" y="1227138"/>
                  </a:lnTo>
                  <a:lnTo>
                    <a:pt x="1440526" y="1227138"/>
                  </a:lnTo>
                  <a:lnTo>
                    <a:pt x="1428365" y="1227138"/>
                  </a:lnTo>
                  <a:lnTo>
                    <a:pt x="1416468" y="1226609"/>
                  </a:lnTo>
                  <a:lnTo>
                    <a:pt x="1404571" y="1225815"/>
                  </a:lnTo>
                  <a:lnTo>
                    <a:pt x="1392675" y="1224757"/>
                  </a:lnTo>
                  <a:lnTo>
                    <a:pt x="1380778" y="1223434"/>
                  </a:lnTo>
                  <a:lnTo>
                    <a:pt x="1369145" y="1221846"/>
                  </a:lnTo>
                  <a:lnTo>
                    <a:pt x="1357249" y="1219994"/>
                  </a:lnTo>
                  <a:lnTo>
                    <a:pt x="1345352" y="1217878"/>
                  </a:lnTo>
                  <a:lnTo>
                    <a:pt x="1333720" y="1215496"/>
                  </a:lnTo>
                  <a:lnTo>
                    <a:pt x="1322087" y="1212586"/>
                  </a:lnTo>
                  <a:lnTo>
                    <a:pt x="1310455" y="1209676"/>
                  </a:lnTo>
                  <a:lnTo>
                    <a:pt x="1298822" y="1206236"/>
                  </a:lnTo>
                  <a:lnTo>
                    <a:pt x="1287454" y="1203061"/>
                  </a:lnTo>
                  <a:lnTo>
                    <a:pt x="1276086" y="1199092"/>
                  </a:lnTo>
                  <a:lnTo>
                    <a:pt x="1264718" y="1194859"/>
                  </a:lnTo>
                  <a:lnTo>
                    <a:pt x="1253350" y="1190626"/>
                  </a:lnTo>
                  <a:lnTo>
                    <a:pt x="1242511" y="1186128"/>
                  </a:lnTo>
                  <a:lnTo>
                    <a:pt x="1231143" y="1181101"/>
                  </a:lnTo>
                  <a:lnTo>
                    <a:pt x="1220568" y="1175809"/>
                  </a:lnTo>
                  <a:lnTo>
                    <a:pt x="1209465" y="1170253"/>
                  </a:lnTo>
                  <a:lnTo>
                    <a:pt x="1198625" y="1164696"/>
                  </a:lnTo>
                  <a:lnTo>
                    <a:pt x="1188051" y="1158346"/>
                  </a:lnTo>
                  <a:lnTo>
                    <a:pt x="1177740" y="1152261"/>
                  </a:lnTo>
                  <a:lnTo>
                    <a:pt x="1167165" y="1145646"/>
                  </a:lnTo>
                  <a:lnTo>
                    <a:pt x="1157119" y="1138767"/>
                  </a:lnTo>
                  <a:lnTo>
                    <a:pt x="1147073" y="1131624"/>
                  </a:lnTo>
                  <a:lnTo>
                    <a:pt x="1137027" y="1124215"/>
                  </a:lnTo>
                  <a:lnTo>
                    <a:pt x="1127509" y="1116542"/>
                  </a:lnTo>
                  <a:lnTo>
                    <a:pt x="1117463" y="1108340"/>
                  </a:lnTo>
                  <a:lnTo>
                    <a:pt x="1107946" y="1100403"/>
                  </a:lnTo>
                  <a:lnTo>
                    <a:pt x="1098957" y="1091671"/>
                  </a:lnTo>
                  <a:lnTo>
                    <a:pt x="1089704" y="1082940"/>
                  </a:lnTo>
                  <a:lnTo>
                    <a:pt x="1080715" y="1073944"/>
                  </a:lnTo>
                  <a:lnTo>
                    <a:pt x="1071991" y="1064684"/>
                  </a:lnTo>
                  <a:lnTo>
                    <a:pt x="1063796" y="1055159"/>
                  </a:lnTo>
                  <a:lnTo>
                    <a:pt x="1055864" y="1045899"/>
                  </a:lnTo>
                  <a:lnTo>
                    <a:pt x="1047933" y="1036109"/>
                  </a:lnTo>
                  <a:lnTo>
                    <a:pt x="1040531" y="1026319"/>
                  </a:lnTo>
                  <a:lnTo>
                    <a:pt x="1033393" y="1016530"/>
                  </a:lnTo>
                  <a:lnTo>
                    <a:pt x="1026519" y="1006476"/>
                  </a:lnTo>
                  <a:lnTo>
                    <a:pt x="1019645" y="995892"/>
                  </a:lnTo>
                  <a:lnTo>
                    <a:pt x="1013565" y="985838"/>
                  </a:lnTo>
                  <a:lnTo>
                    <a:pt x="1007484" y="975519"/>
                  </a:lnTo>
                  <a:lnTo>
                    <a:pt x="1001668" y="964671"/>
                  </a:lnTo>
                  <a:lnTo>
                    <a:pt x="996381" y="954088"/>
                  </a:lnTo>
                  <a:lnTo>
                    <a:pt x="990829" y="943240"/>
                  </a:lnTo>
                  <a:lnTo>
                    <a:pt x="986070" y="932657"/>
                  </a:lnTo>
                  <a:lnTo>
                    <a:pt x="981312" y="921544"/>
                  </a:lnTo>
                  <a:lnTo>
                    <a:pt x="977346" y="910696"/>
                  </a:lnTo>
                  <a:lnTo>
                    <a:pt x="973116" y="899319"/>
                  </a:lnTo>
                  <a:lnTo>
                    <a:pt x="969150" y="888207"/>
                  </a:lnTo>
                  <a:lnTo>
                    <a:pt x="965714" y="876830"/>
                  </a:lnTo>
                  <a:lnTo>
                    <a:pt x="962805" y="865717"/>
                  </a:lnTo>
                  <a:lnTo>
                    <a:pt x="959633" y="854340"/>
                  </a:lnTo>
                  <a:lnTo>
                    <a:pt x="956989" y="842699"/>
                  </a:lnTo>
                  <a:lnTo>
                    <a:pt x="954610" y="831321"/>
                  </a:lnTo>
                  <a:lnTo>
                    <a:pt x="952495" y="819944"/>
                  </a:lnTo>
                  <a:lnTo>
                    <a:pt x="950909" y="808303"/>
                  </a:lnTo>
                  <a:lnTo>
                    <a:pt x="949322" y="796661"/>
                  </a:lnTo>
                  <a:lnTo>
                    <a:pt x="948001" y="785019"/>
                  </a:lnTo>
                  <a:lnTo>
                    <a:pt x="947207" y="773378"/>
                  </a:lnTo>
                  <a:lnTo>
                    <a:pt x="946679" y="761736"/>
                  </a:lnTo>
                  <a:lnTo>
                    <a:pt x="946414" y="750094"/>
                  </a:lnTo>
                  <a:lnTo>
                    <a:pt x="946150" y="738188"/>
                  </a:lnTo>
                  <a:lnTo>
                    <a:pt x="946414" y="726811"/>
                  </a:lnTo>
                  <a:lnTo>
                    <a:pt x="946943" y="715169"/>
                  </a:lnTo>
                  <a:lnTo>
                    <a:pt x="947472" y="703528"/>
                  </a:lnTo>
                  <a:lnTo>
                    <a:pt x="948794" y="691886"/>
                  </a:lnTo>
                  <a:lnTo>
                    <a:pt x="949851" y="680244"/>
                  </a:lnTo>
                  <a:lnTo>
                    <a:pt x="951702" y="668603"/>
                  </a:lnTo>
                  <a:lnTo>
                    <a:pt x="953552" y="657226"/>
                  </a:lnTo>
                  <a:lnTo>
                    <a:pt x="955932" y="645849"/>
                  </a:lnTo>
                  <a:lnTo>
                    <a:pt x="958311" y="634207"/>
                  </a:lnTo>
                  <a:lnTo>
                    <a:pt x="960955" y="622830"/>
                  </a:lnTo>
                  <a:lnTo>
                    <a:pt x="964127" y="611453"/>
                  </a:lnTo>
                  <a:lnTo>
                    <a:pt x="967564" y="600340"/>
                  </a:lnTo>
                  <a:lnTo>
                    <a:pt x="971001" y="588963"/>
                  </a:lnTo>
                  <a:lnTo>
                    <a:pt x="974967" y="577851"/>
                  </a:lnTo>
                  <a:lnTo>
                    <a:pt x="978932" y="566738"/>
                  </a:lnTo>
                  <a:lnTo>
                    <a:pt x="983426" y="555890"/>
                  </a:lnTo>
                  <a:lnTo>
                    <a:pt x="988185" y="545042"/>
                  </a:lnTo>
                  <a:lnTo>
                    <a:pt x="993208" y="534194"/>
                  </a:lnTo>
                  <a:lnTo>
                    <a:pt x="998760" y="523611"/>
                  </a:lnTo>
                  <a:lnTo>
                    <a:pt x="1004312" y="512763"/>
                  </a:lnTo>
                  <a:lnTo>
                    <a:pt x="1010128" y="502444"/>
                  </a:lnTo>
                  <a:lnTo>
                    <a:pt x="1016473" y="491861"/>
                  </a:lnTo>
                  <a:lnTo>
                    <a:pt x="1022818" y="481542"/>
                  </a:lnTo>
                  <a:lnTo>
                    <a:pt x="1029692" y="471488"/>
                  </a:lnTo>
                  <a:lnTo>
                    <a:pt x="1036830" y="461699"/>
                  </a:lnTo>
                  <a:lnTo>
                    <a:pt x="1043968" y="451909"/>
                  </a:lnTo>
                  <a:lnTo>
                    <a:pt x="1051634" y="442119"/>
                  </a:lnTo>
                  <a:lnTo>
                    <a:pt x="1059301" y="432594"/>
                  </a:lnTo>
                  <a:lnTo>
                    <a:pt x="1067761" y="423069"/>
                  </a:lnTo>
                  <a:lnTo>
                    <a:pt x="1075957" y="413809"/>
                  </a:lnTo>
                  <a:lnTo>
                    <a:pt x="1084681" y="404549"/>
                  </a:lnTo>
                  <a:lnTo>
                    <a:pt x="1093670" y="395553"/>
                  </a:lnTo>
                  <a:lnTo>
                    <a:pt x="1102923" y="387086"/>
                  </a:lnTo>
                  <a:lnTo>
                    <a:pt x="1112176" y="378619"/>
                  </a:lnTo>
                  <a:lnTo>
                    <a:pt x="1121693" y="370682"/>
                  </a:lnTo>
                  <a:lnTo>
                    <a:pt x="1131475" y="362480"/>
                  </a:lnTo>
                  <a:lnTo>
                    <a:pt x="1141257" y="355071"/>
                  </a:lnTo>
                  <a:lnTo>
                    <a:pt x="1151567" y="347663"/>
                  </a:lnTo>
                  <a:lnTo>
                    <a:pt x="1161613" y="340519"/>
                  </a:lnTo>
                  <a:lnTo>
                    <a:pt x="1171924" y="333905"/>
                  </a:lnTo>
                  <a:lnTo>
                    <a:pt x="1182499" y="327555"/>
                  </a:lnTo>
                  <a:lnTo>
                    <a:pt x="1193074" y="321205"/>
                  </a:lnTo>
                  <a:lnTo>
                    <a:pt x="1203913" y="315384"/>
                  </a:lnTo>
                  <a:lnTo>
                    <a:pt x="1214488" y="309563"/>
                  </a:lnTo>
                  <a:lnTo>
                    <a:pt x="1225591" y="304271"/>
                  </a:lnTo>
                  <a:lnTo>
                    <a:pt x="1236431" y="299244"/>
                  </a:lnTo>
                  <a:lnTo>
                    <a:pt x="1247534" y="294482"/>
                  </a:lnTo>
                  <a:lnTo>
                    <a:pt x="1258902" y="289984"/>
                  </a:lnTo>
                  <a:lnTo>
                    <a:pt x="1270006" y="285751"/>
                  </a:lnTo>
                  <a:lnTo>
                    <a:pt x="1281374" y="281517"/>
                  </a:lnTo>
                  <a:lnTo>
                    <a:pt x="1292742" y="278078"/>
                  </a:lnTo>
                  <a:lnTo>
                    <a:pt x="1304374" y="274638"/>
                  </a:lnTo>
                  <a:lnTo>
                    <a:pt x="1316007" y="271463"/>
                  </a:lnTo>
                  <a:lnTo>
                    <a:pt x="1327375" y="268553"/>
                  </a:lnTo>
                  <a:lnTo>
                    <a:pt x="1339007" y="266171"/>
                  </a:lnTo>
                  <a:lnTo>
                    <a:pt x="1350904" y="263790"/>
                  </a:lnTo>
                  <a:lnTo>
                    <a:pt x="1362801" y="261674"/>
                  </a:lnTo>
                  <a:lnTo>
                    <a:pt x="1374433" y="259821"/>
                  </a:lnTo>
                  <a:lnTo>
                    <a:pt x="1386330" y="258499"/>
                  </a:lnTo>
                  <a:lnTo>
                    <a:pt x="1398226" y="257176"/>
                  </a:lnTo>
                  <a:lnTo>
                    <a:pt x="1410123" y="256382"/>
                  </a:lnTo>
                  <a:lnTo>
                    <a:pt x="1422020" y="255853"/>
                  </a:lnTo>
                  <a:lnTo>
                    <a:pt x="1433917" y="255588"/>
                  </a:lnTo>
                  <a:close/>
                  <a:moveTo>
                    <a:pt x="200465" y="0"/>
                  </a:moveTo>
                  <a:lnTo>
                    <a:pt x="213953" y="0"/>
                  </a:lnTo>
                  <a:lnTo>
                    <a:pt x="227970" y="0"/>
                  </a:lnTo>
                  <a:lnTo>
                    <a:pt x="574420" y="2381"/>
                  </a:lnTo>
                  <a:lnTo>
                    <a:pt x="711943" y="177536"/>
                  </a:lnTo>
                  <a:lnTo>
                    <a:pt x="1193800" y="180711"/>
                  </a:lnTo>
                  <a:lnTo>
                    <a:pt x="1180577" y="186531"/>
                  </a:lnTo>
                  <a:lnTo>
                    <a:pt x="1167353" y="192352"/>
                  </a:lnTo>
                  <a:lnTo>
                    <a:pt x="1154130" y="198967"/>
                  </a:lnTo>
                  <a:lnTo>
                    <a:pt x="1141436" y="205581"/>
                  </a:lnTo>
                  <a:lnTo>
                    <a:pt x="1128477" y="212461"/>
                  </a:lnTo>
                  <a:lnTo>
                    <a:pt x="1115782" y="219340"/>
                  </a:lnTo>
                  <a:lnTo>
                    <a:pt x="1103353" y="227013"/>
                  </a:lnTo>
                  <a:lnTo>
                    <a:pt x="1090923" y="234950"/>
                  </a:lnTo>
                  <a:lnTo>
                    <a:pt x="1078757" y="242888"/>
                  </a:lnTo>
                  <a:lnTo>
                    <a:pt x="1066327" y="251619"/>
                  </a:lnTo>
                  <a:lnTo>
                    <a:pt x="1054426" y="260350"/>
                  </a:lnTo>
                  <a:lnTo>
                    <a:pt x="1043054" y="269346"/>
                  </a:lnTo>
                  <a:lnTo>
                    <a:pt x="1031418" y="278607"/>
                  </a:lnTo>
                  <a:lnTo>
                    <a:pt x="1019781" y="288396"/>
                  </a:lnTo>
                  <a:lnTo>
                    <a:pt x="1008409" y="298715"/>
                  </a:lnTo>
                  <a:lnTo>
                    <a:pt x="997566" y="309034"/>
                  </a:lnTo>
                  <a:lnTo>
                    <a:pt x="988310" y="318294"/>
                  </a:lnTo>
                  <a:lnTo>
                    <a:pt x="979318" y="327554"/>
                  </a:lnTo>
                  <a:lnTo>
                    <a:pt x="970326" y="337079"/>
                  </a:lnTo>
                  <a:lnTo>
                    <a:pt x="961863" y="346604"/>
                  </a:lnTo>
                  <a:lnTo>
                    <a:pt x="953665" y="356129"/>
                  </a:lnTo>
                  <a:lnTo>
                    <a:pt x="945466" y="365919"/>
                  </a:lnTo>
                  <a:lnTo>
                    <a:pt x="937532" y="375973"/>
                  </a:lnTo>
                  <a:lnTo>
                    <a:pt x="929863" y="385763"/>
                  </a:lnTo>
                  <a:lnTo>
                    <a:pt x="922722" y="396082"/>
                  </a:lnTo>
                  <a:lnTo>
                    <a:pt x="915582" y="406400"/>
                  </a:lnTo>
                  <a:lnTo>
                    <a:pt x="908441" y="416719"/>
                  </a:lnTo>
                  <a:lnTo>
                    <a:pt x="902094" y="427038"/>
                  </a:lnTo>
                  <a:lnTo>
                    <a:pt x="895482" y="437886"/>
                  </a:lnTo>
                  <a:lnTo>
                    <a:pt x="889400" y="448469"/>
                  </a:lnTo>
                  <a:lnTo>
                    <a:pt x="883581" y="459317"/>
                  </a:lnTo>
                  <a:lnTo>
                    <a:pt x="877499" y="470165"/>
                  </a:lnTo>
                  <a:lnTo>
                    <a:pt x="872209" y="481277"/>
                  </a:lnTo>
                  <a:lnTo>
                    <a:pt x="866920" y="492390"/>
                  </a:lnTo>
                  <a:lnTo>
                    <a:pt x="861895" y="503238"/>
                  </a:lnTo>
                  <a:lnTo>
                    <a:pt x="857135" y="514615"/>
                  </a:lnTo>
                  <a:lnTo>
                    <a:pt x="852639" y="525992"/>
                  </a:lnTo>
                  <a:lnTo>
                    <a:pt x="848407" y="537105"/>
                  </a:lnTo>
                  <a:lnTo>
                    <a:pt x="844176" y="548482"/>
                  </a:lnTo>
                  <a:lnTo>
                    <a:pt x="840473" y="560123"/>
                  </a:lnTo>
                  <a:lnTo>
                    <a:pt x="836771" y="571765"/>
                  </a:lnTo>
                  <a:lnTo>
                    <a:pt x="833597" y="583407"/>
                  </a:lnTo>
                  <a:lnTo>
                    <a:pt x="830688" y="595048"/>
                  </a:lnTo>
                  <a:lnTo>
                    <a:pt x="827514" y="606425"/>
                  </a:lnTo>
                  <a:lnTo>
                    <a:pt x="824870" y="618067"/>
                  </a:lnTo>
                  <a:lnTo>
                    <a:pt x="822490" y="629973"/>
                  </a:lnTo>
                  <a:lnTo>
                    <a:pt x="820374" y="641880"/>
                  </a:lnTo>
                  <a:lnTo>
                    <a:pt x="818523" y="653521"/>
                  </a:lnTo>
                  <a:lnTo>
                    <a:pt x="816936" y="665428"/>
                  </a:lnTo>
                  <a:lnTo>
                    <a:pt x="815349" y="677334"/>
                  </a:lnTo>
                  <a:lnTo>
                    <a:pt x="814291" y="689240"/>
                  </a:lnTo>
                  <a:lnTo>
                    <a:pt x="812969" y="701146"/>
                  </a:lnTo>
                  <a:lnTo>
                    <a:pt x="812440" y="713053"/>
                  </a:lnTo>
                  <a:lnTo>
                    <a:pt x="811911" y="725223"/>
                  </a:lnTo>
                  <a:lnTo>
                    <a:pt x="811646" y="737130"/>
                  </a:lnTo>
                  <a:lnTo>
                    <a:pt x="811646" y="749036"/>
                  </a:lnTo>
                  <a:lnTo>
                    <a:pt x="811911" y="760942"/>
                  </a:lnTo>
                  <a:lnTo>
                    <a:pt x="812175" y="772848"/>
                  </a:lnTo>
                  <a:lnTo>
                    <a:pt x="812969" y="784755"/>
                  </a:lnTo>
                  <a:lnTo>
                    <a:pt x="814027" y="796926"/>
                  </a:lnTo>
                  <a:lnTo>
                    <a:pt x="815085" y="808832"/>
                  </a:lnTo>
                  <a:lnTo>
                    <a:pt x="816671" y="820738"/>
                  </a:lnTo>
                  <a:lnTo>
                    <a:pt x="817994" y="832380"/>
                  </a:lnTo>
                  <a:lnTo>
                    <a:pt x="819845" y="844286"/>
                  </a:lnTo>
                  <a:lnTo>
                    <a:pt x="821961" y="856192"/>
                  </a:lnTo>
                  <a:lnTo>
                    <a:pt x="824341" y="868098"/>
                  </a:lnTo>
                  <a:lnTo>
                    <a:pt x="826986" y="879740"/>
                  </a:lnTo>
                  <a:lnTo>
                    <a:pt x="829630" y="891117"/>
                  </a:lnTo>
                  <a:lnTo>
                    <a:pt x="833068" y="903024"/>
                  </a:lnTo>
                  <a:lnTo>
                    <a:pt x="836242" y="914665"/>
                  </a:lnTo>
                  <a:lnTo>
                    <a:pt x="839680" y="926042"/>
                  </a:lnTo>
                  <a:lnTo>
                    <a:pt x="843382" y="937684"/>
                  </a:lnTo>
                  <a:lnTo>
                    <a:pt x="847614" y="949326"/>
                  </a:lnTo>
                  <a:lnTo>
                    <a:pt x="851581" y="960438"/>
                  </a:lnTo>
                  <a:lnTo>
                    <a:pt x="856077" y="971815"/>
                  </a:lnTo>
                  <a:lnTo>
                    <a:pt x="860837" y="983192"/>
                  </a:lnTo>
                  <a:lnTo>
                    <a:pt x="865862" y="994040"/>
                  </a:lnTo>
                  <a:lnTo>
                    <a:pt x="871151" y="1005153"/>
                  </a:lnTo>
                  <a:lnTo>
                    <a:pt x="876705" y="1016265"/>
                  </a:lnTo>
                  <a:lnTo>
                    <a:pt x="882259" y="1027113"/>
                  </a:lnTo>
                  <a:lnTo>
                    <a:pt x="0" y="1021292"/>
                  </a:lnTo>
                  <a:lnTo>
                    <a:pt x="5289" y="214313"/>
                  </a:lnTo>
                  <a:lnTo>
                    <a:pt x="5818" y="196850"/>
                  </a:lnTo>
                  <a:lnTo>
                    <a:pt x="6347" y="180446"/>
                  </a:lnTo>
                  <a:lnTo>
                    <a:pt x="7670" y="165100"/>
                  </a:lnTo>
                  <a:lnTo>
                    <a:pt x="9256" y="150284"/>
                  </a:lnTo>
                  <a:lnTo>
                    <a:pt x="10843" y="136525"/>
                  </a:lnTo>
                  <a:lnTo>
                    <a:pt x="13223" y="123296"/>
                  </a:lnTo>
                  <a:lnTo>
                    <a:pt x="15868" y="111390"/>
                  </a:lnTo>
                  <a:lnTo>
                    <a:pt x="19306" y="100277"/>
                  </a:lnTo>
                  <a:lnTo>
                    <a:pt x="22744" y="89429"/>
                  </a:lnTo>
                  <a:lnTo>
                    <a:pt x="26711" y="79640"/>
                  </a:lnTo>
                  <a:lnTo>
                    <a:pt x="31207" y="70644"/>
                  </a:lnTo>
                  <a:lnTo>
                    <a:pt x="33587" y="66146"/>
                  </a:lnTo>
                  <a:lnTo>
                    <a:pt x="36232" y="62177"/>
                  </a:lnTo>
                  <a:lnTo>
                    <a:pt x="38612" y="58208"/>
                  </a:lnTo>
                  <a:lnTo>
                    <a:pt x="41257" y="54240"/>
                  </a:lnTo>
                  <a:lnTo>
                    <a:pt x="44166" y="50800"/>
                  </a:lnTo>
                  <a:lnTo>
                    <a:pt x="47075" y="47625"/>
                  </a:lnTo>
                  <a:lnTo>
                    <a:pt x="50249" y="43921"/>
                  </a:lnTo>
                  <a:lnTo>
                    <a:pt x="53158" y="41011"/>
                  </a:lnTo>
                  <a:lnTo>
                    <a:pt x="56331" y="38100"/>
                  </a:lnTo>
                  <a:lnTo>
                    <a:pt x="60034" y="34925"/>
                  </a:lnTo>
                  <a:lnTo>
                    <a:pt x="66910" y="29633"/>
                  </a:lnTo>
                  <a:lnTo>
                    <a:pt x="74315" y="24871"/>
                  </a:lnTo>
                  <a:lnTo>
                    <a:pt x="82249" y="20638"/>
                  </a:lnTo>
                  <a:lnTo>
                    <a:pt x="90712" y="16933"/>
                  </a:lnTo>
                  <a:lnTo>
                    <a:pt x="99439" y="13494"/>
                  </a:lnTo>
                  <a:lnTo>
                    <a:pt x="108696" y="10583"/>
                  </a:lnTo>
                  <a:lnTo>
                    <a:pt x="118481" y="8202"/>
                  </a:lnTo>
                  <a:lnTo>
                    <a:pt x="129059" y="6086"/>
                  </a:lnTo>
                  <a:lnTo>
                    <a:pt x="139638" y="4498"/>
                  </a:lnTo>
                  <a:lnTo>
                    <a:pt x="150746" y="2911"/>
                  </a:lnTo>
                  <a:lnTo>
                    <a:pt x="162647" y="1588"/>
                  </a:lnTo>
                  <a:lnTo>
                    <a:pt x="174812" y="794"/>
                  </a:lnTo>
                  <a:lnTo>
                    <a:pt x="187242" y="265"/>
                  </a:lnTo>
                  <a:lnTo>
                    <a:pt x="200465"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eaLnBrk="1" fontAlgn="auto" hangingPunct="1">
                <a:defRPr/>
              </a:pPr>
              <a:endParaRPr lang="zh-CN" altLang="en-US" noProof="1">
                <a:solidFill>
                  <a:srgbClr val="FFFFFF"/>
                </a:solidFill>
              </a:endParaRPr>
            </a:p>
          </p:txBody>
        </p:sp>
      </p:grpSp>
      <p:grpSp>
        <p:nvGrpSpPr>
          <p:cNvPr id="6" name="组合 59">
            <a:extLst>
              <a:ext uri="{FF2B5EF4-FFF2-40B4-BE49-F238E27FC236}">
                <a16:creationId xmlns:a16="http://schemas.microsoft.com/office/drawing/2014/main" id="{B0FAE87D-ADB4-4EEB-BB45-132AA1BF7F26}"/>
              </a:ext>
            </a:extLst>
          </p:cNvPr>
          <p:cNvGrpSpPr>
            <a:grpSpLocks/>
          </p:cNvGrpSpPr>
          <p:nvPr/>
        </p:nvGrpSpPr>
        <p:grpSpPr bwMode="auto">
          <a:xfrm>
            <a:off x="4259263" y="2330450"/>
            <a:ext cx="444500" cy="444500"/>
            <a:chOff x="4258659" y="2329868"/>
            <a:chExt cx="445480" cy="445448"/>
          </a:xfrm>
        </p:grpSpPr>
        <p:sp>
          <p:nvSpPr>
            <p:cNvPr id="61" name="Oval 19">
              <a:extLst>
                <a:ext uri="{FF2B5EF4-FFF2-40B4-BE49-F238E27FC236}">
                  <a16:creationId xmlns:a16="http://schemas.microsoft.com/office/drawing/2014/main" id="{224704DD-7D74-4944-BBC5-1A223691E3AE}"/>
                </a:ext>
              </a:extLst>
            </p:cNvPr>
            <p:cNvSpPr>
              <a:spLocks noChangeArrowheads="1"/>
            </p:cNvSpPr>
            <p:nvPr/>
          </p:nvSpPr>
          <p:spPr bwMode="gray">
            <a:xfrm>
              <a:off x="4258659" y="2329868"/>
              <a:ext cx="445480" cy="445448"/>
            </a:xfrm>
            <a:prstGeom prst="ellipse">
              <a:avLst/>
            </a:prstGeom>
            <a:solidFill>
              <a:schemeClr val="tx2">
                <a:lumMod val="75000"/>
              </a:schemeClr>
            </a:solidFill>
            <a:ln w="12700">
              <a:noFill/>
              <a:round/>
            </a:ln>
            <a:effectLst/>
          </p:spPr>
          <p:txBody>
            <a:bodyPr wrap="none" anchor="ctr"/>
            <a:lstStyle/>
            <a:p>
              <a:pPr eaLnBrk="1" fontAlgn="auto" hangingPunct="1">
                <a:defRPr/>
              </a:pPr>
              <a:endParaRPr lang="zh-CN" altLang="en-US" sz="1350" kern="0" noProof="1">
                <a:solidFill>
                  <a:sysClr val="windowText" lastClr="000000"/>
                </a:solidFill>
                <a:latin typeface="微软雅黑" pitchFamily="34" charset="-122"/>
                <a:ea typeface="微软雅黑" pitchFamily="34" charset="-122"/>
              </a:endParaRPr>
            </a:p>
          </p:txBody>
        </p:sp>
        <p:sp>
          <p:nvSpPr>
            <p:cNvPr id="62" name="KSO_Shape">
              <a:extLst>
                <a:ext uri="{FF2B5EF4-FFF2-40B4-BE49-F238E27FC236}">
                  <a16:creationId xmlns:a16="http://schemas.microsoft.com/office/drawing/2014/main" id="{BE4F8FD7-3D35-4CC9-9522-A815B2A1F197}"/>
                </a:ext>
              </a:extLst>
            </p:cNvPr>
            <p:cNvSpPr/>
            <p:nvPr/>
          </p:nvSpPr>
          <p:spPr bwMode="auto">
            <a:xfrm>
              <a:off x="4352527" y="2409412"/>
              <a:ext cx="257742" cy="286359"/>
            </a:xfrm>
            <a:custGeom>
              <a:avLst/>
              <a:gdLst>
                <a:gd name="T0" fmla="*/ 248428 w 2033587"/>
                <a:gd name="T1" fmla="*/ 944529 h 2276475"/>
                <a:gd name="T2" fmla="*/ 1175716 w 2033587"/>
                <a:gd name="T3" fmla="*/ 709393 h 2276475"/>
                <a:gd name="T4" fmla="*/ 1178374 w 2033587"/>
                <a:gd name="T5" fmla="*/ 591162 h 2276475"/>
                <a:gd name="T6" fmla="*/ 1585424 w 2033587"/>
                <a:gd name="T7" fmla="*/ 232745 h 2276475"/>
                <a:gd name="T8" fmla="*/ 1623685 w 2033587"/>
                <a:gd name="T9" fmla="*/ 244701 h 2276475"/>
                <a:gd name="T10" fmla="*/ 1656631 w 2033587"/>
                <a:gd name="T11" fmla="*/ 266753 h 2276475"/>
                <a:gd name="T12" fmla="*/ 1682138 w 2033587"/>
                <a:gd name="T13" fmla="*/ 297308 h 2276475"/>
                <a:gd name="T14" fmla="*/ 1697549 w 2033587"/>
                <a:gd name="T15" fmla="*/ 334505 h 2276475"/>
                <a:gd name="T16" fmla="*/ 1701800 w 2033587"/>
                <a:gd name="T17" fmla="*/ 1767638 h 2276475"/>
                <a:gd name="T18" fmla="*/ 1695689 w 2033587"/>
                <a:gd name="T19" fmla="*/ 1808289 h 2276475"/>
                <a:gd name="T20" fmla="*/ 1678419 w 2033587"/>
                <a:gd name="T21" fmla="*/ 1844423 h 2276475"/>
                <a:gd name="T22" fmla="*/ 1651849 w 2033587"/>
                <a:gd name="T23" fmla="*/ 1873649 h 2276475"/>
                <a:gd name="T24" fmla="*/ 1617839 w 2033587"/>
                <a:gd name="T25" fmla="*/ 1894372 h 2276475"/>
                <a:gd name="T26" fmla="*/ 1578251 w 2033587"/>
                <a:gd name="T27" fmla="*/ 1904469 h 2276475"/>
                <a:gd name="T28" fmla="*/ 381012 w 2033587"/>
                <a:gd name="T29" fmla="*/ 1903672 h 2276475"/>
                <a:gd name="T30" fmla="*/ 342220 w 2033587"/>
                <a:gd name="T31" fmla="*/ 1891715 h 2276475"/>
                <a:gd name="T32" fmla="*/ 309539 w 2033587"/>
                <a:gd name="T33" fmla="*/ 1869397 h 2276475"/>
                <a:gd name="T34" fmla="*/ 284298 w 2033587"/>
                <a:gd name="T35" fmla="*/ 1838844 h 2276475"/>
                <a:gd name="T36" fmla="*/ 268621 w 2033587"/>
                <a:gd name="T37" fmla="*/ 1801912 h 2276475"/>
                <a:gd name="T38" fmla="*/ 382075 w 2033587"/>
                <a:gd name="T39" fmla="*/ 1767638 h 2276475"/>
                <a:gd name="T40" fmla="*/ 385528 w 2033587"/>
                <a:gd name="T41" fmla="*/ 1778531 h 2276475"/>
                <a:gd name="T42" fmla="*/ 398017 w 2033587"/>
                <a:gd name="T43" fmla="*/ 1786768 h 2276475"/>
                <a:gd name="T44" fmla="*/ 1570013 w 2033587"/>
                <a:gd name="T45" fmla="*/ 1786502 h 2276475"/>
                <a:gd name="T46" fmla="*/ 1581704 w 2033587"/>
                <a:gd name="T47" fmla="*/ 1776937 h 2276475"/>
                <a:gd name="T48" fmla="*/ 1583830 w 2033587"/>
                <a:gd name="T49" fmla="*/ 368513 h 2276475"/>
                <a:gd name="T50" fmla="*/ 1580376 w 2033587"/>
                <a:gd name="T51" fmla="*/ 357619 h 2276475"/>
                <a:gd name="T52" fmla="*/ 1568419 w 2033587"/>
                <a:gd name="T53" fmla="*/ 349383 h 2276475"/>
                <a:gd name="T54" fmla="*/ 492697 w 2033587"/>
                <a:gd name="T55" fmla="*/ 362402 h 2276475"/>
                <a:gd name="T56" fmla="*/ 484724 w 2033587"/>
                <a:gd name="T57" fmla="*/ 402787 h 2276475"/>
                <a:gd name="T58" fmla="*/ 465590 w 2033587"/>
                <a:gd name="T59" fmla="*/ 437592 h 2276475"/>
                <a:gd name="T60" fmla="*/ 437421 w 2033587"/>
                <a:gd name="T61" fmla="*/ 465490 h 2276475"/>
                <a:gd name="T62" fmla="*/ 402608 w 2033587"/>
                <a:gd name="T63" fmla="*/ 484619 h 2276475"/>
                <a:gd name="T64" fmla="*/ 362480 w 2033587"/>
                <a:gd name="T65" fmla="*/ 492856 h 2276475"/>
                <a:gd name="T66" fmla="*/ 118789 w 2033587"/>
                <a:gd name="T67" fmla="*/ 1542067 h 2276475"/>
                <a:gd name="T68" fmla="*/ 128090 w 2033587"/>
                <a:gd name="T69" fmla="*/ 1553757 h 2276475"/>
                <a:gd name="T70" fmla="*/ 1299773 w 2033587"/>
                <a:gd name="T71" fmla="*/ 1556149 h 2276475"/>
                <a:gd name="T72" fmla="*/ 1310934 w 2033587"/>
                <a:gd name="T73" fmla="*/ 1552695 h 2276475"/>
                <a:gd name="T74" fmla="*/ 1319438 w 2033587"/>
                <a:gd name="T75" fmla="*/ 1540208 h 2276475"/>
                <a:gd name="T76" fmla="*/ 1318907 w 2033587"/>
                <a:gd name="T77" fmla="*/ 131782 h 2276475"/>
                <a:gd name="T78" fmla="*/ 1309340 w 2033587"/>
                <a:gd name="T79" fmla="*/ 120357 h 2276475"/>
                <a:gd name="T80" fmla="*/ 492963 w 2033587"/>
                <a:gd name="T81" fmla="*/ 117967 h 2276475"/>
                <a:gd name="T82" fmla="*/ 1327676 w 2033587"/>
                <a:gd name="T83" fmla="*/ 2922 h 2276475"/>
                <a:gd name="T84" fmla="*/ 1365413 w 2033587"/>
                <a:gd name="T85" fmla="*/ 16738 h 2276475"/>
                <a:gd name="T86" fmla="*/ 1397303 w 2033587"/>
                <a:gd name="T87" fmla="*/ 40385 h 2276475"/>
                <a:gd name="T88" fmla="*/ 1420954 w 2033587"/>
                <a:gd name="T89" fmla="*/ 72268 h 2276475"/>
                <a:gd name="T90" fmla="*/ 1434773 w 2033587"/>
                <a:gd name="T91" fmla="*/ 109996 h 2276475"/>
                <a:gd name="T92" fmla="*/ 1437430 w 2033587"/>
                <a:gd name="T93" fmla="*/ 1543396 h 2276475"/>
                <a:gd name="T94" fmla="*/ 1429192 w 2033587"/>
                <a:gd name="T95" fmla="*/ 1583515 h 2276475"/>
                <a:gd name="T96" fmla="*/ 1410324 w 2033587"/>
                <a:gd name="T97" fmla="*/ 1618586 h 2276475"/>
                <a:gd name="T98" fmla="*/ 1382155 w 2033587"/>
                <a:gd name="T99" fmla="*/ 1646749 h 2276475"/>
                <a:gd name="T100" fmla="*/ 1347076 w 2033587"/>
                <a:gd name="T101" fmla="*/ 1665613 h 2276475"/>
                <a:gd name="T102" fmla="*/ 1307214 w 2033587"/>
                <a:gd name="T103" fmla="*/ 1673849 h 2276475"/>
                <a:gd name="T104" fmla="*/ 109754 w 2033587"/>
                <a:gd name="T105" fmla="*/ 1671192 h 2276475"/>
                <a:gd name="T106" fmla="*/ 72017 w 2033587"/>
                <a:gd name="T107" fmla="*/ 1657377 h 2276475"/>
                <a:gd name="T108" fmla="*/ 40394 w 2033587"/>
                <a:gd name="T109" fmla="*/ 1633731 h 2276475"/>
                <a:gd name="T110" fmla="*/ 16476 w 2033587"/>
                <a:gd name="T111" fmla="*/ 1601848 h 2276475"/>
                <a:gd name="T112" fmla="*/ 2657 w 2033587"/>
                <a:gd name="T113" fmla="*/ 1564120 h 2276475"/>
                <a:gd name="T114" fmla="*/ 409517 w 2033587"/>
                <a:gd name="T115" fmla="*/ 0 h 227647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33587" h="2276475">
                  <a:moveTo>
                    <a:pt x="312737" y="1411287"/>
                  </a:moveTo>
                  <a:lnTo>
                    <a:pt x="1422400" y="1411287"/>
                  </a:lnTo>
                  <a:lnTo>
                    <a:pt x="1422400" y="1552575"/>
                  </a:lnTo>
                  <a:lnTo>
                    <a:pt x="312737" y="1552575"/>
                  </a:lnTo>
                  <a:lnTo>
                    <a:pt x="312737" y="1411287"/>
                  </a:lnTo>
                  <a:close/>
                  <a:moveTo>
                    <a:pt x="296862" y="1128712"/>
                  </a:moveTo>
                  <a:lnTo>
                    <a:pt x="1404937" y="1128712"/>
                  </a:lnTo>
                  <a:lnTo>
                    <a:pt x="1404937" y="1270000"/>
                  </a:lnTo>
                  <a:lnTo>
                    <a:pt x="296862" y="1270000"/>
                  </a:lnTo>
                  <a:lnTo>
                    <a:pt x="296862" y="1128712"/>
                  </a:lnTo>
                  <a:close/>
                  <a:moveTo>
                    <a:pt x="296862" y="847725"/>
                  </a:moveTo>
                  <a:lnTo>
                    <a:pt x="1404937" y="847725"/>
                  </a:lnTo>
                  <a:lnTo>
                    <a:pt x="1404937" y="987425"/>
                  </a:lnTo>
                  <a:lnTo>
                    <a:pt x="296862" y="987425"/>
                  </a:lnTo>
                  <a:lnTo>
                    <a:pt x="296862" y="847725"/>
                  </a:lnTo>
                  <a:close/>
                  <a:moveTo>
                    <a:pt x="869950" y="565150"/>
                  </a:moveTo>
                  <a:lnTo>
                    <a:pt x="1408113" y="565150"/>
                  </a:lnTo>
                  <a:lnTo>
                    <a:pt x="1408113" y="706438"/>
                  </a:lnTo>
                  <a:lnTo>
                    <a:pt x="869950" y="706438"/>
                  </a:lnTo>
                  <a:lnTo>
                    <a:pt x="869950" y="565150"/>
                  </a:lnTo>
                  <a:close/>
                  <a:moveTo>
                    <a:pt x="1869440" y="276225"/>
                  </a:moveTo>
                  <a:lnTo>
                    <a:pt x="1877695" y="276543"/>
                  </a:lnTo>
                  <a:lnTo>
                    <a:pt x="1885950" y="276860"/>
                  </a:lnTo>
                  <a:lnTo>
                    <a:pt x="1894522" y="278130"/>
                  </a:lnTo>
                  <a:lnTo>
                    <a:pt x="1902460" y="279400"/>
                  </a:lnTo>
                  <a:lnTo>
                    <a:pt x="1910080" y="281305"/>
                  </a:lnTo>
                  <a:lnTo>
                    <a:pt x="1918017" y="283528"/>
                  </a:lnTo>
                  <a:lnTo>
                    <a:pt x="1925955" y="286068"/>
                  </a:lnTo>
                  <a:lnTo>
                    <a:pt x="1933257" y="288925"/>
                  </a:lnTo>
                  <a:lnTo>
                    <a:pt x="1940242" y="292418"/>
                  </a:lnTo>
                  <a:lnTo>
                    <a:pt x="1947545" y="296228"/>
                  </a:lnTo>
                  <a:lnTo>
                    <a:pt x="1954530" y="299720"/>
                  </a:lnTo>
                  <a:lnTo>
                    <a:pt x="1961197" y="304165"/>
                  </a:lnTo>
                  <a:lnTo>
                    <a:pt x="1967865" y="308928"/>
                  </a:lnTo>
                  <a:lnTo>
                    <a:pt x="1973897" y="313690"/>
                  </a:lnTo>
                  <a:lnTo>
                    <a:pt x="1979612" y="318770"/>
                  </a:lnTo>
                  <a:lnTo>
                    <a:pt x="1985645" y="324168"/>
                  </a:lnTo>
                  <a:lnTo>
                    <a:pt x="1991042" y="330200"/>
                  </a:lnTo>
                  <a:lnTo>
                    <a:pt x="1996122" y="335915"/>
                  </a:lnTo>
                  <a:lnTo>
                    <a:pt x="2000885" y="342265"/>
                  </a:lnTo>
                  <a:lnTo>
                    <a:pt x="2005647" y="348615"/>
                  </a:lnTo>
                  <a:lnTo>
                    <a:pt x="2010092" y="355283"/>
                  </a:lnTo>
                  <a:lnTo>
                    <a:pt x="2013585" y="362268"/>
                  </a:lnTo>
                  <a:lnTo>
                    <a:pt x="2017395" y="369570"/>
                  </a:lnTo>
                  <a:lnTo>
                    <a:pt x="2020570" y="376873"/>
                  </a:lnTo>
                  <a:lnTo>
                    <a:pt x="2023745" y="384175"/>
                  </a:lnTo>
                  <a:lnTo>
                    <a:pt x="2026285" y="391795"/>
                  </a:lnTo>
                  <a:lnTo>
                    <a:pt x="2028507" y="399733"/>
                  </a:lnTo>
                  <a:lnTo>
                    <a:pt x="2030412" y="407670"/>
                  </a:lnTo>
                  <a:lnTo>
                    <a:pt x="2032000" y="415608"/>
                  </a:lnTo>
                  <a:lnTo>
                    <a:pt x="2032952" y="423863"/>
                  </a:lnTo>
                  <a:lnTo>
                    <a:pt x="2033270" y="432118"/>
                  </a:lnTo>
                  <a:lnTo>
                    <a:pt x="2033587" y="440373"/>
                  </a:lnTo>
                  <a:lnTo>
                    <a:pt x="2033587" y="2112328"/>
                  </a:lnTo>
                  <a:lnTo>
                    <a:pt x="2033270" y="2120583"/>
                  </a:lnTo>
                  <a:lnTo>
                    <a:pt x="2032952" y="2128838"/>
                  </a:lnTo>
                  <a:lnTo>
                    <a:pt x="2032000" y="2137410"/>
                  </a:lnTo>
                  <a:lnTo>
                    <a:pt x="2030412" y="2145348"/>
                  </a:lnTo>
                  <a:lnTo>
                    <a:pt x="2028507" y="2153285"/>
                  </a:lnTo>
                  <a:lnTo>
                    <a:pt x="2026285" y="2160905"/>
                  </a:lnTo>
                  <a:lnTo>
                    <a:pt x="2023745" y="2168525"/>
                  </a:lnTo>
                  <a:lnTo>
                    <a:pt x="2020570" y="2175828"/>
                  </a:lnTo>
                  <a:lnTo>
                    <a:pt x="2017395" y="2183130"/>
                  </a:lnTo>
                  <a:lnTo>
                    <a:pt x="2013585" y="2190433"/>
                  </a:lnTo>
                  <a:lnTo>
                    <a:pt x="2010092" y="2197418"/>
                  </a:lnTo>
                  <a:lnTo>
                    <a:pt x="2005647" y="2204085"/>
                  </a:lnTo>
                  <a:lnTo>
                    <a:pt x="2000885" y="2210435"/>
                  </a:lnTo>
                  <a:lnTo>
                    <a:pt x="1996122" y="2216785"/>
                  </a:lnTo>
                  <a:lnTo>
                    <a:pt x="1991042" y="2222500"/>
                  </a:lnTo>
                  <a:lnTo>
                    <a:pt x="1985645" y="2228533"/>
                  </a:lnTo>
                  <a:lnTo>
                    <a:pt x="1979612" y="2233930"/>
                  </a:lnTo>
                  <a:lnTo>
                    <a:pt x="1973897" y="2239010"/>
                  </a:lnTo>
                  <a:lnTo>
                    <a:pt x="1967865" y="2243773"/>
                  </a:lnTo>
                  <a:lnTo>
                    <a:pt x="1961197" y="2248535"/>
                  </a:lnTo>
                  <a:lnTo>
                    <a:pt x="1954530" y="2252980"/>
                  </a:lnTo>
                  <a:lnTo>
                    <a:pt x="1947545" y="2256790"/>
                  </a:lnTo>
                  <a:lnTo>
                    <a:pt x="1940242" y="2260600"/>
                  </a:lnTo>
                  <a:lnTo>
                    <a:pt x="1933257" y="2263775"/>
                  </a:lnTo>
                  <a:lnTo>
                    <a:pt x="1925955" y="2266633"/>
                  </a:lnTo>
                  <a:lnTo>
                    <a:pt x="1918017" y="2269173"/>
                  </a:lnTo>
                  <a:lnTo>
                    <a:pt x="1910080" y="2271395"/>
                  </a:lnTo>
                  <a:lnTo>
                    <a:pt x="1902460" y="2273300"/>
                  </a:lnTo>
                  <a:lnTo>
                    <a:pt x="1894522" y="2274888"/>
                  </a:lnTo>
                  <a:lnTo>
                    <a:pt x="1885950" y="2275840"/>
                  </a:lnTo>
                  <a:lnTo>
                    <a:pt x="1877695" y="2276475"/>
                  </a:lnTo>
                  <a:lnTo>
                    <a:pt x="1869440" y="2276475"/>
                  </a:lnTo>
                  <a:lnTo>
                    <a:pt x="480377" y="2276475"/>
                  </a:lnTo>
                  <a:lnTo>
                    <a:pt x="471805" y="2276475"/>
                  </a:lnTo>
                  <a:lnTo>
                    <a:pt x="463550" y="2275840"/>
                  </a:lnTo>
                  <a:lnTo>
                    <a:pt x="455295" y="2274888"/>
                  </a:lnTo>
                  <a:lnTo>
                    <a:pt x="447040" y="2273300"/>
                  </a:lnTo>
                  <a:lnTo>
                    <a:pt x="439102" y="2271395"/>
                  </a:lnTo>
                  <a:lnTo>
                    <a:pt x="431482" y="2269173"/>
                  </a:lnTo>
                  <a:lnTo>
                    <a:pt x="423862" y="2266633"/>
                  </a:lnTo>
                  <a:lnTo>
                    <a:pt x="416242" y="2263775"/>
                  </a:lnTo>
                  <a:lnTo>
                    <a:pt x="408940" y="2260600"/>
                  </a:lnTo>
                  <a:lnTo>
                    <a:pt x="401955" y="2256790"/>
                  </a:lnTo>
                  <a:lnTo>
                    <a:pt x="394970" y="2252980"/>
                  </a:lnTo>
                  <a:lnTo>
                    <a:pt x="388620" y="2248535"/>
                  </a:lnTo>
                  <a:lnTo>
                    <a:pt x="381952" y="2243773"/>
                  </a:lnTo>
                  <a:lnTo>
                    <a:pt x="375602" y="2239010"/>
                  </a:lnTo>
                  <a:lnTo>
                    <a:pt x="369887" y="2233930"/>
                  </a:lnTo>
                  <a:lnTo>
                    <a:pt x="364172" y="2228533"/>
                  </a:lnTo>
                  <a:lnTo>
                    <a:pt x="358457" y="2222500"/>
                  </a:lnTo>
                  <a:lnTo>
                    <a:pt x="353377" y="2216785"/>
                  </a:lnTo>
                  <a:lnTo>
                    <a:pt x="348297" y="2210435"/>
                  </a:lnTo>
                  <a:lnTo>
                    <a:pt x="343852" y="2204085"/>
                  </a:lnTo>
                  <a:lnTo>
                    <a:pt x="339725" y="2197418"/>
                  </a:lnTo>
                  <a:lnTo>
                    <a:pt x="335597" y="2190433"/>
                  </a:lnTo>
                  <a:lnTo>
                    <a:pt x="332105" y="2183130"/>
                  </a:lnTo>
                  <a:lnTo>
                    <a:pt x="328612" y="2175828"/>
                  </a:lnTo>
                  <a:lnTo>
                    <a:pt x="325755" y="2168525"/>
                  </a:lnTo>
                  <a:lnTo>
                    <a:pt x="323215" y="2160905"/>
                  </a:lnTo>
                  <a:lnTo>
                    <a:pt x="320992" y="2153285"/>
                  </a:lnTo>
                  <a:lnTo>
                    <a:pt x="319087" y="2145348"/>
                  </a:lnTo>
                  <a:lnTo>
                    <a:pt x="317817" y="2137410"/>
                  </a:lnTo>
                  <a:lnTo>
                    <a:pt x="316547" y="2128838"/>
                  </a:lnTo>
                  <a:lnTo>
                    <a:pt x="315912" y="2120583"/>
                  </a:lnTo>
                  <a:lnTo>
                    <a:pt x="315912" y="2112328"/>
                  </a:lnTo>
                  <a:lnTo>
                    <a:pt x="456565" y="2112328"/>
                  </a:lnTo>
                  <a:lnTo>
                    <a:pt x="456882" y="2114868"/>
                  </a:lnTo>
                  <a:lnTo>
                    <a:pt x="457200" y="2116773"/>
                  </a:lnTo>
                  <a:lnTo>
                    <a:pt x="457835" y="2118995"/>
                  </a:lnTo>
                  <a:lnTo>
                    <a:pt x="458470" y="2121218"/>
                  </a:lnTo>
                  <a:lnTo>
                    <a:pt x="459422" y="2123440"/>
                  </a:lnTo>
                  <a:lnTo>
                    <a:pt x="460692" y="2125345"/>
                  </a:lnTo>
                  <a:lnTo>
                    <a:pt x="463550" y="2128838"/>
                  </a:lnTo>
                  <a:lnTo>
                    <a:pt x="467042" y="2132013"/>
                  </a:lnTo>
                  <a:lnTo>
                    <a:pt x="468947" y="2132965"/>
                  </a:lnTo>
                  <a:lnTo>
                    <a:pt x="471170" y="2133918"/>
                  </a:lnTo>
                  <a:lnTo>
                    <a:pt x="473392" y="2134870"/>
                  </a:lnTo>
                  <a:lnTo>
                    <a:pt x="475615" y="2135188"/>
                  </a:lnTo>
                  <a:lnTo>
                    <a:pt x="477837" y="2135505"/>
                  </a:lnTo>
                  <a:lnTo>
                    <a:pt x="480377" y="2135823"/>
                  </a:lnTo>
                  <a:lnTo>
                    <a:pt x="1869440" y="2135823"/>
                  </a:lnTo>
                  <a:lnTo>
                    <a:pt x="1871980" y="2135505"/>
                  </a:lnTo>
                  <a:lnTo>
                    <a:pt x="1874202" y="2135188"/>
                  </a:lnTo>
                  <a:lnTo>
                    <a:pt x="1876107" y="2134870"/>
                  </a:lnTo>
                  <a:lnTo>
                    <a:pt x="1878330" y="2133918"/>
                  </a:lnTo>
                  <a:lnTo>
                    <a:pt x="1880552" y="2132965"/>
                  </a:lnTo>
                  <a:lnTo>
                    <a:pt x="1882457" y="2132013"/>
                  </a:lnTo>
                  <a:lnTo>
                    <a:pt x="1885950" y="2128838"/>
                  </a:lnTo>
                  <a:lnTo>
                    <a:pt x="1888490" y="2125345"/>
                  </a:lnTo>
                  <a:lnTo>
                    <a:pt x="1890077" y="2123440"/>
                  </a:lnTo>
                  <a:lnTo>
                    <a:pt x="1890712" y="2121218"/>
                  </a:lnTo>
                  <a:lnTo>
                    <a:pt x="1891982" y="2118995"/>
                  </a:lnTo>
                  <a:lnTo>
                    <a:pt x="1892300" y="2116773"/>
                  </a:lnTo>
                  <a:lnTo>
                    <a:pt x="1892617" y="2114868"/>
                  </a:lnTo>
                  <a:lnTo>
                    <a:pt x="1892617" y="2112328"/>
                  </a:lnTo>
                  <a:lnTo>
                    <a:pt x="1892617" y="440373"/>
                  </a:lnTo>
                  <a:lnTo>
                    <a:pt x="1892617" y="438468"/>
                  </a:lnTo>
                  <a:lnTo>
                    <a:pt x="1892300" y="435928"/>
                  </a:lnTo>
                  <a:lnTo>
                    <a:pt x="1891982" y="433705"/>
                  </a:lnTo>
                  <a:lnTo>
                    <a:pt x="1890712" y="431483"/>
                  </a:lnTo>
                  <a:lnTo>
                    <a:pt x="1890077" y="429578"/>
                  </a:lnTo>
                  <a:lnTo>
                    <a:pt x="1888490" y="427355"/>
                  </a:lnTo>
                  <a:lnTo>
                    <a:pt x="1885950" y="424180"/>
                  </a:lnTo>
                  <a:lnTo>
                    <a:pt x="1882457" y="421323"/>
                  </a:lnTo>
                  <a:lnTo>
                    <a:pt x="1880552" y="420053"/>
                  </a:lnTo>
                  <a:lnTo>
                    <a:pt x="1878330" y="419100"/>
                  </a:lnTo>
                  <a:lnTo>
                    <a:pt x="1876107" y="418148"/>
                  </a:lnTo>
                  <a:lnTo>
                    <a:pt x="1874202" y="417513"/>
                  </a:lnTo>
                  <a:lnTo>
                    <a:pt x="1871980" y="417195"/>
                  </a:lnTo>
                  <a:lnTo>
                    <a:pt x="1869440" y="417195"/>
                  </a:lnTo>
                  <a:lnTo>
                    <a:pt x="1869440" y="276225"/>
                  </a:lnTo>
                  <a:close/>
                  <a:moveTo>
                    <a:pt x="589072" y="140970"/>
                  </a:moveTo>
                  <a:lnTo>
                    <a:pt x="589072" y="424815"/>
                  </a:lnTo>
                  <a:lnTo>
                    <a:pt x="588754" y="433070"/>
                  </a:lnTo>
                  <a:lnTo>
                    <a:pt x="588436" y="441643"/>
                  </a:lnTo>
                  <a:lnTo>
                    <a:pt x="587166" y="449580"/>
                  </a:lnTo>
                  <a:lnTo>
                    <a:pt x="585896" y="458153"/>
                  </a:lnTo>
                  <a:lnTo>
                    <a:pt x="583991" y="465773"/>
                  </a:lnTo>
                  <a:lnTo>
                    <a:pt x="581768" y="473710"/>
                  </a:lnTo>
                  <a:lnTo>
                    <a:pt x="579227" y="481330"/>
                  </a:lnTo>
                  <a:lnTo>
                    <a:pt x="576052" y="488633"/>
                  </a:lnTo>
                  <a:lnTo>
                    <a:pt x="572876" y="495935"/>
                  </a:lnTo>
                  <a:lnTo>
                    <a:pt x="569065" y="503238"/>
                  </a:lnTo>
                  <a:lnTo>
                    <a:pt x="565572" y="509905"/>
                  </a:lnTo>
                  <a:lnTo>
                    <a:pt x="561126" y="516573"/>
                  </a:lnTo>
                  <a:lnTo>
                    <a:pt x="556363" y="522923"/>
                  </a:lnTo>
                  <a:lnTo>
                    <a:pt x="551600" y="528955"/>
                  </a:lnTo>
                  <a:lnTo>
                    <a:pt x="546519" y="535305"/>
                  </a:lnTo>
                  <a:lnTo>
                    <a:pt x="541120" y="541020"/>
                  </a:lnTo>
                  <a:lnTo>
                    <a:pt x="535087" y="546100"/>
                  </a:lnTo>
                  <a:lnTo>
                    <a:pt x="529371" y="551815"/>
                  </a:lnTo>
                  <a:lnTo>
                    <a:pt x="522702" y="556260"/>
                  </a:lnTo>
                  <a:lnTo>
                    <a:pt x="516668" y="561023"/>
                  </a:lnTo>
                  <a:lnTo>
                    <a:pt x="509682" y="565150"/>
                  </a:lnTo>
                  <a:lnTo>
                    <a:pt x="503013" y="569278"/>
                  </a:lnTo>
                  <a:lnTo>
                    <a:pt x="495709" y="572770"/>
                  </a:lnTo>
                  <a:lnTo>
                    <a:pt x="488406" y="575945"/>
                  </a:lnTo>
                  <a:lnTo>
                    <a:pt x="481102" y="579120"/>
                  </a:lnTo>
                  <a:lnTo>
                    <a:pt x="473480" y="581978"/>
                  </a:lnTo>
                  <a:lnTo>
                    <a:pt x="465541" y="584200"/>
                  </a:lnTo>
                  <a:lnTo>
                    <a:pt x="457602" y="585788"/>
                  </a:lnTo>
                  <a:lnTo>
                    <a:pt x="449663" y="587375"/>
                  </a:lnTo>
                  <a:lnTo>
                    <a:pt x="441407" y="588328"/>
                  </a:lnTo>
                  <a:lnTo>
                    <a:pt x="433150" y="588963"/>
                  </a:lnTo>
                  <a:lnTo>
                    <a:pt x="424576" y="589280"/>
                  </a:lnTo>
                  <a:lnTo>
                    <a:pt x="140678" y="589280"/>
                  </a:lnTo>
                  <a:lnTo>
                    <a:pt x="140678" y="1836103"/>
                  </a:lnTo>
                  <a:lnTo>
                    <a:pt x="140678" y="1838643"/>
                  </a:lnTo>
                  <a:lnTo>
                    <a:pt x="140996" y="1840548"/>
                  </a:lnTo>
                  <a:lnTo>
                    <a:pt x="141948" y="1842770"/>
                  </a:lnTo>
                  <a:lnTo>
                    <a:pt x="142584" y="1844993"/>
                  </a:lnTo>
                  <a:lnTo>
                    <a:pt x="143536" y="1847215"/>
                  </a:lnTo>
                  <a:lnTo>
                    <a:pt x="144807" y="1849120"/>
                  </a:lnTo>
                  <a:lnTo>
                    <a:pt x="147665" y="1852613"/>
                  </a:lnTo>
                  <a:lnTo>
                    <a:pt x="151475" y="1855470"/>
                  </a:lnTo>
                  <a:lnTo>
                    <a:pt x="153063" y="1856740"/>
                  </a:lnTo>
                  <a:lnTo>
                    <a:pt x="155286" y="1857693"/>
                  </a:lnTo>
                  <a:lnTo>
                    <a:pt x="157191" y="1858645"/>
                  </a:lnTo>
                  <a:lnTo>
                    <a:pt x="159732" y="1858963"/>
                  </a:lnTo>
                  <a:lnTo>
                    <a:pt x="161955" y="1859280"/>
                  </a:lnTo>
                  <a:lnTo>
                    <a:pt x="164495" y="1859598"/>
                  </a:lnTo>
                  <a:lnTo>
                    <a:pt x="1553180" y="1859598"/>
                  </a:lnTo>
                  <a:lnTo>
                    <a:pt x="1556038" y="1859280"/>
                  </a:lnTo>
                  <a:lnTo>
                    <a:pt x="1557943" y="1858963"/>
                  </a:lnTo>
                  <a:lnTo>
                    <a:pt x="1560484" y="1858645"/>
                  </a:lnTo>
                  <a:lnTo>
                    <a:pt x="1562389" y="1857693"/>
                  </a:lnTo>
                  <a:lnTo>
                    <a:pt x="1564612" y="1856740"/>
                  </a:lnTo>
                  <a:lnTo>
                    <a:pt x="1566517" y="1855470"/>
                  </a:lnTo>
                  <a:lnTo>
                    <a:pt x="1570010" y="1852613"/>
                  </a:lnTo>
                  <a:lnTo>
                    <a:pt x="1572868" y="1849120"/>
                  </a:lnTo>
                  <a:lnTo>
                    <a:pt x="1574139" y="1847215"/>
                  </a:lnTo>
                  <a:lnTo>
                    <a:pt x="1575091" y="1844993"/>
                  </a:lnTo>
                  <a:lnTo>
                    <a:pt x="1576044" y="1842770"/>
                  </a:lnTo>
                  <a:lnTo>
                    <a:pt x="1576679" y="1840548"/>
                  </a:lnTo>
                  <a:lnTo>
                    <a:pt x="1576997" y="1838643"/>
                  </a:lnTo>
                  <a:lnTo>
                    <a:pt x="1576997" y="1836103"/>
                  </a:lnTo>
                  <a:lnTo>
                    <a:pt x="1576997" y="164782"/>
                  </a:lnTo>
                  <a:lnTo>
                    <a:pt x="1576997" y="161925"/>
                  </a:lnTo>
                  <a:lnTo>
                    <a:pt x="1576679" y="160020"/>
                  </a:lnTo>
                  <a:lnTo>
                    <a:pt x="1576044" y="157480"/>
                  </a:lnTo>
                  <a:lnTo>
                    <a:pt x="1575091" y="155257"/>
                  </a:lnTo>
                  <a:lnTo>
                    <a:pt x="1574139" y="153352"/>
                  </a:lnTo>
                  <a:lnTo>
                    <a:pt x="1572868" y="151447"/>
                  </a:lnTo>
                  <a:lnTo>
                    <a:pt x="1570010" y="147955"/>
                  </a:lnTo>
                  <a:lnTo>
                    <a:pt x="1566517" y="145097"/>
                  </a:lnTo>
                  <a:lnTo>
                    <a:pt x="1564612" y="143827"/>
                  </a:lnTo>
                  <a:lnTo>
                    <a:pt x="1562389" y="142875"/>
                  </a:lnTo>
                  <a:lnTo>
                    <a:pt x="1560484" y="141922"/>
                  </a:lnTo>
                  <a:lnTo>
                    <a:pt x="1557943" y="141287"/>
                  </a:lnTo>
                  <a:lnTo>
                    <a:pt x="1556038" y="140970"/>
                  </a:lnTo>
                  <a:lnTo>
                    <a:pt x="1553180" y="140970"/>
                  </a:lnTo>
                  <a:lnTo>
                    <a:pt x="589072" y="140970"/>
                  </a:lnTo>
                  <a:close/>
                  <a:moveTo>
                    <a:pt x="489358" y="0"/>
                  </a:moveTo>
                  <a:lnTo>
                    <a:pt x="1553180" y="0"/>
                  </a:lnTo>
                  <a:lnTo>
                    <a:pt x="1562071" y="317"/>
                  </a:lnTo>
                  <a:lnTo>
                    <a:pt x="1570010" y="952"/>
                  </a:lnTo>
                  <a:lnTo>
                    <a:pt x="1578584" y="2222"/>
                  </a:lnTo>
                  <a:lnTo>
                    <a:pt x="1586523" y="3492"/>
                  </a:lnTo>
                  <a:lnTo>
                    <a:pt x="1594462" y="5397"/>
                  </a:lnTo>
                  <a:lnTo>
                    <a:pt x="1602084" y="7620"/>
                  </a:lnTo>
                  <a:lnTo>
                    <a:pt x="1609705" y="10160"/>
                  </a:lnTo>
                  <a:lnTo>
                    <a:pt x="1617644" y="13017"/>
                  </a:lnTo>
                  <a:lnTo>
                    <a:pt x="1624630" y="16192"/>
                  </a:lnTo>
                  <a:lnTo>
                    <a:pt x="1631617" y="20002"/>
                  </a:lnTo>
                  <a:lnTo>
                    <a:pt x="1638603" y="23812"/>
                  </a:lnTo>
                  <a:lnTo>
                    <a:pt x="1645589" y="28257"/>
                  </a:lnTo>
                  <a:lnTo>
                    <a:pt x="1651623" y="32702"/>
                  </a:lnTo>
                  <a:lnTo>
                    <a:pt x="1657974" y="37782"/>
                  </a:lnTo>
                  <a:lnTo>
                    <a:pt x="1664008" y="42862"/>
                  </a:lnTo>
                  <a:lnTo>
                    <a:pt x="1669724" y="48260"/>
                  </a:lnTo>
                  <a:lnTo>
                    <a:pt x="1675122" y="53975"/>
                  </a:lnTo>
                  <a:lnTo>
                    <a:pt x="1680203" y="60007"/>
                  </a:lnTo>
                  <a:lnTo>
                    <a:pt x="1685284" y="66357"/>
                  </a:lnTo>
                  <a:lnTo>
                    <a:pt x="1689730" y="72390"/>
                  </a:lnTo>
                  <a:lnTo>
                    <a:pt x="1694176" y="79375"/>
                  </a:lnTo>
                  <a:lnTo>
                    <a:pt x="1697987" y="86360"/>
                  </a:lnTo>
                  <a:lnTo>
                    <a:pt x="1701797" y="93345"/>
                  </a:lnTo>
                  <a:lnTo>
                    <a:pt x="1704973" y="100647"/>
                  </a:lnTo>
                  <a:lnTo>
                    <a:pt x="1707831" y="108267"/>
                  </a:lnTo>
                  <a:lnTo>
                    <a:pt x="1710371" y="115570"/>
                  </a:lnTo>
                  <a:lnTo>
                    <a:pt x="1712594" y="123507"/>
                  </a:lnTo>
                  <a:lnTo>
                    <a:pt x="1714500" y="131445"/>
                  </a:lnTo>
                  <a:lnTo>
                    <a:pt x="1715770" y="139382"/>
                  </a:lnTo>
                  <a:lnTo>
                    <a:pt x="1717040" y="147637"/>
                  </a:lnTo>
                  <a:lnTo>
                    <a:pt x="1717675" y="155892"/>
                  </a:lnTo>
                  <a:lnTo>
                    <a:pt x="1717675" y="164782"/>
                  </a:lnTo>
                  <a:lnTo>
                    <a:pt x="1717675" y="1836103"/>
                  </a:lnTo>
                  <a:lnTo>
                    <a:pt x="1717675" y="1844358"/>
                  </a:lnTo>
                  <a:lnTo>
                    <a:pt x="1717040" y="1852613"/>
                  </a:lnTo>
                  <a:lnTo>
                    <a:pt x="1715770" y="1861185"/>
                  </a:lnTo>
                  <a:lnTo>
                    <a:pt x="1714500" y="1869123"/>
                  </a:lnTo>
                  <a:lnTo>
                    <a:pt x="1712594" y="1877060"/>
                  </a:lnTo>
                  <a:lnTo>
                    <a:pt x="1710371" y="1884680"/>
                  </a:lnTo>
                  <a:lnTo>
                    <a:pt x="1707831" y="1892300"/>
                  </a:lnTo>
                  <a:lnTo>
                    <a:pt x="1704973" y="1900238"/>
                  </a:lnTo>
                  <a:lnTo>
                    <a:pt x="1701797" y="1907223"/>
                  </a:lnTo>
                  <a:lnTo>
                    <a:pt x="1697987" y="1914208"/>
                  </a:lnTo>
                  <a:lnTo>
                    <a:pt x="1694176" y="1921193"/>
                  </a:lnTo>
                  <a:lnTo>
                    <a:pt x="1689730" y="1927860"/>
                  </a:lnTo>
                  <a:lnTo>
                    <a:pt x="1685284" y="1934210"/>
                  </a:lnTo>
                  <a:lnTo>
                    <a:pt x="1680203" y="1940560"/>
                  </a:lnTo>
                  <a:lnTo>
                    <a:pt x="1675122" y="1946275"/>
                  </a:lnTo>
                  <a:lnTo>
                    <a:pt x="1669724" y="1952308"/>
                  </a:lnTo>
                  <a:lnTo>
                    <a:pt x="1664008" y="1957705"/>
                  </a:lnTo>
                  <a:lnTo>
                    <a:pt x="1657974" y="1962785"/>
                  </a:lnTo>
                  <a:lnTo>
                    <a:pt x="1651623" y="1967865"/>
                  </a:lnTo>
                  <a:lnTo>
                    <a:pt x="1645589" y="1972310"/>
                  </a:lnTo>
                  <a:lnTo>
                    <a:pt x="1638603" y="1976755"/>
                  </a:lnTo>
                  <a:lnTo>
                    <a:pt x="1631617" y="1980565"/>
                  </a:lnTo>
                  <a:lnTo>
                    <a:pt x="1624630" y="1984375"/>
                  </a:lnTo>
                  <a:lnTo>
                    <a:pt x="1617644" y="1987550"/>
                  </a:lnTo>
                  <a:lnTo>
                    <a:pt x="1609705" y="1990408"/>
                  </a:lnTo>
                  <a:lnTo>
                    <a:pt x="1602084" y="1992948"/>
                  </a:lnTo>
                  <a:lnTo>
                    <a:pt x="1594462" y="1995170"/>
                  </a:lnTo>
                  <a:lnTo>
                    <a:pt x="1586523" y="1997075"/>
                  </a:lnTo>
                  <a:lnTo>
                    <a:pt x="1578584" y="1998345"/>
                  </a:lnTo>
                  <a:lnTo>
                    <a:pt x="1570010" y="1999615"/>
                  </a:lnTo>
                  <a:lnTo>
                    <a:pt x="1562071" y="2000250"/>
                  </a:lnTo>
                  <a:lnTo>
                    <a:pt x="1553180" y="2000250"/>
                  </a:lnTo>
                  <a:lnTo>
                    <a:pt x="164495" y="2000250"/>
                  </a:lnTo>
                  <a:lnTo>
                    <a:pt x="155604" y="2000250"/>
                  </a:lnTo>
                  <a:lnTo>
                    <a:pt x="147665" y="1999615"/>
                  </a:lnTo>
                  <a:lnTo>
                    <a:pt x="139408" y="1998345"/>
                  </a:lnTo>
                  <a:lnTo>
                    <a:pt x="131152" y="1997075"/>
                  </a:lnTo>
                  <a:lnTo>
                    <a:pt x="123213" y="1995170"/>
                  </a:lnTo>
                  <a:lnTo>
                    <a:pt x="115591" y="1992948"/>
                  </a:lnTo>
                  <a:lnTo>
                    <a:pt x="107970" y="1990408"/>
                  </a:lnTo>
                  <a:lnTo>
                    <a:pt x="100348" y="1987550"/>
                  </a:lnTo>
                  <a:lnTo>
                    <a:pt x="93044" y="1984375"/>
                  </a:lnTo>
                  <a:lnTo>
                    <a:pt x="86058" y="1980565"/>
                  </a:lnTo>
                  <a:lnTo>
                    <a:pt x="79072" y="1976755"/>
                  </a:lnTo>
                  <a:lnTo>
                    <a:pt x="72721" y="1972310"/>
                  </a:lnTo>
                  <a:lnTo>
                    <a:pt x="66052" y="1967865"/>
                  </a:lnTo>
                  <a:lnTo>
                    <a:pt x="59701" y="1962785"/>
                  </a:lnTo>
                  <a:lnTo>
                    <a:pt x="53667" y="1957705"/>
                  </a:lnTo>
                  <a:lnTo>
                    <a:pt x="48269" y="1952308"/>
                  </a:lnTo>
                  <a:lnTo>
                    <a:pt x="42553" y="1946275"/>
                  </a:lnTo>
                  <a:lnTo>
                    <a:pt x="37472" y="1940560"/>
                  </a:lnTo>
                  <a:lnTo>
                    <a:pt x="32391" y="1934210"/>
                  </a:lnTo>
                  <a:lnTo>
                    <a:pt x="27945" y="1927860"/>
                  </a:lnTo>
                  <a:lnTo>
                    <a:pt x="23817" y="1921193"/>
                  </a:lnTo>
                  <a:lnTo>
                    <a:pt x="19688" y="1914208"/>
                  </a:lnTo>
                  <a:lnTo>
                    <a:pt x="16195" y="1907223"/>
                  </a:lnTo>
                  <a:lnTo>
                    <a:pt x="12702" y="1900238"/>
                  </a:lnTo>
                  <a:lnTo>
                    <a:pt x="9844" y="1892300"/>
                  </a:lnTo>
                  <a:lnTo>
                    <a:pt x="7304" y="1884680"/>
                  </a:lnTo>
                  <a:lnTo>
                    <a:pt x="5081" y="1877060"/>
                  </a:lnTo>
                  <a:lnTo>
                    <a:pt x="3175" y="1869123"/>
                  </a:lnTo>
                  <a:lnTo>
                    <a:pt x="1905" y="1861185"/>
                  </a:lnTo>
                  <a:lnTo>
                    <a:pt x="635" y="1852613"/>
                  </a:lnTo>
                  <a:lnTo>
                    <a:pt x="0" y="1844358"/>
                  </a:lnTo>
                  <a:lnTo>
                    <a:pt x="0" y="1836103"/>
                  </a:lnTo>
                  <a:lnTo>
                    <a:pt x="0" y="489585"/>
                  </a:lnTo>
                  <a:lnTo>
                    <a:pt x="489358"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eaLnBrk="1" fontAlgn="auto" hangingPunct="1">
                <a:defRPr/>
              </a:pPr>
              <a:endParaRPr lang="zh-CN" altLang="en-US" noProof="1">
                <a:solidFill>
                  <a:srgbClr val="FFFFFF"/>
                </a:solidFill>
              </a:endParaRPr>
            </a:p>
          </p:txBody>
        </p:sp>
      </p:grpSp>
      <p:grpSp>
        <p:nvGrpSpPr>
          <p:cNvPr id="7" name="组合 62">
            <a:extLst>
              <a:ext uri="{FF2B5EF4-FFF2-40B4-BE49-F238E27FC236}">
                <a16:creationId xmlns:a16="http://schemas.microsoft.com/office/drawing/2014/main" id="{76861A94-A597-45E2-845E-FFFFCFCE9A8B}"/>
              </a:ext>
            </a:extLst>
          </p:cNvPr>
          <p:cNvGrpSpPr>
            <a:grpSpLocks/>
          </p:cNvGrpSpPr>
          <p:nvPr/>
        </p:nvGrpSpPr>
        <p:grpSpPr bwMode="auto">
          <a:xfrm>
            <a:off x="4259263" y="2901950"/>
            <a:ext cx="444500" cy="446088"/>
            <a:chOff x="4258659" y="2902085"/>
            <a:chExt cx="445480" cy="445448"/>
          </a:xfrm>
        </p:grpSpPr>
        <p:sp>
          <p:nvSpPr>
            <p:cNvPr id="64" name="Oval 19">
              <a:extLst>
                <a:ext uri="{FF2B5EF4-FFF2-40B4-BE49-F238E27FC236}">
                  <a16:creationId xmlns:a16="http://schemas.microsoft.com/office/drawing/2014/main" id="{20994B98-BCFC-4A4D-8D8B-4DEC988E1586}"/>
                </a:ext>
              </a:extLst>
            </p:cNvPr>
            <p:cNvSpPr>
              <a:spLocks noChangeArrowheads="1"/>
            </p:cNvSpPr>
            <p:nvPr/>
          </p:nvSpPr>
          <p:spPr bwMode="gray">
            <a:xfrm>
              <a:off x="4258659" y="2902085"/>
              <a:ext cx="445480" cy="445448"/>
            </a:xfrm>
            <a:prstGeom prst="ellipse">
              <a:avLst/>
            </a:prstGeom>
            <a:solidFill>
              <a:schemeClr val="tx2">
                <a:lumMod val="75000"/>
              </a:schemeClr>
            </a:solidFill>
            <a:ln w="12700">
              <a:noFill/>
              <a:round/>
            </a:ln>
            <a:effectLst/>
          </p:spPr>
          <p:txBody>
            <a:bodyPr wrap="none" anchor="ctr"/>
            <a:lstStyle/>
            <a:p>
              <a:pPr eaLnBrk="1" fontAlgn="auto" hangingPunct="1">
                <a:defRPr/>
              </a:pPr>
              <a:endParaRPr lang="zh-CN" altLang="en-US" sz="1350" kern="0" noProof="1">
                <a:solidFill>
                  <a:sysClr val="windowText" lastClr="000000"/>
                </a:solidFill>
                <a:latin typeface="微软雅黑" pitchFamily="34" charset="-122"/>
                <a:ea typeface="微软雅黑" pitchFamily="34" charset="-122"/>
              </a:endParaRPr>
            </a:p>
          </p:txBody>
        </p:sp>
        <p:sp>
          <p:nvSpPr>
            <p:cNvPr id="65" name="KSO_Shape">
              <a:extLst>
                <a:ext uri="{FF2B5EF4-FFF2-40B4-BE49-F238E27FC236}">
                  <a16:creationId xmlns:a16="http://schemas.microsoft.com/office/drawing/2014/main" id="{341A6E27-F890-415B-89E6-44EFB8DBB0D7}"/>
                </a:ext>
              </a:extLst>
            </p:cNvPr>
            <p:cNvSpPr/>
            <p:nvPr/>
          </p:nvSpPr>
          <p:spPr bwMode="auto">
            <a:xfrm>
              <a:off x="4338209" y="3000369"/>
              <a:ext cx="286380" cy="248880"/>
            </a:xfrm>
            <a:custGeom>
              <a:avLst/>
              <a:gdLst>
                <a:gd name="T0" fmla="*/ 1814848 w 5325"/>
                <a:gd name="T1" fmla="*/ 1012065 h 4595"/>
                <a:gd name="T2" fmla="*/ 90510 w 5325"/>
                <a:gd name="T3" fmla="*/ 0 h 4595"/>
                <a:gd name="T4" fmla="*/ 0 w 5325"/>
                <a:gd name="T5" fmla="*/ 1012065 h 4595"/>
                <a:gd name="T6" fmla="*/ 459346 w 5325"/>
                <a:gd name="T7" fmla="*/ 1169473 h 4595"/>
                <a:gd name="T8" fmla="*/ 502276 w 5325"/>
                <a:gd name="T9" fmla="*/ 1643845 h 4595"/>
                <a:gd name="T10" fmla="*/ 630349 w 5325"/>
                <a:gd name="T11" fmla="*/ 1169473 h 4595"/>
                <a:gd name="T12" fmla="*/ 1275366 w 5325"/>
                <a:gd name="T13" fmla="*/ 1169473 h 4595"/>
                <a:gd name="T14" fmla="*/ 1403439 w 5325"/>
                <a:gd name="T15" fmla="*/ 1643845 h 4595"/>
                <a:gd name="T16" fmla="*/ 1446011 w 5325"/>
                <a:gd name="T17" fmla="*/ 1169473 h 4595"/>
                <a:gd name="T18" fmla="*/ 1905000 w 5325"/>
                <a:gd name="T19" fmla="*/ 1012065 h 4595"/>
                <a:gd name="T20" fmla="*/ 1653862 w 5325"/>
                <a:gd name="T21" fmla="*/ 977363 h 4595"/>
                <a:gd name="T22" fmla="*/ 1653504 w 5325"/>
                <a:gd name="T23" fmla="*/ 984518 h 4595"/>
                <a:gd name="T24" fmla="*/ 1651000 w 5325"/>
                <a:gd name="T25" fmla="*/ 990958 h 4595"/>
                <a:gd name="T26" fmla="*/ 1648138 w 5325"/>
                <a:gd name="T27" fmla="*/ 996682 h 4595"/>
                <a:gd name="T28" fmla="*/ 1643845 w 5325"/>
                <a:gd name="T29" fmla="*/ 1002048 h 4595"/>
                <a:gd name="T30" fmla="*/ 1638837 w 5325"/>
                <a:gd name="T31" fmla="*/ 1005983 h 4595"/>
                <a:gd name="T32" fmla="*/ 1632755 w 5325"/>
                <a:gd name="T33" fmla="*/ 1009561 h 4595"/>
                <a:gd name="T34" fmla="*/ 1626673 w 5325"/>
                <a:gd name="T35" fmla="*/ 1011349 h 4595"/>
                <a:gd name="T36" fmla="*/ 1619518 w 5325"/>
                <a:gd name="T37" fmla="*/ 1012065 h 4595"/>
                <a:gd name="T38" fmla="*/ 1149439 w 5325"/>
                <a:gd name="T39" fmla="*/ 1012065 h 4595"/>
                <a:gd name="T40" fmla="*/ 1142642 w 5325"/>
                <a:gd name="T41" fmla="*/ 1011349 h 4595"/>
                <a:gd name="T42" fmla="*/ 1135845 w 5325"/>
                <a:gd name="T43" fmla="*/ 1009561 h 4595"/>
                <a:gd name="T44" fmla="*/ 1130121 w 5325"/>
                <a:gd name="T45" fmla="*/ 1005983 h 4595"/>
                <a:gd name="T46" fmla="*/ 1125470 w 5325"/>
                <a:gd name="T47" fmla="*/ 1002048 h 4595"/>
                <a:gd name="T48" fmla="*/ 1120820 w 5325"/>
                <a:gd name="T49" fmla="*/ 996682 h 4595"/>
                <a:gd name="T50" fmla="*/ 1117958 w 5325"/>
                <a:gd name="T51" fmla="*/ 990958 h 4595"/>
                <a:gd name="T52" fmla="*/ 1115811 w 5325"/>
                <a:gd name="T53" fmla="*/ 984518 h 4595"/>
                <a:gd name="T54" fmla="*/ 1115454 w 5325"/>
                <a:gd name="T55" fmla="*/ 977363 h 4595"/>
                <a:gd name="T56" fmla="*/ 1115454 w 5325"/>
                <a:gd name="T57" fmla="*/ 731592 h 4595"/>
                <a:gd name="T58" fmla="*/ 1115811 w 5325"/>
                <a:gd name="T59" fmla="*/ 724437 h 4595"/>
                <a:gd name="T60" fmla="*/ 1117958 w 5325"/>
                <a:gd name="T61" fmla="*/ 718355 h 4595"/>
                <a:gd name="T62" fmla="*/ 1120820 w 5325"/>
                <a:gd name="T63" fmla="*/ 712273 h 4595"/>
                <a:gd name="T64" fmla="*/ 1125470 w 5325"/>
                <a:gd name="T65" fmla="*/ 707265 h 4595"/>
                <a:gd name="T66" fmla="*/ 1130121 w 5325"/>
                <a:gd name="T67" fmla="*/ 702972 h 4595"/>
                <a:gd name="T68" fmla="*/ 1135845 w 5325"/>
                <a:gd name="T69" fmla="*/ 699752 h 4595"/>
                <a:gd name="T70" fmla="*/ 1142642 w 5325"/>
                <a:gd name="T71" fmla="*/ 697606 h 4595"/>
                <a:gd name="T72" fmla="*/ 1149439 w 5325"/>
                <a:gd name="T73" fmla="*/ 697248 h 4595"/>
                <a:gd name="T74" fmla="*/ 1619518 w 5325"/>
                <a:gd name="T75" fmla="*/ 697248 h 4595"/>
                <a:gd name="T76" fmla="*/ 1626673 w 5325"/>
                <a:gd name="T77" fmla="*/ 697606 h 4595"/>
                <a:gd name="T78" fmla="*/ 1632755 w 5325"/>
                <a:gd name="T79" fmla="*/ 699752 h 4595"/>
                <a:gd name="T80" fmla="*/ 1638837 w 5325"/>
                <a:gd name="T81" fmla="*/ 702972 h 4595"/>
                <a:gd name="T82" fmla="*/ 1643845 w 5325"/>
                <a:gd name="T83" fmla="*/ 707265 h 4595"/>
                <a:gd name="T84" fmla="*/ 1648138 w 5325"/>
                <a:gd name="T85" fmla="*/ 712273 h 4595"/>
                <a:gd name="T86" fmla="*/ 1651000 w 5325"/>
                <a:gd name="T87" fmla="*/ 718355 h 4595"/>
                <a:gd name="T88" fmla="*/ 1653504 w 5325"/>
                <a:gd name="T89" fmla="*/ 724437 h 4595"/>
                <a:gd name="T90" fmla="*/ 1653862 w 5325"/>
                <a:gd name="T91" fmla="*/ 731592 h 459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325" h="4595">
                  <a:moveTo>
                    <a:pt x="5325" y="2829"/>
                  </a:moveTo>
                  <a:lnTo>
                    <a:pt x="5073" y="2829"/>
                  </a:lnTo>
                  <a:lnTo>
                    <a:pt x="5073" y="0"/>
                  </a:lnTo>
                  <a:lnTo>
                    <a:pt x="253" y="0"/>
                  </a:lnTo>
                  <a:lnTo>
                    <a:pt x="253" y="2829"/>
                  </a:lnTo>
                  <a:lnTo>
                    <a:pt x="0" y="2829"/>
                  </a:lnTo>
                  <a:lnTo>
                    <a:pt x="0" y="3269"/>
                  </a:lnTo>
                  <a:lnTo>
                    <a:pt x="1284" y="3269"/>
                  </a:lnTo>
                  <a:lnTo>
                    <a:pt x="926" y="4595"/>
                  </a:lnTo>
                  <a:lnTo>
                    <a:pt x="1404" y="4595"/>
                  </a:lnTo>
                  <a:lnTo>
                    <a:pt x="1762" y="3269"/>
                  </a:lnTo>
                  <a:lnTo>
                    <a:pt x="3565" y="3269"/>
                  </a:lnTo>
                  <a:lnTo>
                    <a:pt x="3764" y="4009"/>
                  </a:lnTo>
                  <a:lnTo>
                    <a:pt x="3923" y="4595"/>
                  </a:lnTo>
                  <a:lnTo>
                    <a:pt x="4400" y="4595"/>
                  </a:lnTo>
                  <a:lnTo>
                    <a:pt x="4042" y="3269"/>
                  </a:lnTo>
                  <a:lnTo>
                    <a:pt x="5325" y="3269"/>
                  </a:lnTo>
                  <a:lnTo>
                    <a:pt x="5325" y="2829"/>
                  </a:lnTo>
                  <a:close/>
                  <a:moveTo>
                    <a:pt x="4623" y="2732"/>
                  </a:moveTo>
                  <a:lnTo>
                    <a:pt x="4623" y="2732"/>
                  </a:lnTo>
                  <a:lnTo>
                    <a:pt x="4623" y="2742"/>
                  </a:lnTo>
                  <a:lnTo>
                    <a:pt x="4622" y="2752"/>
                  </a:lnTo>
                  <a:lnTo>
                    <a:pt x="4619" y="2760"/>
                  </a:lnTo>
                  <a:lnTo>
                    <a:pt x="4615" y="2770"/>
                  </a:lnTo>
                  <a:lnTo>
                    <a:pt x="4612" y="2779"/>
                  </a:lnTo>
                  <a:lnTo>
                    <a:pt x="4607" y="2786"/>
                  </a:lnTo>
                  <a:lnTo>
                    <a:pt x="4601" y="2794"/>
                  </a:lnTo>
                  <a:lnTo>
                    <a:pt x="4595" y="2801"/>
                  </a:lnTo>
                  <a:lnTo>
                    <a:pt x="4588" y="2807"/>
                  </a:lnTo>
                  <a:lnTo>
                    <a:pt x="4581" y="2812"/>
                  </a:lnTo>
                  <a:lnTo>
                    <a:pt x="4573" y="2817"/>
                  </a:lnTo>
                  <a:lnTo>
                    <a:pt x="4564" y="2822"/>
                  </a:lnTo>
                  <a:lnTo>
                    <a:pt x="4555" y="2824"/>
                  </a:lnTo>
                  <a:lnTo>
                    <a:pt x="4547" y="2827"/>
                  </a:lnTo>
                  <a:lnTo>
                    <a:pt x="4537" y="2828"/>
                  </a:lnTo>
                  <a:lnTo>
                    <a:pt x="4527" y="2829"/>
                  </a:lnTo>
                  <a:lnTo>
                    <a:pt x="3213" y="2829"/>
                  </a:lnTo>
                  <a:lnTo>
                    <a:pt x="3203" y="2828"/>
                  </a:lnTo>
                  <a:lnTo>
                    <a:pt x="3194" y="2827"/>
                  </a:lnTo>
                  <a:lnTo>
                    <a:pt x="3185" y="2824"/>
                  </a:lnTo>
                  <a:lnTo>
                    <a:pt x="3175" y="2822"/>
                  </a:lnTo>
                  <a:lnTo>
                    <a:pt x="3168" y="2817"/>
                  </a:lnTo>
                  <a:lnTo>
                    <a:pt x="3159" y="2812"/>
                  </a:lnTo>
                  <a:lnTo>
                    <a:pt x="3152" y="2807"/>
                  </a:lnTo>
                  <a:lnTo>
                    <a:pt x="3146" y="2801"/>
                  </a:lnTo>
                  <a:lnTo>
                    <a:pt x="3140" y="2794"/>
                  </a:lnTo>
                  <a:lnTo>
                    <a:pt x="3133" y="2786"/>
                  </a:lnTo>
                  <a:lnTo>
                    <a:pt x="3129" y="2779"/>
                  </a:lnTo>
                  <a:lnTo>
                    <a:pt x="3125" y="2770"/>
                  </a:lnTo>
                  <a:lnTo>
                    <a:pt x="3121" y="2760"/>
                  </a:lnTo>
                  <a:lnTo>
                    <a:pt x="3119" y="2752"/>
                  </a:lnTo>
                  <a:lnTo>
                    <a:pt x="3118" y="2742"/>
                  </a:lnTo>
                  <a:lnTo>
                    <a:pt x="3118" y="2732"/>
                  </a:lnTo>
                  <a:lnTo>
                    <a:pt x="3118" y="2045"/>
                  </a:lnTo>
                  <a:lnTo>
                    <a:pt x="3118" y="2035"/>
                  </a:lnTo>
                  <a:lnTo>
                    <a:pt x="3119" y="2025"/>
                  </a:lnTo>
                  <a:lnTo>
                    <a:pt x="3121" y="2016"/>
                  </a:lnTo>
                  <a:lnTo>
                    <a:pt x="3125" y="2008"/>
                  </a:lnTo>
                  <a:lnTo>
                    <a:pt x="3129" y="1999"/>
                  </a:lnTo>
                  <a:lnTo>
                    <a:pt x="3133" y="1991"/>
                  </a:lnTo>
                  <a:lnTo>
                    <a:pt x="3140" y="1983"/>
                  </a:lnTo>
                  <a:lnTo>
                    <a:pt x="3146" y="1977"/>
                  </a:lnTo>
                  <a:lnTo>
                    <a:pt x="3152" y="1971"/>
                  </a:lnTo>
                  <a:lnTo>
                    <a:pt x="3159" y="1965"/>
                  </a:lnTo>
                  <a:lnTo>
                    <a:pt x="3168" y="1960"/>
                  </a:lnTo>
                  <a:lnTo>
                    <a:pt x="3175" y="1956"/>
                  </a:lnTo>
                  <a:lnTo>
                    <a:pt x="3185" y="1953"/>
                  </a:lnTo>
                  <a:lnTo>
                    <a:pt x="3194" y="1950"/>
                  </a:lnTo>
                  <a:lnTo>
                    <a:pt x="3203" y="1949"/>
                  </a:lnTo>
                  <a:lnTo>
                    <a:pt x="3213" y="1949"/>
                  </a:lnTo>
                  <a:lnTo>
                    <a:pt x="4527" y="1949"/>
                  </a:lnTo>
                  <a:lnTo>
                    <a:pt x="4537" y="1949"/>
                  </a:lnTo>
                  <a:lnTo>
                    <a:pt x="4547" y="1950"/>
                  </a:lnTo>
                  <a:lnTo>
                    <a:pt x="4555" y="1953"/>
                  </a:lnTo>
                  <a:lnTo>
                    <a:pt x="4564" y="1956"/>
                  </a:lnTo>
                  <a:lnTo>
                    <a:pt x="4573" y="1960"/>
                  </a:lnTo>
                  <a:lnTo>
                    <a:pt x="4581" y="1965"/>
                  </a:lnTo>
                  <a:lnTo>
                    <a:pt x="4588" y="1971"/>
                  </a:lnTo>
                  <a:lnTo>
                    <a:pt x="4595" y="1977"/>
                  </a:lnTo>
                  <a:lnTo>
                    <a:pt x="4601" y="1983"/>
                  </a:lnTo>
                  <a:lnTo>
                    <a:pt x="4607" y="1991"/>
                  </a:lnTo>
                  <a:lnTo>
                    <a:pt x="4612" y="1999"/>
                  </a:lnTo>
                  <a:lnTo>
                    <a:pt x="4615" y="2008"/>
                  </a:lnTo>
                  <a:lnTo>
                    <a:pt x="4619" y="2016"/>
                  </a:lnTo>
                  <a:lnTo>
                    <a:pt x="4622" y="2025"/>
                  </a:lnTo>
                  <a:lnTo>
                    <a:pt x="4623" y="2035"/>
                  </a:lnTo>
                  <a:lnTo>
                    <a:pt x="4623" y="2045"/>
                  </a:lnTo>
                  <a:lnTo>
                    <a:pt x="4623" y="2732"/>
                  </a:lnTo>
                  <a:close/>
                </a:path>
              </a:pathLst>
            </a:custGeom>
            <a:solidFill>
              <a:schemeClr val="bg1"/>
            </a:solidFill>
            <a:ln>
              <a:noFill/>
            </a:ln>
          </p:spPr>
          <p:txBody>
            <a:bodyPr bIns="720000" anchor="ctr">
              <a:scene3d>
                <a:camera prst="orthographicFront"/>
                <a:lightRig rig="threePt" dir="t"/>
              </a:scene3d>
              <a:sp3d>
                <a:contourClr>
                  <a:srgbClr val="FFFFFF"/>
                </a:contourClr>
              </a:sp3d>
            </a:bodyPr>
            <a:lstStyle/>
            <a:p>
              <a:pPr algn="ctr" eaLnBrk="1" fontAlgn="auto" hangingPunct="1">
                <a:defRPr/>
              </a:pPr>
              <a:endParaRPr lang="zh-CN" altLang="en-US" noProof="1">
                <a:solidFill>
                  <a:srgbClr val="FFFFFF"/>
                </a:solidFill>
              </a:endParaRPr>
            </a:p>
          </p:txBody>
        </p:sp>
      </p:grpSp>
      <p:grpSp>
        <p:nvGrpSpPr>
          <p:cNvPr id="8" name="组合 65">
            <a:extLst>
              <a:ext uri="{FF2B5EF4-FFF2-40B4-BE49-F238E27FC236}">
                <a16:creationId xmlns:a16="http://schemas.microsoft.com/office/drawing/2014/main" id="{571B743E-1517-4191-93DA-38DE552E6516}"/>
              </a:ext>
            </a:extLst>
          </p:cNvPr>
          <p:cNvGrpSpPr>
            <a:grpSpLocks/>
          </p:cNvGrpSpPr>
          <p:nvPr/>
        </p:nvGrpSpPr>
        <p:grpSpPr bwMode="auto">
          <a:xfrm>
            <a:off x="3990975" y="3475038"/>
            <a:ext cx="444500" cy="444500"/>
            <a:chOff x="3990220" y="3474301"/>
            <a:chExt cx="445480" cy="445448"/>
          </a:xfrm>
        </p:grpSpPr>
        <p:sp>
          <p:nvSpPr>
            <p:cNvPr id="67" name="Oval 19">
              <a:extLst>
                <a:ext uri="{FF2B5EF4-FFF2-40B4-BE49-F238E27FC236}">
                  <a16:creationId xmlns:a16="http://schemas.microsoft.com/office/drawing/2014/main" id="{671E14D1-9865-44C4-A58A-D96A80AD311F}"/>
                </a:ext>
              </a:extLst>
            </p:cNvPr>
            <p:cNvSpPr>
              <a:spLocks noChangeArrowheads="1"/>
            </p:cNvSpPr>
            <p:nvPr/>
          </p:nvSpPr>
          <p:spPr bwMode="gray">
            <a:xfrm>
              <a:off x="3990220" y="3474301"/>
              <a:ext cx="445480" cy="445448"/>
            </a:xfrm>
            <a:prstGeom prst="ellipse">
              <a:avLst/>
            </a:prstGeom>
            <a:solidFill>
              <a:schemeClr val="tx2">
                <a:lumMod val="75000"/>
              </a:schemeClr>
            </a:solidFill>
            <a:ln w="12700">
              <a:noFill/>
              <a:round/>
            </a:ln>
            <a:effectLst/>
          </p:spPr>
          <p:txBody>
            <a:bodyPr wrap="none" anchor="ctr"/>
            <a:lstStyle/>
            <a:p>
              <a:pPr eaLnBrk="1" fontAlgn="auto" hangingPunct="1">
                <a:defRPr/>
              </a:pPr>
              <a:endParaRPr lang="zh-CN" altLang="en-US" sz="1350" kern="0" noProof="1">
                <a:solidFill>
                  <a:sysClr val="windowText" lastClr="000000"/>
                </a:solidFill>
                <a:latin typeface="微软雅黑" pitchFamily="34" charset="-122"/>
                <a:ea typeface="微软雅黑" pitchFamily="34" charset="-122"/>
              </a:endParaRPr>
            </a:p>
          </p:txBody>
        </p:sp>
        <p:sp>
          <p:nvSpPr>
            <p:cNvPr id="68" name="KSO_Shape">
              <a:extLst>
                <a:ext uri="{FF2B5EF4-FFF2-40B4-BE49-F238E27FC236}">
                  <a16:creationId xmlns:a16="http://schemas.microsoft.com/office/drawing/2014/main" id="{5E19980B-3B3C-4A42-B021-565B68ADA16C}"/>
                </a:ext>
              </a:extLst>
            </p:cNvPr>
            <p:cNvSpPr/>
            <p:nvPr/>
          </p:nvSpPr>
          <p:spPr bwMode="auto">
            <a:xfrm>
              <a:off x="4071362" y="3552254"/>
              <a:ext cx="283198" cy="289541"/>
            </a:xfrm>
            <a:custGeom>
              <a:avLst/>
              <a:gdLst>
                <a:gd name="T0" fmla="*/ 342531 w 2482850"/>
                <a:gd name="T1" fmla="*/ 1411756 h 2544763"/>
                <a:gd name="T2" fmla="*/ 306547 w 2482850"/>
                <a:gd name="T3" fmla="*/ 1492974 h 2544763"/>
                <a:gd name="T4" fmla="*/ 13579 w 2482850"/>
                <a:gd name="T5" fmla="*/ 1472457 h 2544763"/>
                <a:gd name="T6" fmla="*/ 20029 w 2482850"/>
                <a:gd name="T7" fmla="*/ 1384118 h 2544763"/>
                <a:gd name="T8" fmla="*/ 1841954 w 2482850"/>
                <a:gd name="T9" fmla="*/ 1334060 h 2544763"/>
                <a:gd name="T10" fmla="*/ 1837887 w 2482850"/>
                <a:gd name="T11" fmla="*/ 1604505 h 2544763"/>
                <a:gd name="T12" fmla="*/ 1149584 w 2482850"/>
                <a:gd name="T13" fmla="*/ 1082629 h 2544763"/>
                <a:gd name="T14" fmla="*/ 1326475 w 2482850"/>
                <a:gd name="T15" fmla="*/ 1289240 h 2544763"/>
                <a:gd name="T16" fmla="*/ 574873 w 2482850"/>
                <a:gd name="T17" fmla="*/ 1171589 h 2544763"/>
                <a:gd name="T18" fmla="*/ 1815518 w 2482850"/>
                <a:gd name="T19" fmla="*/ 969269 h 2544763"/>
                <a:gd name="T20" fmla="*/ 1853647 w 2482850"/>
                <a:gd name="T21" fmla="*/ 1234357 h 2544763"/>
                <a:gd name="T22" fmla="*/ 290931 w 2482850"/>
                <a:gd name="T23" fmla="*/ 886711 h 2544763"/>
                <a:gd name="T24" fmla="*/ 345416 w 2482850"/>
                <a:gd name="T25" fmla="*/ 956400 h 2544763"/>
                <a:gd name="T26" fmla="*/ 284141 w 2482850"/>
                <a:gd name="T27" fmla="*/ 1020493 h 2544763"/>
                <a:gd name="T28" fmla="*/ 3055 w 2482850"/>
                <a:gd name="T29" fmla="*/ 973186 h 2544763"/>
                <a:gd name="T30" fmla="*/ 38870 w 2482850"/>
                <a:gd name="T31" fmla="*/ 892137 h 2544763"/>
                <a:gd name="T32" fmla="*/ 1092019 w 2482850"/>
                <a:gd name="T33" fmla="*/ 666011 h 2544763"/>
                <a:gd name="T34" fmla="*/ 1142276 w 2482850"/>
                <a:gd name="T35" fmla="*/ 816768 h 2544763"/>
                <a:gd name="T36" fmla="*/ 1014427 w 2482850"/>
                <a:gd name="T37" fmla="*/ 1013872 h 2544763"/>
                <a:gd name="T38" fmla="*/ 872485 w 2482850"/>
                <a:gd name="T39" fmla="*/ 1026945 h 2544763"/>
                <a:gd name="T40" fmla="*/ 735127 w 2482850"/>
                <a:gd name="T41" fmla="*/ 831198 h 2544763"/>
                <a:gd name="T42" fmla="*/ 767726 w 2482850"/>
                <a:gd name="T43" fmla="*/ 705058 h 2544763"/>
                <a:gd name="T44" fmla="*/ 937004 w 2482850"/>
                <a:gd name="T45" fmla="*/ 631887 h 2544763"/>
                <a:gd name="T46" fmla="*/ 1839921 w 2482850"/>
                <a:gd name="T47" fmla="*/ 646042 h 2544763"/>
                <a:gd name="T48" fmla="*/ 1839921 w 2482850"/>
                <a:gd name="T49" fmla="*/ 916908 h 2544763"/>
                <a:gd name="T50" fmla="*/ 1041836 w 2482850"/>
                <a:gd name="T51" fmla="*/ 497072 h 2544763"/>
                <a:gd name="T52" fmla="*/ 1122120 w 2482850"/>
                <a:gd name="T53" fmla="*/ 564600 h 2544763"/>
                <a:gd name="T54" fmla="*/ 1106537 w 2482850"/>
                <a:gd name="T55" fmla="*/ 695751 h 2544763"/>
                <a:gd name="T56" fmla="*/ 1008639 w 2482850"/>
                <a:gd name="T57" fmla="*/ 596666 h 2544763"/>
                <a:gd name="T58" fmla="*/ 789300 w 2482850"/>
                <a:gd name="T59" fmla="*/ 616178 h 2544763"/>
                <a:gd name="T60" fmla="*/ 727987 w 2482850"/>
                <a:gd name="T61" fmla="*/ 682008 h 2544763"/>
                <a:gd name="T62" fmla="*/ 807762 w 2482850"/>
                <a:gd name="T63" fmla="*/ 502672 h 2544763"/>
                <a:gd name="T64" fmla="*/ 315373 w 2482850"/>
                <a:gd name="T65" fmla="*/ 416928 h 2544763"/>
                <a:gd name="T66" fmla="*/ 338797 w 2482850"/>
                <a:gd name="T67" fmla="*/ 502278 h 2544763"/>
                <a:gd name="T68" fmla="*/ 51431 w 2482850"/>
                <a:gd name="T69" fmla="*/ 538518 h 2544763"/>
                <a:gd name="T70" fmla="*/ 340 w 2482850"/>
                <a:gd name="T71" fmla="*/ 466038 h 2544763"/>
                <a:gd name="T72" fmla="*/ 65010 w 2482850"/>
                <a:gd name="T73" fmla="*/ 405412 h 2544763"/>
                <a:gd name="T74" fmla="*/ 1857375 w 2482850"/>
                <a:gd name="T75" fmla="*/ 519685 h 2544763"/>
                <a:gd name="T76" fmla="*/ 343343 w 2482850"/>
                <a:gd name="T77" fmla="*/ 17148 h 2544763"/>
                <a:gd name="T78" fmla="*/ 191196 w 2482850"/>
                <a:gd name="T79" fmla="*/ 148054 h 2544763"/>
                <a:gd name="T80" fmla="*/ 371159 w 2482850"/>
                <a:gd name="T81" fmla="*/ 432954 h 2544763"/>
                <a:gd name="T82" fmla="*/ 329603 w 2482850"/>
                <a:gd name="T83" fmla="*/ 559954 h 2544763"/>
                <a:gd name="T84" fmla="*/ 345547 w 2482850"/>
                <a:gd name="T85" fmla="*/ 876945 h 2544763"/>
                <a:gd name="T86" fmla="*/ 361661 w 2482850"/>
                <a:gd name="T87" fmla="*/ 1009548 h 2544763"/>
                <a:gd name="T88" fmla="*/ 306875 w 2482850"/>
                <a:gd name="T89" fmla="*/ 1334859 h 2544763"/>
                <a:gd name="T90" fmla="*/ 377944 w 2482850"/>
                <a:gd name="T91" fmla="*/ 1447766 h 2544763"/>
                <a:gd name="T92" fmla="*/ 276513 w 2482850"/>
                <a:gd name="T93" fmla="*/ 1534357 h 2544763"/>
                <a:gd name="T94" fmla="*/ 305009 w 2482850"/>
                <a:gd name="T95" fmla="*/ 1883098 h 2544763"/>
                <a:gd name="T96" fmla="*/ 1657699 w 2482850"/>
                <a:gd name="T97" fmla="*/ 1800412 h 2544763"/>
                <a:gd name="T98" fmla="*/ 1610885 w 2482850"/>
                <a:gd name="T99" fmla="*/ 47879 h 2544763"/>
                <a:gd name="T100" fmla="*/ 1621063 w 2482850"/>
                <a:gd name="T101" fmla="*/ 34297 h 2544763"/>
                <a:gd name="T102" fmla="*/ 1672965 w 2482850"/>
                <a:gd name="T103" fmla="*/ 1807712 h 2544763"/>
                <a:gd name="T104" fmla="*/ 300769 w 2482850"/>
                <a:gd name="T105" fmla="*/ 1899567 h 2544763"/>
                <a:gd name="T106" fmla="*/ 276513 w 2482850"/>
                <a:gd name="T107" fmla="*/ 1517378 h 2544763"/>
                <a:gd name="T108" fmla="*/ 360982 w 2482850"/>
                <a:gd name="T109" fmla="*/ 1445389 h 2544763"/>
                <a:gd name="T110" fmla="*/ 301787 w 2482850"/>
                <a:gd name="T111" fmla="*/ 1351158 h 2544763"/>
                <a:gd name="T112" fmla="*/ 347413 w 2482850"/>
                <a:gd name="T113" fmla="*/ 1000040 h 2544763"/>
                <a:gd name="T114" fmla="*/ 333843 w 2482850"/>
                <a:gd name="T115" fmla="*/ 889679 h 2544763"/>
                <a:gd name="T116" fmla="*/ 320614 w 2482850"/>
                <a:gd name="T117" fmla="*/ 545353 h 2544763"/>
                <a:gd name="T118" fmla="*/ 355215 w 2482850"/>
                <a:gd name="T119" fmla="*/ 439746 h 2544763"/>
                <a:gd name="T120" fmla="*/ 174065 w 2482850"/>
                <a:gd name="T121" fmla="*/ 145506 h 2544763"/>
                <a:gd name="T122" fmla="*/ 343343 w 2482850"/>
                <a:gd name="T123" fmla="*/ 0 h 254476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482850" h="2544763">
                  <a:moveTo>
                    <a:pt x="86902" y="1822450"/>
                  </a:moveTo>
                  <a:lnTo>
                    <a:pt x="91667" y="1822450"/>
                  </a:lnTo>
                  <a:lnTo>
                    <a:pt x="370523" y="1822450"/>
                  </a:lnTo>
                  <a:lnTo>
                    <a:pt x="375061" y="1822450"/>
                  </a:lnTo>
                  <a:lnTo>
                    <a:pt x="379826" y="1822903"/>
                  </a:lnTo>
                  <a:lnTo>
                    <a:pt x="384137" y="1823583"/>
                  </a:lnTo>
                  <a:lnTo>
                    <a:pt x="388902" y="1824262"/>
                  </a:lnTo>
                  <a:lnTo>
                    <a:pt x="393213" y="1825395"/>
                  </a:lnTo>
                  <a:lnTo>
                    <a:pt x="397524" y="1826527"/>
                  </a:lnTo>
                  <a:lnTo>
                    <a:pt x="401835" y="1827886"/>
                  </a:lnTo>
                  <a:lnTo>
                    <a:pt x="405919" y="1829472"/>
                  </a:lnTo>
                  <a:lnTo>
                    <a:pt x="409777" y="1831284"/>
                  </a:lnTo>
                  <a:lnTo>
                    <a:pt x="414088" y="1833322"/>
                  </a:lnTo>
                  <a:lnTo>
                    <a:pt x="417718" y="1835587"/>
                  </a:lnTo>
                  <a:lnTo>
                    <a:pt x="421575" y="1838079"/>
                  </a:lnTo>
                  <a:lnTo>
                    <a:pt x="425206" y="1840344"/>
                  </a:lnTo>
                  <a:lnTo>
                    <a:pt x="428609" y="1843062"/>
                  </a:lnTo>
                  <a:lnTo>
                    <a:pt x="432013" y="1846006"/>
                  </a:lnTo>
                  <a:lnTo>
                    <a:pt x="434962" y="1848951"/>
                  </a:lnTo>
                  <a:lnTo>
                    <a:pt x="438139" y="1852122"/>
                  </a:lnTo>
                  <a:lnTo>
                    <a:pt x="441088" y="1855293"/>
                  </a:lnTo>
                  <a:lnTo>
                    <a:pt x="443584" y="1858691"/>
                  </a:lnTo>
                  <a:lnTo>
                    <a:pt x="446307" y="1862315"/>
                  </a:lnTo>
                  <a:lnTo>
                    <a:pt x="448803" y="1865939"/>
                  </a:lnTo>
                  <a:lnTo>
                    <a:pt x="450845" y="1869789"/>
                  </a:lnTo>
                  <a:lnTo>
                    <a:pt x="452887" y="1873640"/>
                  </a:lnTo>
                  <a:lnTo>
                    <a:pt x="454702" y="1877490"/>
                  </a:lnTo>
                  <a:lnTo>
                    <a:pt x="456291" y="1881794"/>
                  </a:lnTo>
                  <a:lnTo>
                    <a:pt x="457879" y="1885871"/>
                  </a:lnTo>
                  <a:lnTo>
                    <a:pt x="459240" y="1890401"/>
                  </a:lnTo>
                  <a:lnTo>
                    <a:pt x="460148" y="1894704"/>
                  </a:lnTo>
                  <a:lnTo>
                    <a:pt x="461055" y="1899008"/>
                  </a:lnTo>
                  <a:lnTo>
                    <a:pt x="461509" y="1903538"/>
                  </a:lnTo>
                  <a:lnTo>
                    <a:pt x="461736" y="1908068"/>
                  </a:lnTo>
                  <a:lnTo>
                    <a:pt x="461963" y="1912824"/>
                  </a:lnTo>
                  <a:lnTo>
                    <a:pt x="461736" y="1917581"/>
                  </a:lnTo>
                  <a:lnTo>
                    <a:pt x="461509" y="1922111"/>
                  </a:lnTo>
                  <a:lnTo>
                    <a:pt x="461055" y="1926641"/>
                  </a:lnTo>
                  <a:lnTo>
                    <a:pt x="460148" y="1930945"/>
                  </a:lnTo>
                  <a:lnTo>
                    <a:pt x="459240" y="1935248"/>
                  </a:lnTo>
                  <a:lnTo>
                    <a:pt x="457879" y="1939778"/>
                  </a:lnTo>
                  <a:lnTo>
                    <a:pt x="456291" y="1943855"/>
                  </a:lnTo>
                  <a:lnTo>
                    <a:pt x="454702" y="1947932"/>
                  </a:lnTo>
                  <a:lnTo>
                    <a:pt x="452887" y="1952009"/>
                  </a:lnTo>
                  <a:lnTo>
                    <a:pt x="450845" y="1955860"/>
                  </a:lnTo>
                  <a:lnTo>
                    <a:pt x="448803" y="1959710"/>
                  </a:lnTo>
                  <a:lnTo>
                    <a:pt x="446307" y="1963334"/>
                  </a:lnTo>
                  <a:lnTo>
                    <a:pt x="443584" y="1966958"/>
                  </a:lnTo>
                  <a:lnTo>
                    <a:pt x="441088" y="1970356"/>
                  </a:lnTo>
                  <a:lnTo>
                    <a:pt x="438139" y="1973753"/>
                  </a:lnTo>
                  <a:lnTo>
                    <a:pt x="434962" y="1976698"/>
                  </a:lnTo>
                  <a:lnTo>
                    <a:pt x="432013" y="1979643"/>
                  </a:lnTo>
                  <a:lnTo>
                    <a:pt x="428609" y="1982587"/>
                  </a:lnTo>
                  <a:lnTo>
                    <a:pt x="425206" y="1985305"/>
                  </a:lnTo>
                  <a:lnTo>
                    <a:pt x="421575" y="1988023"/>
                  </a:lnTo>
                  <a:lnTo>
                    <a:pt x="417718" y="1990288"/>
                  </a:lnTo>
                  <a:lnTo>
                    <a:pt x="414088" y="1992327"/>
                  </a:lnTo>
                  <a:lnTo>
                    <a:pt x="409777" y="1994365"/>
                  </a:lnTo>
                  <a:lnTo>
                    <a:pt x="405919" y="1996177"/>
                  </a:lnTo>
                  <a:lnTo>
                    <a:pt x="401835" y="1997763"/>
                  </a:lnTo>
                  <a:lnTo>
                    <a:pt x="397524" y="1999348"/>
                  </a:lnTo>
                  <a:lnTo>
                    <a:pt x="393213" y="2000254"/>
                  </a:lnTo>
                  <a:lnTo>
                    <a:pt x="388902" y="2001387"/>
                  </a:lnTo>
                  <a:lnTo>
                    <a:pt x="384137" y="2002066"/>
                  </a:lnTo>
                  <a:lnTo>
                    <a:pt x="379826" y="2002972"/>
                  </a:lnTo>
                  <a:lnTo>
                    <a:pt x="375061" y="2003199"/>
                  </a:lnTo>
                  <a:lnTo>
                    <a:pt x="370523" y="2003425"/>
                  </a:lnTo>
                  <a:lnTo>
                    <a:pt x="91667" y="2003425"/>
                  </a:lnTo>
                  <a:lnTo>
                    <a:pt x="86902" y="2003199"/>
                  </a:lnTo>
                  <a:lnTo>
                    <a:pt x="82364" y="2002972"/>
                  </a:lnTo>
                  <a:lnTo>
                    <a:pt x="77599" y="2002066"/>
                  </a:lnTo>
                  <a:lnTo>
                    <a:pt x="73288" y="2001387"/>
                  </a:lnTo>
                  <a:lnTo>
                    <a:pt x="68750" y="2000254"/>
                  </a:lnTo>
                  <a:lnTo>
                    <a:pt x="64439" y="1999348"/>
                  </a:lnTo>
                  <a:lnTo>
                    <a:pt x="60128" y="1997763"/>
                  </a:lnTo>
                  <a:lnTo>
                    <a:pt x="56044" y="1996177"/>
                  </a:lnTo>
                  <a:lnTo>
                    <a:pt x="51959" y="1994365"/>
                  </a:lnTo>
                  <a:lnTo>
                    <a:pt x="48102" y="1992327"/>
                  </a:lnTo>
                  <a:lnTo>
                    <a:pt x="44245" y="1990288"/>
                  </a:lnTo>
                  <a:lnTo>
                    <a:pt x="40615" y="1988023"/>
                  </a:lnTo>
                  <a:lnTo>
                    <a:pt x="36757" y="1985305"/>
                  </a:lnTo>
                  <a:lnTo>
                    <a:pt x="33581" y="1982587"/>
                  </a:lnTo>
                  <a:lnTo>
                    <a:pt x="30177" y="1979643"/>
                  </a:lnTo>
                  <a:lnTo>
                    <a:pt x="26774" y="1976698"/>
                  </a:lnTo>
                  <a:lnTo>
                    <a:pt x="23824" y="1973753"/>
                  </a:lnTo>
                  <a:lnTo>
                    <a:pt x="21101" y="1970356"/>
                  </a:lnTo>
                  <a:lnTo>
                    <a:pt x="18152" y="1966958"/>
                  </a:lnTo>
                  <a:lnTo>
                    <a:pt x="15656" y="1963334"/>
                  </a:lnTo>
                  <a:lnTo>
                    <a:pt x="13160" y="1959710"/>
                  </a:lnTo>
                  <a:lnTo>
                    <a:pt x="11118" y="1955860"/>
                  </a:lnTo>
                  <a:lnTo>
                    <a:pt x="9076" y="1952009"/>
                  </a:lnTo>
                  <a:lnTo>
                    <a:pt x="7261" y="1947932"/>
                  </a:lnTo>
                  <a:lnTo>
                    <a:pt x="5446" y="1943855"/>
                  </a:lnTo>
                  <a:lnTo>
                    <a:pt x="4084" y="1939778"/>
                  </a:lnTo>
                  <a:lnTo>
                    <a:pt x="2950" y="1935248"/>
                  </a:lnTo>
                  <a:lnTo>
                    <a:pt x="1815" y="1930945"/>
                  </a:lnTo>
                  <a:lnTo>
                    <a:pt x="1134" y="1926641"/>
                  </a:lnTo>
                  <a:lnTo>
                    <a:pt x="454" y="1922111"/>
                  </a:lnTo>
                  <a:lnTo>
                    <a:pt x="0" y="1917581"/>
                  </a:lnTo>
                  <a:lnTo>
                    <a:pt x="0" y="1912824"/>
                  </a:lnTo>
                  <a:lnTo>
                    <a:pt x="0" y="1908068"/>
                  </a:lnTo>
                  <a:lnTo>
                    <a:pt x="454" y="1903538"/>
                  </a:lnTo>
                  <a:lnTo>
                    <a:pt x="1134" y="1899008"/>
                  </a:lnTo>
                  <a:lnTo>
                    <a:pt x="1815" y="1894704"/>
                  </a:lnTo>
                  <a:lnTo>
                    <a:pt x="2950" y="1890401"/>
                  </a:lnTo>
                  <a:lnTo>
                    <a:pt x="4084" y="1885871"/>
                  </a:lnTo>
                  <a:lnTo>
                    <a:pt x="5446" y="1881794"/>
                  </a:lnTo>
                  <a:lnTo>
                    <a:pt x="7261" y="1877490"/>
                  </a:lnTo>
                  <a:lnTo>
                    <a:pt x="9076" y="1873640"/>
                  </a:lnTo>
                  <a:lnTo>
                    <a:pt x="11118" y="1869789"/>
                  </a:lnTo>
                  <a:lnTo>
                    <a:pt x="13160" y="1865939"/>
                  </a:lnTo>
                  <a:lnTo>
                    <a:pt x="15656" y="1862315"/>
                  </a:lnTo>
                  <a:lnTo>
                    <a:pt x="18152" y="1858691"/>
                  </a:lnTo>
                  <a:lnTo>
                    <a:pt x="21101" y="1855293"/>
                  </a:lnTo>
                  <a:lnTo>
                    <a:pt x="23824" y="1852122"/>
                  </a:lnTo>
                  <a:lnTo>
                    <a:pt x="26774" y="1848951"/>
                  </a:lnTo>
                  <a:lnTo>
                    <a:pt x="30177" y="1846006"/>
                  </a:lnTo>
                  <a:lnTo>
                    <a:pt x="33581" y="1843062"/>
                  </a:lnTo>
                  <a:lnTo>
                    <a:pt x="36757" y="1840344"/>
                  </a:lnTo>
                  <a:lnTo>
                    <a:pt x="40615" y="1838079"/>
                  </a:lnTo>
                  <a:lnTo>
                    <a:pt x="44245" y="1835587"/>
                  </a:lnTo>
                  <a:lnTo>
                    <a:pt x="48102" y="1833322"/>
                  </a:lnTo>
                  <a:lnTo>
                    <a:pt x="51959" y="1831284"/>
                  </a:lnTo>
                  <a:lnTo>
                    <a:pt x="56044" y="1829472"/>
                  </a:lnTo>
                  <a:lnTo>
                    <a:pt x="60128" y="1827886"/>
                  </a:lnTo>
                  <a:lnTo>
                    <a:pt x="64439" y="1826527"/>
                  </a:lnTo>
                  <a:lnTo>
                    <a:pt x="68750" y="1825395"/>
                  </a:lnTo>
                  <a:lnTo>
                    <a:pt x="73288" y="1824262"/>
                  </a:lnTo>
                  <a:lnTo>
                    <a:pt x="77599" y="1823583"/>
                  </a:lnTo>
                  <a:lnTo>
                    <a:pt x="82364" y="1822903"/>
                  </a:lnTo>
                  <a:lnTo>
                    <a:pt x="86902" y="1822450"/>
                  </a:lnTo>
                  <a:close/>
                  <a:moveTo>
                    <a:pt x="2282825" y="1685925"/>
                  </a:moveTo>
                  <a:lnTo>
                    <a:pt x="2412173" y="1745797"/>
                  </a:lnTo>
                  <a:lnTo>
                    <a:pt x="2422140" y="1750786"/>
                  </a:lnTo>
                  <a:lnTo>
                    <a:pt x="2426897" y="1753281"/>
                  </a:lnTo>
                  <a:lnTo>
                    <a:pt x="2431201" y="1756002"/>
                  </a:lnTo>
                  <a:lnTo>
                    <a:pt x="2435732" y="1758724"/>
                  </a:lnTo>
                  <a:lnTo>
                    <a:pt x="2439583" y="1761445"/>
                  </a:lnTo>
                  <a:lnTo>
                    <a:pt x="2443434" y="1764166"/>
                  </a:lnTo>
                  <a:lnTo>
                    <a:pt x="2447058" y="1767115"/>
                  </a:lnTo>
                  <a:lnTo>
                    <a:pt x="2450456" y="1769836"/>
                  </a:lnTo>
                  <a:lnTo>
                    <a:pt x="2453628" y="1773011"/>
                  </a:lnTo>
                  <a:lnTo>
                    <a:pt x="2456799" y="1775959"/>
                  </a:lnTo>
                  <a:lnTo>
                    <a:pt x="2459518" y="1778907"/>
                  </a:lnTo>
                  <a:lnTo>
                    <a:pt x="2462236" y="1782082"/>
                  </a:lnTo>
                  <a:lnTo>
                    <a:pt x="2464501" y="1785257"/>
                  </a:lnTo>
                  <a:lnTo>
                    <a:pt x="2466766" y="1788432"/>
                  </a:lnTo>
                  <a:lnTo>
                    <a:pt x="2468805" y="1791607"/>
                  </a:lnTo>
                  <a:lnTo>
                    <a:pt x="2470617" y="1794782"/>
                  </a:lnTo>
                  <a:lnTo>
                    <a:pt x="2472430" y="1798184"/>
                  </a:lnTo>
                  <a:lnTo>
                    <a:pt x="2474015" y="1801813"/>
                  </a:lnTo>
                  <a:lnTo>
                    <a:pt x="2475601" y="1805215"/>
                  </a:lnTo>
                  <a:lnTo>
                    <a:pt x="2477866" y="1812245"/>
                  </a:lnTo>
                  <a:lnTo>
                    <a:pt x="2479905" y="1819502"/>
                  </a:lnTo>
                  <a:lnTo>
                    <a:pt x="2481264" y="1826986"/>
                  </a:lnTo>
                  <a:lnTo>
                    <a:pt x="2482397" y="1834697"/>
                  </a:lnTo>
                  <a:lnTo>
                    <a:pt x="2482850" y="1842861"/>
                  </a:lnTo>
                  <a:lnTo>
                    <a:pt x="2482850" y="1851025"/>
                  </a:lnTo>
                  <a:lnTo>
                    <a:pt x="2482850" y="2068286"/>
                  </a:lnTo>
                  <a:lnTo>
                    <a:pt x="2482850" y="2076677"/>
                  </a:lnTo>
                  <a:lnTo>
                    <a:pt x="2482397" y="2084388"/>
                  </a:lnTo>
                  <a:lnTo>
                    <a:pt x="2481264" y="2092326"/>
                  </a:lnTo>
                  <a:lnTo>
                    <a:pt x="2479905" y="2099810"/>
                  </a:lnTo>
                  <a:lnTo>
                    <a:pt x="2477866" y="2107067"/>
                  </a:lnTo>
                  <a:lnTo>
                    <a:pt x="2475601" y="2114324"/>
                  </a:lnTo>
                  <a:lnTo>
                    <a:pt x="2474015" y="2117726"/>
                  </a:lnTo>
                  <a:lnTo>
                    <a:pt x="2472430" y="2121127"/>
                  </a:lnTo>
                  <a:lnTo>
                    <a:pt x="2470617" y="2124302"/>
                  </a:lnTo>
                  <a:lnTo>
                    <a:pt x="2468805" y="2127704"/>
                  </a:lnTo>
                  <a:lnTo>
                    <a:pt x="2466766" y="2130879"/>
                  </a:lnTo>
                  <a:lnTo>
                    <a:pt x="2464501" y="2134281"/>
                  </a:lnTo>
                  <a:lnTo>
                    <a:pt x="2462236" y="2137456"/>
                  </a:lnTo>
                  <a:lnTo>
                    <a:pt x="2459518" y="2140404"/>
                  </a:lnTo>
                  <a:lnTo>
                    <a:pt x="2456799" y="2143352"/>
                  </a:lnTo>
                  <a:lnTo>
                    <a:pt x="2453628" y="2146527"/>
                  </a:lnTo>
                  <a:lnTo>
                    <a:pt x="2450456" y="2149249"/>
                  </a:lnTo>
                  <a:lnTo>
                    <a:pt x="2447058" y="2152197"/>
                  </a:lnTo>
                  <a:lnTo>
                    <a:pt x="2443434" y="2154919"/>
                  </a:lnTo>
                  <a:lnTo>
                    <a:pt x="2439583" y="2157867"/>
                  </a:lnTo>
                  <a:lnTo>
                    <a:pt x="2435732" y="2160588"/>
                  </a:lnTo>
                  <a:lnTo>
                    <a:pt x="2431201" y="2163310"/>
                  </a:lnTo>
                  <a:lnTo>
                    <a:pt x="2426897" y="2165804"/>
                  </a:lnTo>
                  <a:lnTo>
                    <a:pt x="2422140" y="2168526"/>
                  </a:lnTo>
                  <a:lnTo>
                    <a:pt x="2412173" y="2173742"/>
                  </a:lnTo>
                  <a:lnTo>
                    <a:pt x="2282825" y="2233613"/>
                  </a:lnTo>
                  <a:lnTo>
                    <a:pt x="2282825" y="1685925"/>
                  </a:lnTo>
                  <a:close/>
                  <a:moveTo>
                    <a:pt x="1216535" y="1436687"/>
                  </a:moveTo>
                  <a:lnTo>
                    <a:pt x="1274253" y="1436687"/>
                  </a:lnTo>
                  <a:lnTo>
                    <a:pt x="1303338" y="1492629"/>
                  </a:lnTo>
                  <a:lnTo>
                    <a:pt x="1283046" y="1513778"/>
                  </a:lnTo>
                  <a:lnTo>
                    <a:pt x="1301534" y="1642262"/>
                  </a:lnTo>
                  <a:lnTo>
                    <a:pt x="1245394" y="1852612"/>
                  </a:lnTo>
                  <a:lnTo>
                    <a:pt x="1189254" y="1642262"/>
                  </a:lnTo>
                  <a:lnTo>
                    <a:pt x="1207516" y="1513778"/>
                  </a:lnTo>
                  <a:lnTo>
                    <a:pt x="1187450" y="1492629"/>
                  </a:lnTo>
                  <a:lnTo>
                    <a:pt x="1216535" y="1436687"/>
                  </a:lnTo>
                  <a:close/>
                  <a:moveTo>
                    <a:pt x="1389519" y="1379537"/>
                  </a:moveTo>
                  <a:lnTo>
                    <a:pt x="1401785" y="1384753"/>
                  </a:lnTo>
                  <a:lnTo>
                    <a:pt x="1434494" y="1399267"/>
                  </a:lnTo>
                  <a:lnTo>
                    <a:pt x="1456754" y="1409246"/>
                  </a:lnTo>
                  <a:lnTo>
                    <a:pt x="1481740" y="1420358"/>
                  </a:lnTo>
                  <a:lnTo>
                    <a:pt x="1508543" y="1432831"/>
                  </a:lnTo>
                  <a:lnTo>
                    <a:pt x="1536709" y="1446212"/>
                  </a:lnTo>
                  <a:lnTo>
                    <a:pt x="1565557" y="1460273"/>
                  </a:lnTo>
                  <a:lnTo>
                    <a:pt x="1593950" y="1474560"/>
                  </a:lnTo>
                  <a:lnTo>
                    <a:pt x="1607578" y="1481818"/>
                  </a:lnTo>
                  <a:lnTo>
                    <a:pt x="1621207" y="1489075"/>
                  </a:lnTo>
                  <a:lnTo>
                    <a:pt x="1634154" y="1496105"/>
                  </a:lnTo>
                  <a:lnTo>
                    <a:pt x="1646647" y="1503362"/>
                  </a:lnTo>
                  <a:lnTo>
                    <a:pt x="1658232" y="1509939"/>
                  </a:lnTo>
                  <a:lnTo>
                    <a:pt x="1669589" y="1516743"/>
                  </a:lnTo>
                  <a:lnTo>
                    <a:pt x="1679584" y="1523546"/>
                  </a:lnTo>
                  <a:lnTo>
                    <a:pt x="1688669" y="1529669"/>
                  </a:lnTo>
                  <a:lnTo>
                    <a:pt x="1697074" y="1536019"/>
                  </a:lnTo>
                  <a:lnTo>
                    <a:pt x="1704115" y="1541689"/>
                  </a:lnTo>
                  <a:lnTo>
                    <a:pt x="1707068" y="1544410"/>
                  </a:lnTo>
                  <a:lnTo>
                    <a:pt x="1709794" y="1547132"/>
                  </a:lnTo>
                  <a:lnTo>
                    <a:pt x="1712292" y="1549853"/>
                  </a:lnTo>
                  <a:lnTo>
                    <a:pt x="1714337" y="1552348"/>
                  </a:lnTo>
                  <a:lnTo>
                    <a:pt x="1716154" y="1554843"/>
                  </a:lnTo>
                  <a:lnTo>
                    <a:pt x="1717971" y="1558018"/>
                  </a:lnTo>
                  <a:lnTo>
                    <a:pt x="1721833" y="1565048"/>
                  </a:lnTo>
                  <a:lnTo>
                    <a:pt x="1726148" y="1573666"/>
                  </a:lnTo>
                  <a:lnTo>
                    <a:pt x="1730237" y="1583191"/>
                  </a:lnTo>
                  <a:lnTo>
                    <a:pt x="1734326" y="1593850"/>
                  </a:lnTo>
                  <a:lnTo>
                    <a:pt x="1738869" y="1605416"/>
                  </a:lnTo>
                  <a:lnTo>
                    <a:pt x="1742957" y="1618116"/>
                  </a:lnTo>
                  <a:lnTo>
                    <a:pt x="1747500" y="1631269"/>
                  </a:lnTo>
                  <a:lnTo>
                    <a:pt x="1751816" y="1645330"/>
                  </a:lnTo>
                  <a:lnTo>
                    <a:pt x="1755904" y="1659844"/>
                  </a:lnTo>
                  <a:lnTo>
                    <a:pt x="1764536" y="1690460"/>
                  </a:lnTo>
                  <a:lnTo>
                    <a:pt x="1773168" y="1722210"/>
                  </a:lnTo>
                  <a:lnTo>
                    <a:pt x="1781118" y="1753960"/>
                  </a:lnTo>
                  <a:lnTo>
                    <a:pt x="1788613" y="1785030"/>
                  </a:lnTo>
                  <a:lnTo>
                    <a:pt x="1795428" y="1814966"/>
                  </a:lnTo>
                  <a:lnTo>
                    <a:pt x="1801561" y="1842180"/>
                  </a:lnTo>
                  <a:lnTo>
                    <a:pt x="1807012" y="1866446"/>
                  </a:lnTo>
                  <a:lnTo>
                    <a:pt x="1814962" y="1902505"/>
                  </a:lnTo>
                  <a:lnTo>
                    <a:pt x="1817688" y="1916112"/>
                  </a:lnTo>
                  <a:lnTo>
                    <a:pt x="1244600" y="1916112"/>
                  </a:lnTo>
                  <a:lnTo>
                    <a:pt x="1389519" y="1379537"/>
                  </a:lnTo>
                  <a:close/>
                  <a:moveTo>
                    <a:pt x="1100083" y="1379537"/>
                  </a:moveTo>
                  <a:lnTo>
                    <a:pt x="1244600" y="1916112"/>
                  </a:lnTo>
                  <a:lnTo>
                    <a:pt x="673100" y="1916112"/>
                  </a:lnTo>
                  <a:lnTo>
                    <a:pt x="676045" y="1902505"/>
                  </a:lnTo>
                  <a:lnTo>
                    <a:pt x="683520" y="1866446"/>
                  </a:lnTo>
                  <a:lnTo>
                    <a:pt x="688956" y="1842180"/>
                  </a:lnTo>
                  <a:lnTo>
                    <a:pt x="695072" y="1814966"/>
                  </a:lnTo>
                  <a:lnTo>
                    <a:pt x="702094" y="1785030"/>
                  </a:lnTo>
                  <a:lnTo>
                    <a:pt x="709569" y="1753960"/>
                  </a:lnTo>
                  <a:lnTo>
                    <a:pt x="717724" y="1722210"/>
                  </a:lnTo>
                  <a:lnTo>
                    <a:pt x="725878" y="1690460"/>
                  </a:lnTo>
                  <a:lnTo>
                    <a:pt x="734486" y="1659844"/>
                  </a:lnTo>
                  <a:lnTo>
                    <a:pt x="739016" y="1645330"/>
                  </a:lnTo>
                  <a:lnTo>
                    <a:pt x="743320" y="1631269"/>
                  </a:lnTo>
                  <a:lnTo>
                    <a:pt x="747397" y="1618116"/>
                  </a:lnTo>
                  <a:lnTo>
                    <a:pt x="751928" y="1605416"/>
                  </a:lnTo>
                  <a:lnTo>
                    <a:pt x="756005" y="1593850"/>
                  </a:lnTo>
                  <a:lnTo>
                    <a:pt x="760082" y="1583191"/>
                  </a:lnTo>
                  <a:lnTo>
                    <a:pt x="764386" y="1573666"/>
                  </a:lnTo>
                  <a:lnTo>
                    <a:pt x="768463" y="1565048"/>
                  </a:lnTo>
                  <a:lnTo>
                    <a:pt x="772314" y="1558018"/>
                  </a:lnTo>
                  <a:lnTo>
                    <a:pt x="774353" y="1554843"/>
                  </a:lnTo>
                  <a:lnTo>
                    <a:pt x="776165" y="1552348"/>
                  </a:lnTo>
                  <a:lnTo>
                    <a:pt x="778203" y="1549853"/>
                  </a:lnTo>
                  <a:lnTo>
                    <a:pt x="780695" y="1547132"/>
                  </a:lnTo>
                  <a:lnTo>
                    <a:pt x="783413" y="1544410"/>
                  </a:lnTo>
                  <a:lnTo>
                    <a:pt x="786358" y="1541689"/>
                  </a:lnTo>
                  <a:lnTo>
                    <a:pt x="793607" y="1536019"/>
                  </a:lnTo>
                  <a:lnTo>
                    <a:pt x="801535" y="1529669"/>
                  </a:lnTo>
                  <a:lnTo>
                    <a:pt x="810822" y="1523546"/>
                  </a:lnTo>
                  <a:lnTo>
                    <a:pt x="821015" y="1516743"/>
                  </a:lnTo>
                  <a:lnTo>
                    <a:pt x="831888" y="1509939"/>
                  </a:lnTo>
                  <a:lnTo>
                    <a:pt x="843893" y="1503362"/>
                  </a:lnTo>
                  <a:lnTo>
                    <a:pt x="855898" y="1496105"/>
                  </a:lnTo>
                  <a:lnTo>
                    <a:pt x="869263" y="1489075"/>
                  </a:lnTo>
                  <a:lnTo>
                    <a:pt x="882401" y="1481818"/>
                  </a:lnTo>
                  <a:lnTo>
                    <a:pt x="896445" y="1474560"/>
                  </a:lnTo>
                  <a:lnTo>
                    <a:pt x="924533" y="1460273"/>
                  </a:lnTo>
                  <a:lnTo>
                    <a:pt x="953074" y="1446212"/>
                  </a:lnTo>
                  <a:lnTo>
                    <a:pt x="981388" y="1432831"/>
                  </a:lnTo>
                  <a:lnTo>
                    <a:pt x="1008117" y="1420358"/>
                  </a:lnTo>
                  <a:lnTo>
                    <a:pt x="1033034" y="1409246"/>
                  </a:lnTo>
                  <a:lnTo>
                    <a:pt x="1055006" y="1399267"/>
                  </a:lnTo>
                  <a:lnTo>
                    <a:pt x="1088077" y="1384753"/>
                  </a:lnTo>
                  <a:lnTo>
                    <a:pt x="1100083" y="1379537"/>
                  </a:lnTo>
                  <a:close/>
                  <a:moveTo>
                    <a:pt x="2282825" y="1227137"/>
                  </a:moveTo>
                  <a:lnTo>
                    <a:pt x="2412173" y="1287064"/>
                  </a:lnTo>
                  <a:lnTo>
                    <a:pt x="2422140" y="1292285"/>
                  </a:lnTo>
                  <a:lnTo>
                    <a:pt x="2426897" y="1294782"/>
                  </a:lnTo>
                  <a:lnTo>
                    <a:pt x="2431201" y="1297505"/>
                  </a:lnTo>
                  <a:lnTo>
                    <a:pt x="2435732" y="1300002"/>
                  </a:lnTo>
                  <a:lnTo>
                    <a:pt x="2439583" y="1302953"/>
                  </a:lnTo>
                  <a:lnTo>
                    <a:pt x="2443434" y="1305677"/>
                  </a:lnTo>
                  <a:lnTo>
                    <a:pt x="2447058" y="1308628"/>
                  </a:lnTo>
                  <a:lnTo>
                    <a:pt x="2450456" y="1311352"/>
                  </a:lnTo>
                  <a:lnTo>
                    <a:pt x="2453628" y="1314303"/>
                  </a:lnTo>
                  <a:lnTo>
                    <a:pt x="2456799" y="1317481"/>
                  </a:lnTo>
                  <a:lnTo>
                    <a:pt x="2459518" y="1320205"/>
                  </a:lnTo>
                  <a:lnTo>
                    <a:pt x="2462236" y="1323383"/>
                  </a:lnTo>
                  <a:lnTo>
                    <a:pt x="2464501" y="1326561"/>
                  </a:lnTo>
                  <a:lnTo>
                    <a:pt x="2466766" y="1329966"/>
                  </a:lnTo>
                  <a:lnTo>
                    <a:pt x="2468805" y="1332917"/>
                  </a:lnTo>
                  <a:lnTo>
                    <a:pt x="2470617" y="1336322"/>
                  </a:lnTo>
                  <a:lnTo>
                    <a:pt x="2472430" y="1339727"/>
                  </a:lnTo>
                  <a:lnTo>
                    <a:pt x="2474015" y="1343132"/>
                  </a:lnTo>
                  <a:lnTo>
                    <a:pt x="2475601" y="1346537"/>
                  </a:lnTo>
                  <a:lnTo>
                    <a:pt x="2477866" y="1353800"/>
                  </a:lnTo>
                  <a:lnTo>
                    <a:pt x="2479905" y="1361064"/>
                  </a:lnTo>
                  <a:lnTo>
                    <a:pt x="2481264" y="1368555"/>
                  </a:lnTo>
                  <a:lnTo>
                    <a:pt x="2482397" y="1376273"/>
                  </a:lnTo>
                  <a:lnTo>
                    <a:pt x="2482850" y="1384445"/>
                  </a:lnTo>
                  <a:lnTo>
                    <a:pt x="2482850" y="1392390"/>
                  </a:lnTo>
                  <a:lnTo>
                    <a:pt x="2482850" y="1609852"/>
                  </a:lnTo>
                  <a:lnTo>
                    <a:pt x="2482850" y="1618251"/>
                  </a:lnTo>
                  <a:lnTo>
                    <a:pt x="2482397" y="1626196"/>
                  </a:lnTo>
                  <a:lnTo>
                    <a:pt x="2481264" y="1634141"/>
                  </a:lnTo>
                  <a:lnTo>
                    <a:pt x="2479905" y="1641632"/>
                  </a:lnTo>
                  <a:lnTo>
                    <a:pt x="2477866" y="1648895"/>
                  </a:lnTo>
                  <a:lnTo>
                    <a:pt x="2475601" y="1655932"/>
                  </a:lnTo>
                  <a:lnTo>
                    <a:pt x="2474015" y="1659337"/>
                  </a:lnTo>
                  <a:lnTo>
                    <a:pt x="2472430" y="1662969"/>
                  </a:lnTo>
                  <a:lnTo>
                    <a:pt x="2470617" y="1666147"/>
                  </a:lnTo>
                  <a:lnTo>
                    <a:pt x="2468805" y="1669325"/>
                  </a:lnTo>
                  <a:lnTo>
                    <a:pt x="2466766" y="1672730"/>
                  </a:lnTo>
                  <a:lnTo>
                    <a:pt x="2464501" y="1675908"/>
                  </a:lnTo>
                  <a:lnTo>
                    <a:pt x="2462236" y="1678859"/>
                  </a:lnTo>
                  <a:lnTo>
                    <a:pt x="2459518" y="1682037"/>
                  </a:lnTo>
                  <a:lnTo>
                    <a:pt x="2456799" y="1685215"/>
                  </a:lnTo>
                  <a:lnTo>
                    <a:pt x="2453628" y="1687939"/>
                  </a:lnTo>
                  <a:lnTo>
                    <a:pt x="2450456" y="1691117"/>
                  </a:lnTo>
                  <a:lnTo>
                    <a:pt x="2447058" y="1694068"/>
                  </a:lnTo>
                  <a:lnTo>
                    <a:pt x="2443434" y="1696792"/>
                  </a:lnTo>
                  <a:lnTo>
                    <a:pt x="2439583" y="1699743"/>
                  </a:lnTo>
                  <a:lnTo>
                    <a:pt x="2435732" y="1702240"/>
                  </a:lnTo>
                  <a:lnTo>
                    <a:pt x="2431201" y="1705190"/>
                  </a:lnTo>
                  <a:lnTo>
                    <a:pt x="2426897" y="1707687"/>
                  </a:lnTo>
                  <a:lnTo>
                    <a:pt x="2422140" y="1710411"/>
                  </a:lnTo>
                  <a:lnTo>
                    <a:pt x="2412173" y="1715178"/>
                  </a:lnTo>
                  <a:lnTo>
                    <a:pt x="2406963" y="1717675"/>
                  </a:lnTo>
                  <a:lnTo>
                    <a:pt x="2282825" y="1660018"/>
                  </a:lnTo>
                  <a:lnTo>
                    <a:pt x="2282825" y="1227137"/>
                  </a:lnTo>
                  <a:close/>
                  <a:moveTo>
                    <a:pt x="91667" y="1182687"/>
                  </a:moveTo>
                  <a:lnTo>
                    <a:pt x="370523" y="1182687"/>
                  </a:lnTo>
                  <a:lnTo>
                    <a:pt x="375061" y="1182913"/>
                  </a:lnTo>
                  <a:lnTo>
                    <a:pt x="379826" y="1183140"/>
                  </a:lnTo>
                  <a:lnTo>
                    <a:pt x="384137" y="1183593"/>
                  </a:lnTo>
                  <a:lnTo>
                    <a:pt x="388902" y="1184499"/>
                  </a:lnTo>
                  <a:lnTo>
                    <a:pt x="393213" y="1185405"/>
                  </a:lnTo>
                  <a:lnTo>
                    <a:pt x="397524" y="1186764"/>
                  </a:lnTo>
                  <a:lnTo>
                    <a:pt x="401835" y="1188349"/>
                  </a:lnTo>
                  <a:lnTo>
                    <a:pt x="405919" y="1189935"/>
                  </a:lnTo>
                  <a:lnTo>
                    <a:pt x="409777" y="1191747"/>
                  </a:lnTo>
                  <a:lnTo>
                    <a:pt x="414088" y="1193785"/>
                  </a:lnTo>
                  <a:lnTo>
                    <a:pt x="417718" y="1195824"/>
                  </a:lnTo>
                  <a:lnTo>
                    <a:pt x="421575" y="1198089"/>
                  </a:lnTo>
                  <a:lnTo>
                    <a:pt x="425206" y="1200807"/>
                  </a:lnTo>
                  <a:lnTo>
                    <a:pt x="428609" y="1203298"/>
                  </a:lnTo>
                  <a:lnTo>
                    <a:pt x="432013" y="1206243"/>
                  </a:lnTo>
                  <a:lnTo>
                    <a:pt x="434962" y="1209187"/>
                  </a:lnTo>
                  <a:lnTo>
                    <a:pt x="438139" y="1212358"/>
                  </a:lnTo>
                  <a:lnTo>
                    <a:pt x="441088" y="1215756"/>
                  </a:lnTo>
                  <a:lnTo>
                    <a:pt x="443584" y="1219154"/>
                  </a:lnTo>
                  <a:lnTo>
                    <a:pt x="446307" y="1222778"/>
                  </a:lnTo>
                  <a:lnTo>
                    <a:pt x="448803" y="1226402"/>
                  </a:lnTo>
                  <a:lnTo>
                    <a:pt x="450845" y="1230026"/>
                  </a:lnTo>
                  <a:lnTo>
                    <a:pt x="452887" y="1233876"/>
                  </a:lnTo>
                  <a:lnTo>
                    <a:pt x="454702" y="1237953"/>
                  </a:lnTo>
                  <a:lnTo>
                    <a:pt x="456291" y="1242257"/>
                  </a:lnTo>
                  <a:lnTo>
                    <a:pt x="457879" y="1246334"/>
                  </a:lnTo>
                  <a:lnTo>
                    <a:pt x="459240" y="1250411"/>
                  </a:lnTo>
                  <a:lnTo>
                    <a:pt x="460148" y="1254941"/>
                  </a:lnTo>
                  <a:lnTo>
                    <a:pt x="461055" y="1259471"/>
                  </a:lnTo>
                  <a:lnTo>
                    <a:pt x="461509" y="1264001"/>
                  </a:lnTo>
                  <a:lnTo>
                    <a:pt x="461736" y="1268531"/>
                  </a:lnTo>
                  <a:lnTo>
                    <a:pt x="461963" y="1273061"/>
                  </a:lnTo>
                  <a:lnTo>
                    <a:pt x="461736" y="1277591"/>
                  </a:lnTo>
                  <a:lnTo>
                    <a:pt x="461509" y="1282348"/>
                  </a:lnTo>
                  <a:lnTo>
                    <a:pt x="461055" y="1286651"/>
                  </a:lnTo>
                  <a:lnTo>
                    <a:pt x="460148" y="1291408"/>
                  </a:lnTo>
                  <a:lnTo>
                    <a:pt x="459240" y="1295485"/>
                  </a:lnTo>
                  <a:lnTo>
                    <a:pt x="457879" y="1300015"/>
                  </a:lnTo>
                  <a:lnTo>
                    <a:pt x="456291" y="1304092"/>
                  </a:lnTo>
                  <a:lnTo>
                    <a:pt x="454702" y="1308169"/>
                  </a:lnTo>
                  <a:lnTo>
                    <a:pt x="452887" y="1312246"/>
                  </a:lnTo>
                  <a:lnTo>
                    <a:pt x="450845" y="1316323"/>
                  </a:lnTo>
                  <a:lnTo>
                    <a:pt x="448803" y="1319947"/>
                  </a:lnTo>
                  <a:lnTo>
                    <a:pt x="446307" y="1323571"/>
                  </a:lnTo>
                  <a:lnTo>
                    <a:pt x="443584" y="1327195"/>
                  </a:lnTo>
                  <a:lnTo>
                    <a:pt x="441088" y="1330366"/>
                  </a:lnTo>
                  <a:lnTo>
                    <a:pt x="438139" y="1333764"/>
                  </a:lnTo>
                  <a:lnTo>
                    <a:pt x="434962" y="1336935"/>
                  </a:lnTo>
                  <a:lnTo>
                    <a:pt x="432013" y="1340106"/>
                  </a:lnTo>
                  <a:lnTo>
                    <a:pt x="428609" y="1342824"/>
                  </a:lnTo>
                  <a:lnTo>
                    <a:pt x="425206" y="1345542"/>
                  </a:lnTo>
                  <a:lnTo>
                    <a:pt x="421575" y="1348033"/>
                  </a:lnTo>
                  <a:lnTo>
                    <a:pt x="417718" y="1350525"/>
                  </a:lnTo>
                  <a:lnTo>
                    <a:pt x="414088" y="1352563"/>
                  </a:lnTo>
                  <a:lnTo>
                    <a:pt x="409777" y="1354602"/>
                  </a:lnTo>
                  <a:lnTo>
                    <a:pt x="405919" y="1356414"/>
                  </a:lnTo>
                  <a:lnTo>
                    <a:pt x="401835" y="1357999"/>
                  </a:lnTo>
                  <a:lnTo>
                    <a:pt x="397524" y="1359585"/>
                  </a:lnTo>
                  <a:lnTo>
                    <a:pt x="393213" y="1360717"/>
                  </a:lnTo>
                  <a:lnTo>
                    <a:pt x="388902" y="1361850"/>
                  </a:lnTo>
                  <a:lnTo>
                    <a:pt x="384137" y="1362529"/>
                  </a:lnTo>
                  <a:lnTo>
                    <a:pt x="379826" y="1363209"/>
                  </a:lnTo>
                  <a:lnTo>
                    <a:pt x="375061" y="1363435"/>
                  </a:lnTo>
                  <a:lnTo>
                    <a:pt x="370523" y="1363662"/>
                  </a:lnTo>
                  <a:lnTo>
                    <a:pt x="91667" y="1363662"/>
                  </a:lnTo>
                  <a:lnTo>
                    <a:pt x="86902" y="1363435"/>
                  </a:lnTo>
                  <a:lnTo>
                    <a:pt x="82364" y="1363209"/>
                  </a:lnTo>
                  <a:lnTo>
                    <a:pt x="77599" y="1362529"/>
                  </a:lnTo>
                  <a:lnTo>
                    <a:pt x="73288" y="1361850"/>
                  </a:lnTo>
                  <a:lnTo>
                    <a:pt x="68750" y="1360717"/>
                  </a:lnTo>
                  <a:lnTo>
                    <a:pt x="64439" y="1359585"/>
                  </a:lnTo>
                  <a:lnTo>
                    <a:pt x="60128" y="1357999"/>
                  </a:lnTo>
                  <a:lnTo>
                    <a:pt x="56044" y="1356414"/>
                  </a:lnTo>
                  <a:lnTo>
                    <a:pt x="51959" y="1354602"/>
                  </a:lnTo>
                  <a:lnTo>
                    <a:pt x="48102" y="1352563"/>
                  </a:lnTo>
                  <a:lnTo>
                    <a:pt x="44245" y="1350525"/>
                  </a:lnTo>
                  <a:lnTo>
                    <a:pt x="40615" y="1348033"/>
                  </a:lnTo>
                  <a:lnTo>
                    <a:pt x="36757" y="1345542"/>
                  </a:lnTo>
                  <a:lnTo>
                    <a:pt x="33581" y="1342824"/>
                  </a:lnTo>
                  <a:lnTo>
                    <a:pt x="30177" y="1340106"/>
                  </a:lnTo>
                  <a:lnTo>
                    <a:pt x="26774" y="1336935"/>
                  </a:lnTo>
                  <a:lnTo>
                    <a:pt x="23824" y="1333764"/>
                  </a:lnTo>
                  <a:lnTo>
                    <a:pt x="21101" y="1330366"/>
                  </a:lnTo>
                  <a:lnTo>
                    <a:pt x="18152" y="1327195"/>
                  </a:lnTo>
                  <a:lnTo>
                    <a:pt x="15656" y="1323571"/>
                  </a:lnTo>
                  <a:lnTo>
                    <a:pt x="13160" y="1319947"/>
                  </a:lnTo>
                  <a:lnTo>
                    <a:pt x="11118" y="1316323"/>
                  </a:lnTo>
                  <a:lnTo>
                    <a:pt x="9076" y="1312246"/>
                  </a:lnTo>
                  <a:lnTo>
                    <a:pt x="7261" y="1308169"/>
                  </a:lnTo>
                  <a:lnTo>
                    <a:pt x="5446" y="1304092"/>
                  </a:lnTo>
                  <a:lnTo>
                    <a:pt x="4084" y="1300015"/>
                  </a:lnTo>
                  <a:lnTo>
                    <a:pt x="2950" y="1295485"/>
                  </a:lnTo>
                  <a:lnTo>
                    <a:pt x="1815" y="1291408"/>
                  </a:lnTo>
                  <a:lnTo>
                    <a:pt x="1134" y="1286651"/>
                  </a:lnTo>
                  <a:lnTo>
                    <a:pt x="454" y="1282348"/>
                  </a:lnTo>
                  <a:lnTo>
                    <a:pt x="0" y="1277591"/>
                  </a:lnTo>
                  <a:lnTo>
                    <a:pt x="0" y="1273061"/>
                  </a:lnTo>
                  <a:lnTo>
                    <a:pt x="0" y="1268531"/>
                  </a:lnTo>
                  <a:lnTo>
                    <a:pt x="454" y="1264001"/>
                  </a:lnTo>
                  <a:lnTo>
                    <a:pt x="1134" y="1259471"/>
                  </a:lnTo>
                  <a:lnTo>
                    <a:pt x="1815" y="1254941"/>
                  </a:lnTo>
                  <a:lnTo>
                    <a:pt x="2950" y="1250411"/>
                  </a:lnTo>
                  <a:lnTo>
                    <a:pt x="4084" y="1246334"/>
                  </a:lnTo>
                  <a:lnTo>
                    <a:pt x="5446" y="1242257"/>
                  </a:lnTo>
                  <a:lnTo>
                    <a:pt x="7261" y="1237953"/>
                  </a:lnTo>
                  <a:lnTo>
                    <a:pt x="9076" y="1233876"/>
                  </a:lnTo>
                  <a:lnTo>
                    <a:pt x="11118" y="1230026"/>
                  </a:lnTo>
                  <a:lnTo>
                    <a:pt x="13160" y="1226402"/>
                  </a:lnTo>
                  <a:lnTo>
                    <a:pt x="15656" y="1222778"/>
                  </a:lnTo>
                  <a:lnTo>
                    <a:pt x="18152" y="1219154"/>
                  </a:lnTo>
                  <a:lnTo>
                    <a:pt x="21101" y="1215756"/>
                  </a:lnTo>
                  <a:lnTo>
                    <a:pt x="23824" y="1212358"/>
                  </a:lnTo>
                  <a:lnTo>
                    <a:pt x="26774" y="1209187"/>
                  </a:lnTo>
                  <a:lnTo>
                    <a:pt x="30177" y="1206243"/>
                  </a:lnTo>
                  <a:lnTo>
                    <a:pt x="33581" y="1203298"/>
                  </a:lnTo>
                  <a:lnTo>
                    <a:pt x="36757" y="1200807"/>
                  </a:lnTo>
                  <a:lnTo>
                    <a:pt x="40615" y="1198089"/>
                  </a:lnTo>
                  <a:lnTo>
                    <a:pt x="44245" y="1195824"/>
                  </a:lnTo>
                  <a:lnTo>
                    <a:pt x="48102" y="1193785"/>
                  </a:lnTo>
                  <a:lnTo>
                    <a:pt x="51959" y="1191747"/>
                  </a:lnTo>
                  <a:lnTo>
                    <a:pt x="56044" y="1189935"/>
                  </a:lnTo>
                  <a:lnTo>
                    <a:pt x="60128" y="1188349"/>
                  </a:lnTo>
                  <a:lnTo>
                    <a:pt x="64439" y="1186764"/>
                  </a:lnTo>
                  <a:lnTo>
                    <a:pt x="68750" y="1185405"/>
                  </a:lnTo>
                  <a:lnTo>
                    <a:pt x="73288" y="1184499"/>
                  </a:lnTo>
                  <a:lnTo>
                    <a:pt x="77599" y="1183593"/>
                  </a:lnTo>
                  <a:lnTo>
                    <a:pt x="82364" y="1183140"/>
                  </a:lnTo>
                  <a:lnTo>
                    <a:pt x="86902" y="1182913"/>
                  </a:lnTo>
                  <a:lnTo>
                    <a:pt x="91667" y="1182687"/>
                  </a:lnTo>
                  <a:close/>
                  <a:moveTo>
                    <a:pt x="1390308" y="782637"/>
                  </a:moveTo>
                  <a:lnTo>
                    <a:pt x="1396663" y="786039"/>
                  </a:lnTo>
                  <a:lnTo>
                    <a:pt x="1402564" y="789894"/>
                  </a:lnTo>
                  <a:lnTo>
                    <a:pt x="1408238" y="793749"/>
                  </a:lnTo>
                  <a:lnTo>
                    <a:pt x="1413458" y="797831"/>
                  </a:lnTo>
                  <a:lnTo>
                    <a:pt x="1418225" y="802140"/>
                  </a:lnTo>
                  <a:lnTo>
                    <a:pt x="1422764" y="806449"/>
                  </a:lnTo>
                  <a:lnTo>
                    <a:pt x="1426849" y="811439"/>
                  </a:lnTo>
                  <a:lnTo>
                    <a:pt x="1430935" y="816428"/>
                  </a:lnTo>
                  <a:lnTo>
                    <a:pt x="1434112" y="821417"/>
                  </a:lnTo>
                  <a:lnTo>
                    <a:pt x="1437516" y="826860"/>
                  </a:lnTo>
                  <a:lnTo>
                    <a:pt x="1440694" y="832303"/>
                  </a:lnTo>
                  <a:lnTo>
                    <a:pt x="1443644" y="837973"/>
                  </a:lnTo>
                  <a:lnTo>
                    <a:pt x="1446141" y="843869"/>
                  </a:lnTo>
                  <a:lnTo>
                    <a:pt x="1448411" y="849765"/>
                  </a:lnTo>
                  <a:lnTo>
                    <a:pt x="1450907" y="856115"/>
                  </a:lnTo>
                  <a:lnTo>
                    <a:pt x="1452723" y="862465"/>
                  </a:lnTo>
                  <a:lnTo>
                    <a:pt x="1454766" y="869042"/>
                  </a:lnTo>
                  <a:lnTo>
                    <a:pt x="1456581" y="875846"/>
                  </a:lnTo>
                  <a:lnTo>
                    <a:pt x="1459759" y="889680"/>
                  </a:lnTo>
                  <a:lnTo>
                    <a:pt x="1462709" y="904648"/>
                  </a:lnTo>
                  <a:lnTo>
                    <a:pt x="1465433" y="919842"/>
                  </a:lnTo>
                  <a:lnTo>
                    <a:pt x="1471107" y="952499"/>
                  </a:lnTo>
                  <a:lnTo>
                    <a:pt x="1474284" y="969735"/>
                  </a:lnTo>
                  <a:lnTo>
                    <a:pt x="1477462" y="987424"/>
                  </a:lnTo>
                  <a:lnTo>
                    <a:pt x="1483363" y="988785"/>
                  </a:lnTo>
                  <a:lnTo>
                    <a:pt x="1489037" y="990146"/>
                  </a:lnTo>
                  <a:lnTo>
                    <a:pt x="1494484" y="992187"/>
                  </a:lnTo>
                  <a:lnTo>
                    <a:pt x="1499704" y="994228"/>
                  </a:lnTo>
                  <a:lnTo>
                    <a:pt x="1504470" y="996949"/>
                  </a:lnTo>
                  <a:lnTo>
                    <a:pt x="1509237" y="999671"/>
                  </a:lnTo>
                  <a:lnTo>
                    <a:pt x="1513549" y="1003073"/>
                  </a:lnTo>
                  <a:lnTo>
                    <a:pt x="1517407" y="1006474"/>
                  </a:lnTo>
                  <a:lnTo>
                    <a:pt x="1521493" y="1010330"/>
                  </a:lnTo>
                  <a:lnTo>
                    <a:pt x="1525124" y="1014185"/>
                  </a:lnTo>
                  <a:lnTo>
                    <a:pt x="1528075" y="1018721"/>
                  </a:lnTo>
                  <a:lnTo>
                    <a:pt x="1530798" y="1023030"/>
                  </a:lnTo>
                  <a:lnTo>
                    <a:pt x="1533068" y="1027792"/>
                  </a:lnTo>
                  <a:lnTo>
                    <a:pt x="1535110" y="1032555"/>
                  </a:lnTo>
                  <a:lnTo>
                    <a:pt x="1536472" y="1037771"/>
                  </a:lnTo>
                  <a:lnTo>
                    <a:pt x="1537607" y="1043214"/>
                  </a:lnTo>
                  <a:lnTo>
                    <a:pt x="1538288" y="1048657"/>
                  </a:lnTo>
                  <a:lnTo>
                    <a:pt x="1538288" y="1054326"/>
                  </a:lnTo>
                  <a:lnTo>
                    <a:pt x="1537834" y="1060223"/>
                  </a:lnTo>
                  <a:lnTo>
                    <a:pt x="1536699" y="1066119"/>
                  </a:lnTo>
                  <a:lnTo>
                    <a:pt x="1535110" y="1072016"/>
                  </a:lnTo>
                  <a:lnTo>
                    <a:pt x="1533068" y="1078366"/>
                  </a:lnTo>
                  <a:lnTo>
                    <a:pt x="1530117" y="1084489"/>
                  </a:lnTo>
                  <a:lnTo>
                    <a:pt x="1526940" y="1091066"/>
                  </a:lnTo>
                  <a:lnTo>
                    <a:pt x="1522854" y="1097416"/>
                  </a:lnTo>
                  <a:lnTo>
                    <a:pt x="1518315" y="1103766"/>
                  </a:lnTo>
                  <a:lnTo>
                    <a:pt x="1512868" y="1110342"/>
                  </a:lnTo>
                  <a:lnTo>
                    <a:pt x="1506967" y="1116919"/>
                  </a:lnTo>
                  <a:lnTo>
                    <a:pt x="1500158" y="1123496"/>
                  </a:lnTo>
                  <a:lnTo>
                    <a:pt x="1492668" y="1129846"/>
                  </a:lnTo>
                  <a:lnTo>
                    <a:pt x="1484271" y="1136650"/>
                  </a:lnTo>
                  <a:lnTo>
                    <a:pt x="1474965" y="1143000"/>
                  </a:lnTo>
                  <a:lnTo>
                    <a:pt x="1472696" y="1155019"/>
                  </a:lnTo>
                  <a:lnTo>
                    <a:pt x="1469745" y="1167266"/>
                  </a:lnTo>
                  <a:lnTo>
                    <a:pt x="1466568" y="1179059"/>
                  </a:lnTo>
                  <a:lnTo>
                    <a:pt x="1462936" y="1190851"/>
                  </a:lnTo>
                  <a:lnTo>
                    <a:pt x="1459078" y="1202417"/>
                  </a:lnTo>
                  <a:lnTo>
                    <a:pt x="1454993" y="1213984"/>
                  </a:lnTo>
                  <a:lnTo>
                    <a:pt x="1450680" y="1225323"/>
                  </a:lnTo>
                  <a:lnTo>
                    <a:pt x="1445687" y="1236435"/>
                  </a:lnTo>
                  <a:lnTo>
                    <a:pt x="1440467" y="1247321"/>
                  </a:lnTo>
                  <a:lnTo>
                    <a:pt x="1435020" y="1257980"/>
                  </a:lnTo>
                  <a:lnTo>
                    <a:pt x="1429346" y="1268412"/>
                  </a:lnTo>
                  <a:lnTo>
                    <a:pt x="1423218" y="1278391"/>
                  </a:lnTo>
                  <a:lnTo>
                    <a:pt x="1416863" y="1288369"/>
                  </a:lnTo>
                  <a:lnTo>
                    <a:pt x="1410281" y="1297894"/>
                  </a:lnTo>
                  <a:lnTo>
                    <a:pt x="1403245" y="1307193"/>
                  </a:lnTo>
                  <a:lnTo>
                    <a:pt x="1395982" y="1316037"/>
                  </a:lnTo>
                  <a:lnTo>
                    <a:pt x="1388719" y="1324655"/>
                  </a:lnTo>
                  <a:lnTo>
                    <a:pt x="1381003" y="1332593"/>
                  </a:lnTo>
                  <a:lnTo>
                    <a:pt x="1373059" y="1340077"/>
                  </a:lnTo>
                  <a:lnTo>
                    <a:pt x="1364661" y="1347334"/>
                  </a:lnTo>
                  <a:lnTo>
                    <a:pt x="1356037" y="1354364"/>
                  </a:lnTo>
                  <a:lnTo>
                    <a:pt x="1347639" y="1360714"/>
                  </a:lnTo>
                  <a:lnTo>
                    <a:pt x="1338561" y="1366610"/>
                  </a:lnTo>
                  <a:lnTo>
                    <a:pt x="1329028" y="1371827"/>
                  </a:lnTo>
                  <a:lnTo>
                    <a:pt x="1319723" y="1376816"/>
                  </a:lnTo>
                  <a:lnTo>
                    <a:pt x="1310190" y="1380898"/>
                  </a:lnTo>
                  <a:lnTo>
                    <a:pt x="1300431" y="1384527"/>
                  </a:lnTo>
                  <a:lnTo>
                    <a:pt x="1295211" y="1386341"/>
                  </a:lnTo>
                  <a:lnTo>
                    <a:pt x="1290218" y="1387702"/>
                  </a:lnTo>
                  <a:lnTo>
                    <a:pt x="1284997" y="1389062"/>
                  </a:lnTo>
                  <a:lnTo>
                    <a:pt x="1279777" y="1390196"/>
                  </a:lnTo>
                  <a:lnTo>
                    <a:pt x="1274557" y="1391330"/>
                  </a:lnTo>
                  <a:lnTo>
                    <a:pt x="1269110" y="1392010"/>
                  </a:lnTo>
                  <a:lnTo>
                    <a:pt x="1264117" y="1392691"/>
                  </a:lnTo>
                  <a:lnTo>
                    <a:pt x="1258670" y="1393371"/>
                  </a:lnTo>
                  <a:lnTo>
                    <a:pt x="1253223" y="1393825"/>
                  </a:lnTo>
                  <a:lnTo>
                    <a:pt x="1247776" y="1393825"/>
                  </a:lnTo>
                  <a:lnTo>
                    <a:pt x="1242328" y="1393825"/>
                  </a:lnTo>
                  <a:lnTo>
                    <a:pt x="1236881" y="1393371"/>
                  </a:lnTo>
                  <a:lnTo>
                    <a:pt x="1231661" y="1392691"/>
                  </a:lnTo>
                  <a:lnTo>
                    <a:pt x="1226214" y="1392010"/>
                  </a:lnTo>
                  <a:lnTo>
                    <a:pt x="1220994" y="1391330"/>
                  </a:lnTo>
                  <a:lnTo>
                    <a:pt x="1215774" y="1390196"/>
                  </a:lnTo>
                  <a:lnTo>
                    <a:pt x="1210554" y="1389062"/>
                  </a:lnTo>
                  <a:lnTo>
                    <a:pt x="1205333" y="1387702"/>
                  </a:lnTo>
                  <a:lnTo>
                    <a:pt x="1200113" y="1386341"/>
                  </a:lnTo>
                  <a:lnTo>
                    <a:pt x="1195347" y="1384527"/>
                  </a:lnTo>
                  <a:lnTo>
                    <a:pt x="1185361" y="1380898"/>
                  </a:lnTo>
                  <a:lnTo>
                    <a:pt x="1175828" y="1376816"/>
                  </a:lnTo>
                  <a:lnTo>
                    <a:pt x="1166296" y="1371827"/>
                  </a:lnTo>
                  <a:lnTo>
                    <a:pt x="1157217" y="1366610"/>
                  </a:lnTo>
                  <a:lnTo>
                    <a:pt x="1148139" y="1360714"/>
                  </a:lnTo>
                  <a:lnTo>
                    <a:pt x="1139514" y="1354364"/>
                  </a:lnTo>
                  <a:lnTo>
                    <a:pt x="1130890" y="1347334"/>
                  </a:lnTo>
                  <a:lnTo>
                    <a:pt x="1122492" y="1340077"/>
                  </a:lnTo>
                  <a:lnTo>
                    <a:pt x="1114548" y="1332593"/>
                  </a:lnTo>
                  <a:lnTo>
                    <a:pt x="1106832" y="1324655"/>
                  </a:lnTo>
                  <a:lnTo>
                    <a:pt x="1099569" y="1316037"/>
                  </a:lnTo>
                  <a:lnTo>
                    <a:pt x="1092306" y="1307193"/>
                  </a:lnTo>
                  <a:lnTo>
                    <a:pt x="1085270" y="1297894"/>
                  </a:lnTo>
                  <a:lnTo>
                    <a:pt x="1078688" y="1288369"/>
                  </a:lnTo>
                  <a:lnTo>
                    <a:pt x="1072333" y="1278391"/>
                  </a:lnTo>
                  <a:lnTo>
                    <a:pt x="1066205" y="1268412"/>
                  </a:lnTo>
                  <a:lnTo>
                    <a:pt x="1060531" y="1257980"/>
                  </a:lnTo>
                  <a:lnTo>
                    <a:pt x="1055084" y="1247321"/>
                  </a:lnTo>
                  <a:lnTo>
                    <a:pt x="1049864" y="1236435"/>
                  </a:lnTo>
                  <a:lnTo>
                    <a:pt x="1045098" y="1225323"/>
                  </a:lnTo>
                  <a:lnTo>
                    <a:pt x="1040558" y="1213984"/>
                  </a:lnTo>
                  <a:lnTo>
                    <a:pt x="1036473" y="1202417"/>
                  </a:lnTo>
                  <a:lnTo>
                    <a:pt x="1032615" y="1190851"/>
                  </a:lnTo>
                  <a:lnTo>
                    <a:pt x="1028983" y="1179059"/>
                  </a:lnTo>
                  <a:lnTo>
                    <a:pt x="1025806" y="1167266"/>
                  </a:lnTo>
                  <a:lnTo>
                    <a:pt x="1022855" y="1155019"/>
                  </a:lnTo>
                  <a:lnTo>
                    <a:pt x="1020586" y="1143000"/>
                  </a:lnTo>
                  <a:lnTo>
                    <a:pt x="1011507" y="1136650"/>
                  </a:lnTo>
                  <a:lnTo>
                    <a:pt x="1003336" y="1129846"/>
                  </a:lnTo>
                  <a:lnTo>
                    <a:pt x="995620" y="1123496"/>
                  </a:lnTo>
                  <a:lnTo>
                    <a:pt x="988811" y="1116919"/>
                  </a:lnTo>
                  <a:lnTo>
                    <a:pt x="982683" y="1110342"/>
                  </a:lnTo>
                  <a:lnTo>
                    <a:pt x="977236" y="1103766"/>
                  </a:lnTo>
                  <a:lnTo>
                    <a:pt x="972696" y="1097416"/>
                  </a:lnTo>
                  <a:lnTo>
                    <a:pt x="968838" y="1091066"/>
                  </a:lnTo>
                  <a:lnTo>
                    <a:pt x="965434" y="1084489"/>
                  </a:lnTo>
                  <a:lnTo>
                    <a:pt x="962483" y="1078366"/>
                  </a:lnTo>
                  <a:lnTo>
                    <a:pt x="960440" y="1072016"/>
                  </a:lnTo>
                  <a:lnTo>
                    <a:pt x="958852" y="1066119"/>
                  </a:lnTo>
                  <a:lnTo>
                    <a:pt x="957944" y="1060223"/>
                  </a:lnTo>
                  <a:lnTo>
                    <a:pt x="957263" y="1054326"/>
                  </a:lnTo>
                  <a:lnTo>
                    <a:pt x="957263" y="1048657"/>
                  </a:lnTo>
                  <a:lnTo>
                    <a:pt x="958171" y="1043214"/>
                  </a:lnTo>
                  <a:lnTo>
                    <a:pt x="959079" y="1037771"/>
                  </a:lnTo>
                  <a:lnTo>
                    <a:pt x="960440" y="1032555"/>
                  </a:lnTo>
                  <a:lnTo>
                    <a:pt x="962483" y="1027792"/>
                  </a:lnTo>
                  <a:lnTo>
                    <a:pt x="964753" y="1023030"/>
                  </a:lnTo>
                  <a:lnTo>
                    <a:pt x="967476" y="1018721"/>
                  </a:lnTo>
                  <a:lnTo>
                    <a:pt x="970654" y="1014185"/>
                  </a:lnTo>
                  <a:lnTo>
                    <a:pt x="974285" y="1010330"/>
                  </a:lnTo>
                  <a:lnTo>
                    <a:pt x="978144" y="1006474"/>
                  </a:lnTo>
                  <a:lnTo>
                    <a:pt x="982002" y="1003073"/>
                  </a:lnTo>
                  <a:lnTo>
                    <a:pt x="986541" y="999671"/>
                  </a:lnTo>
                  <a:lnTo>
                    <a:pt x="991307" y="996949"/>
                  </a:lnTo>
                  <a:lnTo>
                    <a:pt x="996301" y="994228"/>
                  </a:lnTo>
                  <a:lnTo>
                    <a:pt x="1001521" y="992187"/>
                  </a:lnTo>
                  <a:lnTo>
                    <a:pt x="1006514" y="990146"/>
                  </a:lnTo>
                  <a:lnTo>
                    <a:pt x="1012415" y="988785"/>
                  </a:lnTo>
                  <a:lnTo>
                    <a:pt x="1018089" y="987424"/>
                  </a:lnTo>
                  <a:lnTo>
                    <a:pt x="1022401" y="964292"/>
                  </a:lnTo>
                  <a:lnTo>
                    <a:pt x="1026260" y="941840"/>
                  </a:lnTo>
                  <a:lnTo>
                    <a:pt x="1029891" y="920523"/>
                  </a:lnTo>
                  <a:lnTo>
                    <a:pt x="1033749" y="900339"/>
                  </a:lnTo>
                  <a:lnTo>
                    <a:pt x="1035792" y="890587"/>
                  </a:lnTo>
                  <a:lnTo>
                    <a:pt x="1037835" y="881289"/>
                  </a:lnTo>
                  <a:lnTo>
                    <a:pt x="1040104" y="872217"/>
                  </a:lnTo>
                  <a:lnTo>
                    <a:pt x="1042374" y="863373"/>
                  </a:lnTo>
                  <a:lnTo>
                    <a:pt x="1045325" y="854981"/>
                  </a:lnTo>
                  <a:lnTo>
                    <a:pt x="1048048" y="846817"/>
                  </a:lnTo>
                  <a:lnTo>
                    <a:pt x="1051453" y="838880"/>
                  </a:lnTo>
                  <a:lnTo>
                    <a:pt x="1055311" y="831396"/>
                  </a:lnTo>
                  <a:lnTo>
                    <a:pt x="1062574" y="834117"/>
                  </a:lnTo>
                  <a:lnTo>
                    <a:pt x="1072787" y="837065"/>
                  </a:lnTo>
                  <a:lnTo>
                    <a:pt x="1085270" y="840467"/>
                  </a:lnTo>
                  <a:lnTo>
                    <a:pt x="1092306" y="842281"/>
                  </a:lnTo>
                  <a:lnTo>
                    <a:pt x="1100023" y="843869"/>
                  </a:lnTo>
                  <a:lnTo>
                    <a:pt x="1108420" y="845456"/>
                  </a:lnTo>
                  <a:lnTo>
                    <a:pt x="1116818" y="847044"/>
                  </a:lnTo>
                  <a:lnTo>
                    <a:pt x="1126123" y="848178"/>
                  </a:lnTo>
                  <a:lnTo>
                    <a:pt x="1135883" y="849539"/>
                  </a:lnTo>
                  <a:lnTo>
                    <a:pt x="1145869" y="850673"/>
                  </a:lnTo>
                  <a:lnTo>
                    <a:pt x="1156309" y="851126"/>
                  </a:lnTo>
                  <a:lnTo>
                    <a:pt x="1167204" y="851580"/>
                  </a:lnTo>
                  <a:lnTo>
                    <a:pt x="1178552" y="851806"/>
                  </a:lnTo>
                  <a:lnTo>
                    <a:pt x="1190354" y="851580"/>
                  </a:lnTo>
                  <a:lnTo>
                    <a:pt x="1202156" y="851126"/>
                  </a:lnTo>
                  <a:lnTo>
                    <a:pt x="1214412" y="849992"/>
                  </a:lnTo>
                  <a:lnTo>
                    <a:pt x="1226895" y="848631"/>
                  </a:lnTo>
                  <a:lnTo>
                    <a:pt x="1239605" y="846364"/>
                  </a:lnTo>
                  <a:lnTo>
                    <a:pt x="1252542" y="844096"/>
                  </a:lnTo>
                  <a:lnTo>
                    <a:pt x="1265933" y="840921"/>
                  </a:lnTo>
                  <a:lnTo>
                    <a:pt x="1279323" y="837292"/>
                  </a:lnTo>
                  <a:lnTo>
                    <a:pt x="1292714" y="832983"/>
                  </a:lnTo>
                  <a:lnTo>
                    <a:pt x="1306559" y="827994"/>
                  </a:lnTo>
                  <a:lnTo>
                    <a:pt x="1313368" y="825499"/>
                  </a:lnTo>
                  <a:lnTo>
                    <a:pt x="1320404" y="822551"/>
                  </a:lnTo>
                  <a:lnTo>
                    <a:pt x="1327212" y="819603"/>
                  </a:lnTo>
                  <a:lnTo>
                    <a:pt x="1334248" y="816201"/>
                  </a:lnTo>
                  <a:lnTo>
                    <a:pt x="1341057" y="812799"/>
                  </a:lnTo>
                  <a:lnTo>
                    <a:pt x="1348093" y="809171"/>
                  </a:lnTo>
                  <a:lnTo>
                    <a:pt x="1355129" y="805315"/>
                  </a:lnTo>
                  <a:lnTo>
                    <a:pt x="1362165" y="801006"/>
                  </a:lnTo>
                  <a:lnTo>
                    <a:pt x="1369201" y="796924"/>
                  </a:lnTo>
                  <a:lnTo>
                    <a:pt x="1376463" y="792389"/>
                  </a:lnTo>
                  <a:lnTo>
                    <a:pt x="1383272" y="787626"/>
                  </a:lnTo>
                  <a:lnTo>
                    <a:pt x="1390308" y="782637"/>
                  </a:lnTo>
                  <a:close/>
                  <a:moveTo>
                    <a:pt x="2282825" y="769937"/>
                  </a:moveTo>
                  <a:lnTo>
                    <a:pt x="2412173" y="829864"/>
                  </a:lnTo>
                  <a:lnTo>
                    <a:pt x="2422140" y="834858"/>
                  </a:lnTo>
                  <a:lnTo>
                    <a:pt x="2426897" y="837355"/>
                  </a:lnTo>
                  <a:lnTo>
                    <a:pt x="2431201" y="840078"/>
                  </a:lnTo>
                  <a:lnTo>
                    <a:pt x="2435732" y="842802"/>
                  </a:lnTo>
                  <a:lnTo>
                    <a:pt x="2439583" y="845526"/>
                  </a:lnTo>
                  <a:lnTo>
                    <a:pt x="2443434" y="848250"/>
                  </a:lnTo>
                  <a:lnTo>
                    <a:pt x="2447058" y="851201"/>
                  </a:lnTo>
                  <a:lnTo>
                    <a:pt x="2450456" y="853925"/>
                  </a:lnTo>
                  <a:lnTo>
                    <a:pt x="2453628" y="857103"/>
                  </a:lnTo>
                  <a:lnTo>
                    <a:pt x="2456799" y="860054"/>
                  </a:lnTo>
                  <a:lnTo>
                    <a:pt x="2459518" y="863005"/>
                  </a:lnTo>
                  <a:lnTo>
                    <a:pt x="2462236" y="866183"/>
                  </a:lnTo>
                  <a:lnTo>
                    <a:pt x="2464501" y="869361"/>
                  </a:lnTo>
                  <a:lnTo>
                    <a:pt x="2466766" y="872539"/>
                  </a:lnTo>
                  <a:lnTo>
                    <a:pt x="2468805" y="875717"/>
                  </a:lnTo>
                  <a:lnTo>
                    <a:pt x="2470617" y="878895"/>
                  </a:lnTo>
                  <a:lnTo>
                    <a:pt x="2472430" y="882300"/>
                  </a:lnTo>
                  <a:lnTo>
                    <a:pt x="2474015" y="885932"/>
                  </a:lnTo>
                  <a:lnTo>
                    <a:pt x="2475601" y="889337"/>
                  </a:lnTo>
                  <a:lnTo>
                    <a:pt x="2477866" y="896373"/>
                  </a:lnTo>
                  <a:lnTo>
                    <a:pt x="2479905" y="903637"/>
                  </a:lnTo>
                  <a:lnTo>
                    <a:pt x="2481264" y="911128"/>
                  </a:lnTo>
                  <a:lnTo>
                    <a:pt x="2482397" y="918846"/>
                  </a:lnTo>
                  <a:lnTo>
                    <a:pt x="2482850" y="927018"/>
                  </a:lnTo>
                  <a:lnTo>
                    <a:pt x="2482850" y="935190"/>
                  </a:lnTo>
                  <a:lnTo>
                    <a:pt x="2482850" y="1152652"/>
                  </a:lnTo>
                  <a:lnTo>
                    <a:pt x="2482850" y="1160824"/>
                  </a:lnTo>
                  <a:lnTo>
                    <a:pt x="2482397" y="1168768"/>
                  </a:lnTo>
                  <a:lnTo>
                    <a:pt x="2481264" y="1176486"/>
                  </a:lnTo>
                  <a:lnTo>
                    <a:pt x="2479905" y="1184204"/>
                  </a:lnTo>
                  <a:lnTo>
                    <a:pt x="2477866" y="1191468"/>
                  </a:lnTo>
                  <a:lnTo>
                    <a:pt x="2475601" y="1198732"/>
                  </a:lnTo>
                  <a:lnTo>
                    <a:pt x="2474015" y="1202137"/>
                  </a:lnTo>
                  <a:lnTo>
                    <a:pt x="2472430" y="1205315"/>
                  </a:lnTo>
                  <a:lnTo>
                    <a:pt x="2470617" y="1208720"/>
                  </a:lnTo>
                  <a:lnTo>
                    <a:pt x="2468805" y="1212125"/>
                  </a:lnTo>
                  <a:lnTo>
                    <a:pt x="2466766" y="1215303"/>
                  </a:lnTo>
                  <a:lnTo>
                    <a:pt x="2464501" y="1218708"/>
                  </a:lnTo>
                  <a:lnTo>
                    <a:pt x="2462236" y="1221658"/>
                  </a:lnTo>
                  <a:lnTo>
                    <a:pt x="2459518" y="1224836"/>
                  </a:lnTo>
                  <a:lnTo>
                    <a:pt x="2456799" y="1227787"/>
                  </a:lnTo>
                  <a:lnTo>
                    <a:pt x="2453628" y="1230738"/>
                  </a:lnTo>
                  <a:lnTo>
                    <a:pt x="2450456" y="1233689"/>
                  </a:lnTo>
                  <a:lnTo>
                    <a:pt x="2447058" y="1236640"/>
                  </a:lnTo>
                  <a:lnTo>
                    <a:pt x="2443434" y="1239364"/>
                  </a:lnTo>
                  <a:lnTo>
                    <a:pt x="2439583" y="1242315"/>
                  </a:lnTo>
                  <a:lnTo>
                    <a:pt x="2435732" y="1245039"/>
                  </a:lnTo>
                  <a:lnTo>
                    <a:pt x="2431201" y="1247763"/>
                  </a:lnTo>
                  <a:lnTo>
                    <a:pt x="2426897" y="1250260"/>
                  </a:lnTo>
                  <a:lnTo>
                    <a:pt x="2422140" y="1252984"/>
                  </a:lnTo>
                  <a:lnTo>
                    <a:pt x="2412173" y="1257978"/>
                  </a:lnTo>
                  <a:lnTo>
                    <a:pt x="2406963" y="1260475"/>
                  </a:lnTo>
                  <a:lnTo>
                    <a:pt x="2282825" y="1202818"/>
                  </a:lnTo>
                  <a:lnTo>
                    <a:pt x="2282825" y="769937"/>
                  </a:lnTo>
                  <a:close/>
                  <a:moveTo>
                    <a:pt x="1247774" y="628650"/>
                  </a:moveTo>
                  <a:lnTo>
                    <a:pt x="1262265" y="628876"/>
                  </a:lnTo>
                  <a:lnTo>
                    <a:pt x="1276302" y="629556"/>
                  </a:lnTo>
                  <a:lnTo>
                    <a:pt x="1290113" y="631143"/>
                  </a:lnTo>
                  <a:lnTo>
                    <a:pt x="1303472" y="632956"/>
                  </a:lnTo>
                  <a:lnTo>
                    <a:pt x="1316830" y="635222"/>
                  </a:lnTo>
                  <a:lnTo>
                    <a:pt x="1329282" y="638169"/>
                  </a:lnTo>
                  <a:lnTo>
                    <a:pt x="1341282" y="641569"/>
                  </a:lnTo>
                  <a:lnTo>
                    <a:pt x="1353056" y="645195"/>
                  </a:lnTo>
                  <a:lnTo>
                    <a:pt x="1363923" y="649274"/>
                  </a:lnTo>
                  <a:lnTo>
                    <a:pt x="1374338" y="654034"/>
                  </a:lnTo>
                  <a:lnTo>
                    <a:pt x="1378866" y="656300"/>
                  </a:lnTo>
                  <a:lnTo>
                    <a:pt x="1383847" y="658794"/>
                  </a:lnTo>
                  <a:lnTo>
                    <a:pt x="1388149" y="661513"/>
                  </a:lnTo>
                  <a:lnTo>
                    <a:pt x="1392677" y="664006"/>
                  </a:lnTo>
                  <a:lnTo>
                    <a:pt x="1396753" y="666953"/>
                  </a:lnTo>
                  <a:lnTo>
                    <a:pt x="1400602" y="669672"/>
                  </a:lnTo>
                  <a:lnTo>
                    <a:pt x="1404451" y="672619"/>
                  </a:lnTo>
                  <a:lnTo>
                    <a:pt x="1407847" y="675565"/>
                  </a:lnTo>
                  <a:lnTo>
                    <a:pt x="1411243" y="678512"/>
                  </a:lnTo>
                  <a:lnTo>
                    <a:pt x="1414413" y="681685"/>
                  </a:lnTo>
                  <a:lnTo>
                    <a:pt x="1417130" y="685084"/>
                  </a:lnTo>
                  <a:lnTo>
                    <a:pt x="1419847" y="688257"/>
                  </a:lnTo>
                  <a:lnTo>
                    <a:pt x="1425507" y="688484"/>
                  </a:lnTo>
                  <a:lnTo>
                    <a:pt x="1430941" y="689164"/>
                  </a:lnTo>
                  <a:lnTo>
                    <a:pt x="1436148" y="690297"/>
                  </a:lnTo>
                  <a:lnTo>
                    <a:pt x="1441356" y="691430"/>
                  </a:lnTo>
                  <a:lnTo>
                    <a:pt x="1446110" y="693017"/>
                  </a:lnTo>
                  <a:lnTo>
                    <a:pt x="1450865" y="694830"/>
                  </a:lnTo>
                  <a:lnTo>
                    <a:pt x="1455167" y="697323"/>
                  </a:lnTo>
                  <a:lnTo>
                    <a:pt x="1459695" y="699816"/>
                  </a:lnTo>
                  <a:lnTo>
                    <a:pt x="1463544" y="702763"/>
                  </a:lnTo>
                  <a:lnTo>
                    <a:pt x="1467619" y="705709"/>
                  </a:lnTo>
                  <a:lnTo>
                    <a:pt x="1471242" y="708882"/>
                  </a:lnTo>
                  <a:lnTo>
                    <a:pt x="1474865" y="712508"/>
                  </a:lnTo>
                  <a:lnTo>
                    <a:pt x="1478261" y="716361"/>
                  </a:lnTo>
                  <a:lnTo>
                    <a:pt x="1481657" y="720668"/>
                  </a:lnTo>
                  <a:lnTo>
                    <a:pt x="1484827" y="724747"/>
                  </a:lnTo>
                  <a:lnTo>
                    <a:pt x="1487544" y="729053"/>
                  </a:lnTo>
                  <a:lnTo>
                    <a:pt x="1490487" y="733813"/>
                  </a:lnTo>
                  <a:lnTo>
                    <a:pt x="1492977" y="738799"/>
                  </a:lnTo>
                  <a:lnTo>
                    <a:pt x="1495468" y="743785"/>
                  </a:lnTo>
                  <a:lnTo>
                    <a:pt x="1497732" y="748998"/>
                  </a:lnTo>
                  <a:lnTo>
                    <a:pt x="1499996" y="754211"/>
                  </a:lnTo>
                  <a:lnTo>
                    <a:pt x="1502034" y="759877"/>
                  </a:lnTo>
                  <a:lnTo>
                    <a:pt x="1503845" y="765543"/>
                  </a:lnTo>
                  <a:lnTo>
                    <a:pt x="1505656" y="771436"/>
                  </a:lnTo>
                  <a:lnTo>
                    <a:pt x="1509053" y="783222"/>
                  </a:lnTo>
                  <a:lnTo>
                    <a:pt x="1511996" y="795460"/>
                  </a:lnTo>
                  <a:lnTo>
                    <a:pt x="1514260" y="808153"/>
                  </a:lnTo>
                  <a:lnTo>
                    <a:pt x="1516071" y="821071"/>
                  </a:lnTo>
                  <a:lnTo>
                    <a:pt x="1517656" y="833990"/>
                  </a:lnTo>
                  <a:lnTo>
                    <a:pt x="1519015" y="846909"/>
                  </a:lnTo>
                  <a:lnTo>
                    <a:pt x="1519694" y="860281"/>
                  </a:lnTo>
                  <a:lnTo>
                    <a:pt x="1520147" y="873200"/>
                  </a:lnTo>
                  <a:lnTo>
                    <a:pt x="1520826" y="886118"/>
                  </a:lnTo>
                  <a:lnTo>
                    <a:pt x="1520826" y="898584"/>
                  </a:lnTo>
                  <a:lnTo>
                    <a:pt x="1520373" y="910823"/>
                  </a:lnTo>
                  <a:lnTo>
                    <a:pt x="1520147" y="922608"/>
                  </a:lnTo>
                  <a:lnTo>
                    <a:pt x="1519241" y="945046"/>
                  </a:lnTo>
                  <a:lnTo>
                    <a:pt x="1517883" y="964311"/>
                  </a:lnTo>
                  <a:lnTo>
                    <a:pt x="1516524" y="981083"/>
                  </a:lnTo>
                  <a:lnTo>
                    <a:pt x="1514939" y="993321"/>
                  </a:lnTo>
                  <a:lnTo>
                    <a:pt x="1511996" y="991508"/>
                  </a:lnTo>
                  <a:lnTo>
                    <a:pt x="1508600" y="990148"/>
                  </a:lnTo>
                  <a:lnTo>
                    <a:pt x="1505204" y="988562"/>
                  </a:lnTo>
                  <a:lnTo>
                    <a:pt x="1501808" y="987202"/>
                  </a:lnTo>
                  <a:lnTo>
                    <a:pt x="1498185" y="985842"/>
                  </a:lnTo>
                  <a:lnTo>
                    <a:pt x="1494562" y="984936"/>
                  </a:lnTo>
                  <a:lnTo>
                    <a:pt x="1490713" y="983802"/>
                  </a:lnTo>
                  <a:lnTo>
                    <a:pt x="1487091" y="983349"/>
                  </a:lnTo>
                  <a:lnTo>
                    <a:pt x="1481657" y="946859"/>
                  </a:lnTo>
                  <a:lnTo>
                    <a:pt x="1479166" y="929408"/>
                  </a:lnTo>
                  <a:lnTo>
                    <a:pt x="1476223" y="912636"/>
                  </a:lnTo>
                  <a:lnTo>
                    <a:pt x="1473280" y="896544"/>
                  </a:lnTo>
                  <a:lnTo>
                    <a:pt x="1469657" y="881132"/>
                  </a:lnTo>
                  <a:lnTo>
                    <a:pt x="1467846" y="873653"/>
                  </a:lnTo>
                  <a:lnTo>
                    <a:pt x="1465808" y="866400"/>
                  </a:lnTo>
                  <a:lnTo>
                    <a:pt x="1463770" y="859374"/>
                  </a:lnTo>
                  <a:lnTo>
                    <a:pt x="1461506" y="852802"/>
                  </a:lnTo>
                  <a:lnTo>
                    <a:pt x="1459242" y="846002"/>
                  </a:lnTo>
                  <a:lnTo>
                    <a:pt x="1456299" y="839430"/>
                  </a:lnTo>
                  <a:lnTo>
                    <a:pt x="1453356" y="833310"/>
                  </a:lnTo>
                  <a:lnTo>
                    <a:pt x="1450412" y="826964"/>
                  </a:lnTo>
                  <a:lnTo>
                    <a:pt x="1447242" y="821071"/>
                  </a:lnTo>
                  <a:lnTo>
                    <a:pt x="1443620" y="815405"/>
                  </a:lnTo>
                  <a:lnTo>
                    <a:pt x="1439771" y="809966"/>
                  </a:lnTo>
                  <a:lnTo>
                    <a:pt x="1435922" y="804526"/>
                  </a:lnTo>
                  <a:lnTo>
                    <a:pt x="1431394" y="799313"/>
                  </a:lnTo>
                  <a:lnTo>
                    <a:pt x="1426865" y="794780"/>
                  </a:lnTo>
                  <a:lnTo>
                    <a:pt x="1421884" y="789794"/>
                  </a:lnTo>
                  <a:lnTo>
                    <a:pt x="1416677" y="785261"/>
                  </a:lnTo>
                  <a:lnTo>
                    <a:pt x="1411017" y="781182"/>
                  </a:lnTo>
                  <a:lnTo>
                    <a:pt x="1405130" y="777102"/>
                  </a:lnTo>
                  <a:lnTo>
                    <a:pt x="1398791" y="773249"/>
                  </a:lnTo>
                  <a:lnTo>
                    <a:pt x="1391998" y="769623"/>
                  </a:lnTo>
                  <a:lnTo>
                    <a:pt x="1384753" y="774609"/>
                  </a:lnTo>
                  <a:lnTo>
                    <a:pt x="1377508" y="779595"/>
                  </a:lnTo>
                  <a:lnTo>
                    <a:pt x="1370263" y="784355"/>
                  </a:lnTo>
                  <a:lnTo>
                    <a:pt x="1363018" y="788661"/>
                  </a:lnTo>
                  <a:lnTo>
                    <a:pt x="1355772" y="793194"/>
                  </a:lnTo>
                  <a:lnTo>
                    <a:pt x="1348301" y="797047"/>
                  </a:lnTo>
                  <a:lnTo>
                    <a:pt x="1341056" y="800900"/>
                  </a:lnTo>
                  <a:lnTo>
                    <a:pt x="1334037" y="804526"/>
                  </a:lnTo>
                  <a:lnTo>
                    <a:pt x="1326792" y="807926"/>
                  </a:lnTo>
                  <a:lnTo>
                    <a:pt x="1319547" y="811326"/>
                  </a:lnTo>
                  <a:lnTo>
                    <a:pt x="1312302" y="814045"/>
                  </a:lnTo>
                  <a:lnTo>
                    <a:pt x="1305283" y="816992"/>
                  </a:lnTo>
                  <a:lnTo>
                    <a:pt x="1298038" y="819711"/>
                  </a:lnTo>
                  <a:lnTo>
                    <a:pt x="1291245" y="822205"/>
                  </a:lnTo>
                  <a:lnTo>
                    <a:pt x="1277208" y="826511"/>
                  </a:lnTo>
                  <a:lnTo>
                    <a:pt x="1263397" y="830364"/>
                  </a:lnTo>
                  <a:lnTo>
                    <a:pt x="1249812" y="833537"/>
                  </a:lnTo>
                  <a:lnTo>
                    <a:pt x="1236454" y="836030"/>
                  </a:lnTo>
                  <a:lnTo>
                    <a:pt x="1223322" y="838296"/>
                  </a:lnTo>
                  <a:lnTo>
                    <a:pt x="1210417" y="839656"/>
                  </a:lnTo>
                  <a:lnTo>
                    <a:pt x="1197964" y="840789"/>
                  </a:lnTo>
                  <a:lnTo>
                    <a:pt x="1185511" y="841469"/>
                  </a:lnTo>
                  <a:lnTo>
                    <a:pt x="1173738" y="841469"/>
                  </a:lnTo>
                  <a:lnTo>
                    <a:pt x="1162191" y="841469"/>
                  </a:lnTo>
                  <a:lnTo>
                    <a:pt x="1151097" y="841016"/>
                  </a:lnTo>
                  <a:lnTo>
                    <a:pt x="1140229" y="840336"/>
                  </a:lnTo>
                  <a:lnTo>
                    <a:pt x="1129814" y="839203"/>
                  </a:lnTo>
                  <a:lnTo>
                    <a:pt x="1120079" y="837843"/>
                  </a:lnTo>
                  <a:lnTo>
                    <a:pt x="1110796" y="836710"/>
                  </a:lnTo>
                  <a:lnTo>
                    <a:pt x="1101739" y="835123"/>
                  </a:lnTo>
                  <a:lnTo>
                    <a:pt x="1093362" y="833310"/>
                  </a:lnTo>
                  <a:lnTo>
                    <a:pt x="1085438" y="831724"/>
                  </a:lnTo>
                  <a:lnTo>
                    <a:pt x="1078193" y="829910"/>
                  </a:lnTo>
                  <a:lnTo>
                    <a:pt x="1065514" y="826284"/>
                  </a:lnTo>
                  <a:lnTo>
                    <a:pt x="1055099" y="823111"/>
                  </a:lnTo>
                  <a:lnTo>
                    <a:pt x="1047401" y="820391"/>
                  </a:lnTo>
                  <a:lnTo>
                    <a:pt x="1043552" y="828097"/>
                  </a:lnTo>
                  <a:lnTo>
                    <a:pt x="1040156" y="836483"/>
                  </a:lnTo>
                  <a:lnTo>
                    <a:pt x="1036986" y="844869"/>
                  </a:lnTo>
                  <a:lnTo>
                    <a:pt x="1034043" y="853708"/>
                  </a:lnTo>
                  <a:lnTo>
                    <a:pt x="1031552" y="862774"/>
                  </a:lnTo>
                  <a:lnTo>
                    <a:pt x="1029288" y="872520"/>
                  </a:lnTo>
                  <a:lnTo>
                    <a:pt x="1027024" y="882265"/>
                  </a:lnTo>
                  <a:lnTo>
                    <a:pt x="1024986" y="892464"/>
                  </a:lnTo>
                  <a:lnTo>
                    <a:pt x="1021137" y="913316"/>
                  </a:lnTo>
                  <a:lnTo>
                    <a:pt x="1017288" y="935527"/>
                  </a:lnTo>
                  <a:lnTo>
                    <a:pt x="1013213" y="958871"/>
                  </a:lnTo>
                  <a:lnTo>
                    <a:pt x="1011175" y="970884"/>
                  </a:lnTo>
                  <a:lnTo>
                    <a:pt x="1008458" y="983349"/>
                  </a:lnTo>
                  <a:lnTo>
                    <a:pt x="1004609" y="984029"/>
                  </a:lnTo>
                  <a:lnTo>
                    <a:pt x="1000760" y="984936"/>
                  </a:lnTo>
                  <a:lnTo>
                    <a:pt x="997138" y="985842"/>
                  </a:lnTo>
                  <a:lnTo>
                    <a:pt x="993515" y="987202"/>
                  </a:lnTo>
                  <a:lnTo>
                    <a:pt x="989892" y="988789"/>
                  </a:lnTo>
                  <a:lnTo>
                    <a:pt x="986496" y="990375"/>
                  </a:lnTo>
                  <a:lnTo>
                    <a:pt x="983100" y="991962"/>
                  </a:lnTo>
                  <a:lnTo>
                    <a:pt x="979704" y="993775"/>
                  </a:lnTo>
                  <a:lnTo>
                    <a:pt x="977666" y="979723"/>
                  </a:lnTo>
                  <a:lnTo>
                    <a:pt x="976761" y="970657"/>
                  </a:lnTo>
                  <a:lnTo>
                    <a:pt x="975402" y="960458"/>
                  </a:lnTo>
                  <a:lnTo>
                    <a:pt x="974496" y="949352"/>
                  </a:lnTo>
                  <a:lnTo>
                    <a:pt x="973817" y="937340"/>
                  </a:lnTo>
                  <a:lnTo>
                    <a:pt x="973364" y="924421"/>
                  </a:lnTo>
                  <a:lnTo>
                    <a:pt x="973138" y="911049"/>
                  </a:lnTo>
                  <a:lnTo>
                    <a:pt x="973364" y="896771"/>
                  </a:lnTo>
                  <a:lnTo>
                    <a:pt x="974044" y="882039"/>
                  </a:lnTo>
                  <a:lnTo>
                    <a:pt x="975402" y="866854"/>
                  </a:lnTo>
                  <a:lnTo>
                    <a:pt x="977213" y="851442"/>
                  </a:lnTo>
                  <a:lnTo>
                    <a:pt x="978119" y="843736"/>
                  </a:lnTo>
                  <a:lnTo>
                    <a:pt x="979704" y="835577"/>
                  </a:lnTo>
                  <a:lnTo>
                    <a:pt x="981062" y="827871"/>
                  </a:lnTo>
                  <a:lnTo>
                    <a:pt x="982874" y="819711"/>
                  </a:lnTo>
                  <a:lnTo>
                    <a:pt x="984911" y="812006"/>
                  </a:lnTo>
                  <a:lnTo>
                    <a:pt x="986949" y="804073"/>
                  </a:lnTo>
                  <a:lnTo>
                    <a:pt x="989440" y="796140"/>
                  </a:lnTo>
                  <a:lnTo>
                    <a:pt x="991930" y="788208"/>
                  </a:lnTo>
                  <a:lnTo>
                    <a:pt x="994873" y="780502"/>
                  </a:lnTo>
                  <a:lnTo>
                    <a:pt x="997817" y="772569"/>
                  </a:lnTo>
                  <a:lnTo>
                    <a:pt x="1001213" y="765090"/>
                  </a:lnTo>
                  <a:lnTo>
                    <a:pt x="1004836" y="757384"/>
                  </a:lnTo>
                  <a:lnTo>
                    <a:pt x="1008685" y="749905"/>
                  </a:lnTo>
                  <a:lnTo>
                    <a:pt x="1012986" y="742652"/>
                  </a:lnTo>
                  <a:lnTo>
                    <a:pt x="1017288" y="735400"/>
                  </a:lnTo>
                  <a:lnTo>
                    <a:pt x="1022043" y="728147"/>
                  </a:lnTo>
                  <a:lnTo>
                    <a:pt x="1027024" y="721121"/>
                  </a:lnTo>
                  <a:lnTo>
                    <a:pt x="1032458" y="714095"/>
                  </a:lnTo>
                  <a:lnTo>
                    <a:pt x="1038118" y="707522"/>
                  </a:lnTo>
                  <a:lnTo>
                    <a:pt x="1044231" y="701176"/>
                  </a:lnTo>
                  <a:lnTo>
                    <a:pt x="1050344" y="694603"/>
                  </a:lnTo>
                  <a:lnTo>
                    <a:pt x="1057136" y="688711"/>
                  </a:lnTo>
                  <a:lnTo>
                    <a:pt x="1064382" y="682818"/>
                  </a:lnTo>
                  <a:lnTo>
                    <a:pt x="1071627" y="676925"/>
                  </a:lnTo>
                  <a:lnTo>
                    <a:pt x="1079778" y="671486"/>
                  </a:lnTo>
                  <a:lnTo>
                    <a:pt x="1087702" y="666726"/>
                  </a:lnTo>
                  <a:lnTo>
                    <a:pt x="1096306" y="661740"/>
                  </a:lnTo>
                  <a:lnTo>
                    <a:pt x="1105362" y="656980"/>
                  </a:lnTo>
                  <a:lnTo>
                    <a:pt x="1114645" y="652674"/>
                  </a:lnTo>
                  <a:lnTo>
                    <a:pt x="1124380" y="648821"/>
                  </a:lnTo>
                  <a:lnTo>
                    <a:pt x="1134795" y="645195"/>
                  </a:lnTo>
                  <a:lnTo>
                    <a:pt x="1145437" y="641795"/>
                  </a:lnTo>
                  <a:lnTo>
                    <a:pt x="1156531" y="638622"/>
                  </a:lnTo>
                  <a:lnTo>
                    <a:pt x="1168304" y="636129"/>
                  </a:lnTo>
                  <a:lnTo>
                    <a:pt x="1180304" y="634089"/>
                  </a:lnTo>
                  <a:lnTo>
                    <a:pt x="1192757" y="631823"/>
                  </a:lnTo>
                  <a:lnTo>
                    <a:pt x="1205662" y="630690"/>
                  </a:lnTo>
                  <a:lnTo>
                    <a:pt x="1219247" y="629330"/>
                  </a:lnTo>
                  <a:lnTo>
                    <a:pt x="1233058" y="628876"/>
                  </a:lnTo>
                  <a:lnTo>
                    <a:pt x="1247774" y="628650"/>
                  </a:lnTo>
                  <a:close/>
                  <a:moveTo>
                    <a:pt x="91667" y="541337"/>
                  </a:moveTo>
                  <a:lnTo>
                    <a:pt x="370523" y="541337"/>
                  </a:lnTo>
                  <a:lnTo>
                    <a:pt x="375061" y="541563"/>
                  </a:lnTo>
                  <a:lnTo>
                    <a:pt x="379826" y="542015"/>
                  </a:lnTo>
                  <a:lnTo>
                    <a:pt x="384137" y="542468"/>
                  </a:lnTo>
                  <a:lnTo>
                    <a:pt x="388902" y="543373"/>
                  </a:lnTo>
                  <a:lnTo>
                    <a:pt x="393213" y="544278"/>
                  </a:lnTo>
                  <a:lnTo>
                    <a:pt x="397524" y="545635"/>
                  </a:lnTo>
                  <a:lnTo>
                    <a:pt x="401835" y="546992"/>
                  </a:lnTo>
                  <a:lnTo>
                    <a:pt x="405919" y="548576"/>
                  </a:lnTo>
                  <a:lnTo>
                    <a:pt x="409777" y="550386"/>
                  </a:lnTo>
                  <a:lnTo>
                    <a:pt x="414088" y="552421"/>
                  </a:lnTo>
                  <a:lnTo>
                    <a:pt x="417718" y="554684"/>
                  </a:lnTo>
                  <a:lnTo>
                    <a:pt x="421575" y="556946"/>
                  </a:lnTo>
                  <a:lnTo>
                    <a:pt x="425206" y="559434"/>
                  </a:lnTo>
                  <a:lnTo>
                    <a:pt x="428609" y="562149"/>
                  </a:lnTo>
                  <a:lnTo>
                    <a:pt x="432013" y="564864"/>
                  </a:lnTo>
                  <a:lnTo>
                    <a:pt x="434962" y="568031"/>
                  </a:lnTo>
                  <a:lnTo>
                    <a:pt x="438139" y="571198"/>
                  </a:lnTo>
                  <a:lnTo>
                    <a:pt x="441088" y="574591"/>
                  </a:lnTo>
                  <a:lnTo>
                    <a:pt x="443584" y="577984"/>
                  </a:lnTo>
                  <a:lnTo>
                    <a:pt x="446307" y="581604"/>
                  </a:lnTo>
                  <a:lnTo>
                    <a:pt x="448803" y="585223"/>
                  </a:lnTo>
                  <a:lnTo>
                    <a:pt x="450845" y="589069"/>
                  </a:lnTo>
                  <a:lnTo>
                    <a:pt x="452887" y="592915"/>
                  </a:lnTo>
                  <a:lnTo>
                    <a:pt x="454702" y="596760"/>
                  </a:lnTo>
                  <a:lnTo>
                    <a:pt x="456291" y="600832"/>
                  </a:lnTo>
                  <a:lnTo>
                    <a:pt x="457879" y="605130"/>
                  </a:lnTo>
                  <a:lnTo>
                    <a:pt x="459240" y="609429"/>
                  </a:lnTo>
                  <a:lnTo>
                    <a:pt x="460148" y="613727"/>
                  </a:lnTo>
                  <a:lnTo>
                    <a:pt x="461055" y="618251"/>
                  </a:lnTo>
                  <a:lnTo>
                    <a:pt x="461509" y="622549"/>
                  </a:lnTo>
                  <a:lnTo>
                    <a:pt x="461736" y="627300"/>
                  </a:lnTo>
                  <a:lnTo>
                    <a:pt x="461963" y="631824"/>
                  </a:lnTo>
                  <a:lnTo>
                    <a:pt x="461736" y="636575"/>
                  </a:lnTo>
                  <a:lnTo>
                    <a:pt x="461509" y="641099"/>
                  </a:lnTo>
                  <a:lnTo>
                    <a:pt x="461055" y="645624"/>
                  </a:lnTo>
                  <a:lnTo>
                    <a:pt x="460148" y="650148"/>
                  </a:lnTo>
                  <a:lnTo>
                    <a:pt x="459240" y="654446"/>
                  </a:lnTo>
                  <a:lnTo>
                    <a:pt x="457879" y="658518"/>
                  </a:lnTo>
                  <a:lnTo>
                    <a:pt x="456291" y="662816"/>
                  </a:lnTo>
                  <a:lnTo>
                    <a:pt x="454702" y="666888"/>
                  </a:lnTo>
                  <a:lnTo>
                    <a:pt x="452887" y="670960"/>
                  </a:lnTo>
                  <a:lnTo>
                    <a:pt x="450845" y="674806"/>
                  </a:lnTo>
                  <a:lnTo>
                    <a:pt x="448803" y="678652"/>
                  </a:lnTo>
                  <a:lnTo>
                    <a:pt x="446307" y="682271"/>
                  </a:lnTo>
                  <a:lnTo>
                    <a:pt x="443584" y="685664"/>
                  </a:lnTo>
                  <a:lnTo>
                    <a:pt x="441088" y="689284"/>
                  </a:lnTo>
                  <a:lnTo>
                    <a:pt x="438139" y="692451"/>
                  </a:lnTo>
                  <a:lnTo>
                    <a:pt x="434962" y="695618"/>
                  </a:lnTo>
                  <a:lnTo>
                    <a:pt x="432013" y="698559"/>
                  </a:lnTo>
                  <a:lnTo>
                    <a:pt x="428609" y="701500"/>
                  </a:lnTo>
                  <a:lnTo>
                    <a:pt x="425206" y="703988"/>
                  </a:lnTo>
                  <a:lnTo>
                    <a:pt x="421575" y="706703"/>
                  </a:lnTo>
                  <a:lnTo>
                    <a:pt x="417718" y="708965"/>
                  </a:lnTo>
                  <a:lnTo>
                    <a:pt x="414088" y="711227"/>
                  </a:lnTo>
                  <a:lnTo>
                    <a:pt x="409777" y="713489"/>
                  </a:lnTo>
                  <a:lnTo>
                    <a:pt x="405919" y="715299"/>
                  </a:lnTo>
                  <a:lnTo>
                    <a:pt x="401835" y="716883"/>
                  </a:lnTo>
                  <a:lnTo>
                    <a:pt x="397524" y="718014"/>
                  </a:lnTo>
                  <a:lnTo>
                    <a:pt x="393213" y="719371"/>
                  </a:lnTo>
                  <a:lnTo>
                    <a:pt x="388902" y="720502"/>
                  </a:lnTo>
                  <a:lnTo>
                    <a:pt x="384137" y="721181"/>
                  </a:lnTo>
                  <a:lnTo>
                    <a:pt x="379826" y="721633"/>
                  </a:lnTo>
                  <a:lnTo>
                    <a:pt x="375061" y="722312"/>
                  </a:lnTo>
                  <a:lnTo>
                    <a:pt x="370523" y="722312"/>
                  </a:lnTo>
                  <a:lnTo>
                    <a:pt x="91667" y="722312"/>
                  </a:lnTo>
                  <a:lnTo>
                    <a:pt x="86902" y="722312"/>
                  </a:lnTo>
                  <a:lnTo>
                    <a:pt x="82364" y="721633"/>
                  </a:lnTo>
                  <a:lnTo>
                    <a:pt x="77599" y="721181"/>
                  </a:lnTo>
                  <a:lnTo>
                    <a:pt x="73288" y="720502"/>
                  </a:lnTo>
                  <a:lnTo>
                    <a:pt x="68750" y="719371"/>
                  </a:lnTo>
                  <a:lnTo>
                    <a:pt x="64439" y="718014"/>
                  </a:lnTo>
                  <a:lnTo>
                    <a:pt x="60128" y="716883"/>
                  </a:lnTo>
                  <a:lnTo>
                    <a:pt x="56044" y="715299"/>
                  </a:lnTo>
                  <a:lnTo>
                    <a:pt x="51959" y="713489"/>
                  </a:lnTo>
                  <a:lnTo>
                    <a:pt x="48102" y="711227"/>
                  </a:lnTo>
                  <a:lnTo>
                    <a:pt x="44245" y="708965"/>
                  </a:lnTo>
                  <a:lnTo>
                    <a:pt x="40615" y="706703"/>
                  </a:lnTo>
                  <a:lnTo>
                    <a:pt x="36757" y="703988"/>
                  </a:lnTo>
                  <a:lnTo>
                    <a:pt x="33581" y="701500"/>
                  </a:lnTo>
                  <a:lnTo>
                    <a:pt x="30177" y="698559"/>
                  </a:lnTo>
                  <a:lnTo>
                    <a:pt x="26774" y="695618"/>
                  </a:lnTo>
                  <a:lnTo>
                    <a:pt x="23824" y="692451"/>
                  </a:lnTo>
                  <a:lnTo>
                    <a:pt x="21101" y="689284"/>
                  </a:lnTo>
                  <a:lnTo>
                    <a:pt x="18152" y="685664"/>
                  </a:lnTo>
                  <a:lnTo>
                    <a:pt x="15656" y="682271"/>
                  </a:lnTo>
                  <a:lnTo>
                    <a:pt x="13160" y="678652"/>
                  </a:lnTo>
                  <a:lnTo>
                    <a:pt x="11118" y="674806"/>
                  </a:lnTo>
                  <a:lnTo>
                    <a:pt x="9076" y="670960"/>
                  </a:lnTo>
                  <a:lnTo>
                    <a:pt x="7261" y="666888"/>
                  </a:lnTo>
                  <a:lnTo>
                    <a:pt x="5446" y="662816"/>
                  </a:lnTo>
                  <a:lnTo>
                    <a:pt x="4084" y="658518"/>
                  </a:lnTo>
                  <a:lnTo>
                    <a:pt x="2950" y="654446"/>
                  </a:lnTo>
                  <a:lnTo>
                    <a:pt x="1815" y="650148"/>
                  </a:lnTo>
                  <a:lnTo>
                    <a:pt x="1134" y="645624"/>
                  </a:lnTo>
                  <a:lnTo>
                    <a:pt x="454" y="641099"/>
                  </a:lnTo>
                  <a:lnTo>
                    <a:pt x="0" y="636575"/>
                  </a:lnTo>
                  <a:lnTo>
                    <a:pt x="0" y="631824"/>
                  </a:lnTo>
                  <a:lnTo>
                    <a:pt x="0" y="627300"/>
                  </a:lnTo>
                  <a:lnTo>
                    <a:pt x="454" y="622549"/>
                  </a:lnTo>
                  <a:lnTo>
                    <a:pt x="1134" y="618251"/>
                  </a:lnTo>
                  <a:lnTo>
                    <a:pt x="1815" y="613727"/>
                  </a:lnTo>
                  <a:lnTo>
                    <a:pt x="2950" y="609429"/>
                  </a:lnTo>
                  <a:lnTo>
                    <a:pt x="4084" y="605130"/>
                  </a:lnTo>
                  <a:lnTo>
                    <a:pt x="5446" y="600832"/>
                  </a:lnTo>
                  <a:lnTo>
                    <a:pt x="7261" y="596760"/>
                  </a:lnTo>
                  <a:lnTo>
                    <a:pt x="9076" y="592915"/>
                  </a:lnTo>
                  <a:lnTo>
                    <a:pt x="11118" y="589069"/>
                  </a:lnTo>
                  <a:lnTo>
                    <a:pt x="13160" y="585223"/>
                  </a:lnTo>
                  <a:lnTo>
                    <a:pt x="15656" y="581604"/>
                  </a:lnTo>
                  <a:lnTo>
                    <a:pt x="18152" y="577984"/>
                  </a:lnTo>
                  <a:lnTo>
                    <a:pt x="21101" y="574591"/>
                  </a:lnTo>
                  <a:lnTo>
                    <a:pt x="23824" y="571198"/>
                  </a:lnTo>
                  <a:lnTo>
                    <a:pt x="26774" y="568031"/>
                  </a:lnTo>
                  <a:lnTo>
                    <a:pt x="30177" y="564864"/>
                  </a:lnTo>
                  <a:lnTo>
                    <a:pt x="33581" y="562149"/>
                  </a:lnTo>
                  <a:lnTo>
                    <a:pt x="36757" y="559434"/>
                  </a:lnTo>
                  <a:lnTo>
                    <a:pt x="40615" y="556946"/>
                  </a:lnTo>
                  <a:lnTo>
                    <a:pt x="44245" y="554684"/>
                  </a:lnTo>
                  <a:lnTo>
                    <a:pt x="48102" y="552421"/>
                  </a:lnTo>
                  <a:lnTo>
                    <a:pt x="51959" y="550386"/>
                  </a:lnTo>
                  <a:lnTo>
                    <a:pt x="56044" y="548576"/>
                  </a:lnTo>
                  <a:lnTo>
                    <a:pt x="60128" y="546992"/>
                  </a:lnTo>
                  <a:lnTo>
                    <a:pt x="64439" y="545635"/>
                  </a:lnTo>
                  <a:lnTo>
                    <a:pt x="68750" y="544278"/>
                  </a:lnTo>
                  <a:lnTo>
                    <a:pt x="73288" y="543373"/>
                  </a:lnTo>
                  <a:lnTo>
                    <a:pt x="77599" y="542468"/>
                  </a:lnTo>
                  <a:lnTo>
                    <a:pt x="82364" y="542015"/>
                  </a:lnTo>
                  <a:lnTo>
                    <a:pt x="86902" y="541563"/>
                  </a:lnTo>
                  <a:lnTo>
                    <a:pt x="91667" y="541337"/>
                  </a:lnTo>
                  <a:close/>
                  <a:moveTo>
                    <a:pt x="2282825" y="312737"/>
                  </a:moveTo>
                  <a:lnTo>
                    <a:pt x="2412173" y="372470"/>
                  </a:lnTo>
                  <a:lnTo>
                    <a:pt x="2422140" y="377674"/>
                  </a:lnTo>
                  <a:lnTo>
                    <a:pt x="2426897" y="380163"/>
                  </a:lnTo>
                  <a:lnTo>
                    <a:pt x="2431201" y="382878"/>
                  </a:lnTo>
                  <a:lnTo>
                    <a:pt x="2435732" y="385367"/>
                  </a:lnTo>
                  <a:lnTo>
                    <a:pt x="2439583" y="388308"/>
                  </a:lnTo>
                  <a:lnTo>
                    <a:pt x="2443434" y="391023"/>
                  </a:lnTo>
                  <a:lnTo>
                    <a:pt x="2447058" y="393964"/>
                  </a:lnTo>
                  <a:lnTo>
                    <a:pt x="2450456" y="396680"/>
                  </a:lnTo>
                  <a:lnTo>
                    <a:pt x="2453628" y="399621"/>
                  </a:lnTo>
                  <a:lnTo>
                    <a:pt x="2456799" y="402562"/>
                  </a:lnTo>
                  <a:lnTo>
                    <a:pt x="2459518" y="405504"/>
                  </a:lnTo>
                  <a:lnTo>
                    <a:pt x="2462236" y="408671"/>
                  </a:lnTo>
                  <a:lnTo>
                    <a:pt x="2464501" y="411839"/>
                  </a:lnTo>
                  <a:lnTo>
                    <a:pt x="2466766" y="415233"/>
                  </a:lnTo>
                  <a:lnTo>
                    <a:pt x="2468805" y="418174"/>
                  </a:lnTo>
                  <a:lnTo>
                    <a:pt x="2470617" y="421568"/>
                  </a:lnTo>
                  <a:lnTo>
                    <a:pt x="2472430" y="424962"/>
                  </a:lnTo>
                  <a:lnTo>
                    <a:pt x="2474015" y="428356"/>
                  </a:lnTo>
                  <a:lnTo>
                    <a:pt x="2475601" y="431750"/>
                  </a:lnTo>
                  <a:lnTo>
                    <a:pt x="2477866" y="438990"/>
                  </a:lnTo>
                  <a:lnTo>
                    <a:pt x="2479905" y="446231"/>
                  </a:lnTo>
                  <a:lnTo>
                    <a:pt x="2481264" y="453697"/>
                  </a:lnTo>
                  <a:lnTo>
                    <a:pt x="2482397" y="461390"/>
                  </a:lnTo>
                  <a:lnTo>
                    <a:pt x="2482850" y="469536"/>
                  </a:lnTo>
                  <a:lnTo>
                    <a:pt x="2482850" y="477455"/>
                  </a:lnTo>
                  <a:lnTo>
                    <a:pt x="2482850" y="694213"/>
                  </a:lnTo>
                  <a:lnTo>
                    <a:pt x="2482850" y="702584"/>
                  </a:lnTo>
                  <a:lnTo>
                    <a:pt x="2482397" y="710504"/>
                  </a:lnTo>
                  <a:lnTo>
                    <a:pt x="2481264" y="718423"/>
                  </a:lnTo>
                  <a:lnTo>
                    <a:pt x="2479905" y="725889"/>
                  </a:lnTo>
                  <a:lnTo>
                    <a:pt x="2477866" y="733130"/>
                  </a:lnTo>
                  <a:lnTo>
                    <a:pt x="2475601" y="740144"/>
                  </a:lnTo>
                  <a:lnTo>
                    <a:pt x="2474015" y="743311"/>
                  </a:lnTo>
                  <a:lnTo>
                    <a:pt x="2472430" y="746932"/>
                  </a:lnTo>
                  <a:lnTo>
                    <a:pt x="2470617" y="750326"/>
                  </a:lnTo>
                  <a:lnTo>
                    <a:pt x="2468805" y="753493"/>
                  </a:lnTo>
                  <a:lnTo>
                    <a:pt x="2466766" y="756887"/>
                  </a:lnTo>
                  <a:lnTo>
                    <a:pt x="2464501" y="760055"/>
                  </a:lnTo>
                  <a:lnTo>
                    <a:pt x="2462236" y="762996"/>
                  </a:lnTo>
                  <a:lnTo>
                    <a:pt x="2459518" y="766164"/>
                  </a:lnTo>
                  <a:lnTo>
                    <a:pt x="2456799" y="769331"/>
                  </a:lnTo>
                  <a:lnTo>
                    <a:pt x="2453628" y="772047"/>
                  </a:lnTo>
                  <a:lnTo>
                    <a:pt x="2450456" y="775214"/>
                  </a:lnTo>
                  <a:lnTo>
                    <a:pt x="2447058" y="778156"/>
                  </a:lnTo>
                  <a:lnTo>
                    <a:pt x="2443434" y="780871"/>
                  </a:lnTo>
                  <a:lnTo>
                    <a:pt x="2439583" y="783812"/>
                  </a:lnTo>
                  <a:lnTo>
                    <a:pt x="2435732" y="786301"/>
                  </a:lnTo>
                  <a:lnTo>
                    <a:pt x="2431201" y="789242"/>
                  </a:lnTo>
                  <a:lnTo>
                    <a:pt x="2426897" y="791731"/>
                  </a:lnTo>
                  <a:lnTo>
                    <a:pt x="2422140" y="794446"/>
                  </a:lnTo>
                  <a:lnTo>
                    <a:pt x="2412173" y="799198"/>
                  </a:lnTo>
                  <a:lnTo>
                    <a:pt x="2406963" y="801687"/>
                  </a:lnTo>
                  <a:lnTo>
                    <a:pt x="2282825" y="744216"/>
                  </a:lnTo>
                  <a:lnTo>
                    <a:pt x="2282825" y="312737"/>
                  </a:lnTo>
                  <a:close/>
                  <a:moveTo>
                    <a:pt x="458964" y="22907"/>
                  </a:moveTo>
                  <a:lnTo>
                    <a:pt x="448307" y="23134"/>
                  </a:lnTo>
                  <a:lnTo>
                    <a:pt x="438104" y="24041"/>
                  </a:lnTo>
                  <a:lnTo>
                    <a:pt x="427674" y="25175"/>
                  </a:lnTo>
                  <a:lnTo>
                    <a:pt x="417471" y="26990"/>
                  </a:lnTo>
                  <a:lnTo>
                    <a:pt x="407722" y="29485"/>
                  </a:lnTo>
                  <a:lnTo>
                    <a:pt x="397745" y="32206"/>
                  </a:lnTo>
                  <a:lnTo>
                    <a:pt x="388222" y="35382"/>
                  </a:lnTo>
                  <a:lnTo>
                    <a:pt x="378926" y="39237"/>
                  </a:lnTo>
                  <a:lnTo>
                    <a:pt x="369857" y="43320"/>
                  </a:lnTo>
                  <a:lnTo>
                    <a:pt x="361014" y="47856"/>
                  </a:lnTo>
                  <a:lnTo>
                    <a:pt x="352171" y="52846"/>
                  </a:lnTo>
                  <a:lnTo>
                    <a:pt x="344009" y="58289"/>
                  </a:lnTo>
                  <a:lnTo>
                    <a:pt x="335847" y="63959"/>
                  </a:lnTo>
                  <a:lnTo>
                    <a:pt x="328138" y="70083"/>
                  </a:lnTo>
                  <a:lnTo>
                    <a:pt x="320655" y="76660"/>
                  </a:lnTo>
                  <a:lnTo>
                    <a:pt x="313626" y="83238"/>
                  </a:lnTo>
                  <a:lnTo>
                    <a:pt x="306598" y="90722"/>
                  </a:lnTo>
                  <a:lnTo>
                    <a:pt x="300022" y="98207"/>
                  </a:lnTo>
                  <a:lnTo>
                    <a:pt x="294127" y="105918"/>
                  </a:lnTo>
                  <a:lnTo>
                    <a:pt x="288232" y="113856"/>
                  </a:lnTo>
                  <a:lnTo>
                    <a:pt x="283017" y="122248"/>
                  </a:lnTo>
                  <a:lnTo>
                    <a:pt x="278029" y="130867"/>
                  </a:lnTo>
                  <a:lnTo>
                    <a:pt x="273494" y="139939"/>
                  </a:lnTo>
                  <a:lnTo>
                    <a:pt x="269186" y="149011"/>
                  </a:lnTo>
                  <a:lnTo>
                    <a:pt x="265559" y="158310"/>
                  </a:lnTo>
                  <a:lnTo>
                    <a:pt x="262158" y="167836"/>
                  </a:lnTo>
                  <a:lnTo>
                    <a:pt x="259664" y="177589"/>
                  </a:lnTo>
                  <a:lnTo>
                    <a:pt x="257396" y="187568"/>
                  </a:lnTo>
                  <a:lnTo>
                    <a:pt x="255582" y="197775"/>
                  </a:lnTo>
                  <a:lnTo>
                    <a:pt x="254222" y="207754"/>
                  </a:lnTo>
                  <a:lnTo>
                    <a:pt x="253542" y="218414"/>
                  </a:lnTo>
                  <a:lnTo>
                    <a:pt x="253088" y="229074"/>
                  </a:lnTo>
                  <a:lnTo>
                    <a:pt x="253088" y="495117"/>
                  </a:lnTo>
                  <a:lnTo>
                    <a:pt x="369630" y="495117"/>
                  </a:lnTo>
                  <a:lnTo>
                    <a:pt x="376659" y="495344"/>
                  </a:lnTo>
                  <a:lnTo>
                    <a:pt x="383461" y="496024"/>
                  </a:lnTo>
                  <a:lnTo>
                    <a:pt x="390263" y="496705"/>
                  </a:lnTo>
                  <a:lnTo>
                    <a:pt x="397065" y="498066"/>
                  </a:lnTo>
                  <a:lnTo>
                    <a:pt x="403867" y="499653"/>
                  </a:lnTo>
                  <a:lnTo>
                    <a:pt x="410216" y="501468"/>
                  </a:lnTo>
                  <a:lnTo>
                    <a:pt x="416791" y="503509"/>
                  </a:lnTo>
                  <a:lnTo>
                    <a:pt x="422913" y="505777"/>
                  </a:lnTo>
                  <a:lnTo>
                    <a:pt x="428808" y="508726"/>
                  </a:lnTo>
                  <a:lnTo>
                    <a:pt x="434930" y="511674"/>
                  </a:lnTo>
                  <a:lnTo>
                    <a:pt x="440598" y="514849"/>
                  </a:lnTo>
                  <a:lnTo>
                    <a:pt x="446266" y="518478"/>
                  </a:lnTo>
                  <a:lnTo>
                    <a:pt x="451481" y="522334"/>
                  </a:lnTo>
                  <a:lnTo>
                    <a:pt x="456923" y="526190"/>
                  </a:lnTo>
                  <a:lnTo>
                    <a:pt x="461911" y="530726"/>
                  </a:lnTo>
                  <a:lnTo>
                    <a:pt x="466446" y="535035"/>
                  </a:lnTo>
                  <a:lnTo>
                    <a:pt x="471207" y="539798"/>
                  </a:lnTo>
                  <a:lnTo>
                    <a:pt x="475289" y="545015"/>
                  </a:lnTo>
                  <a:lnTo>
                    <a:pt x="479370" y="549777"/>
                  </a:lnTo>
                  <a:lnTo>
                    <a:pt x="483451" y="555221"/>
                  </a:lnTo>
                  <a:lnTo>
                    <a:pt x="487079" y="560664"/>
                  </a:lnTo>
                  <a:lnTo>
                    <a:pt x="490026" y="566561"/>
                  </a:lnTo>
                  <a:lnTo>
                    <a:pt x="493201" y="572458"/>
                  </a:lnTo>
                  <a:lnTo>
                    <a:pt x="496148" y="578355"/>
                  </a:lnTo>
                  <a:lnTo>
                    <a:pt x="498416" y="584706"/>
                  </a:lnTo>
                  <a:lnTo>
                    <a:pt x="500683" y="591056"/>
                  </a:lnTo>
                  <a:lnTo>
                    <a:pt x="502497" y="597407"/>
                  </a:lnTo>
                  <a:lnTo>
                    <a:pt x="504084" y="603984"/>
                  </a:lnTo>
                  <a:lnTo>
                    <a:pt x="505218" y="610788"/>
                  </a:lnTo>
                  <a:lnTo>
                    <a:pt x="506125" y="617592"/>
                  </a:lnTo>
                  <a:lnTo>
                    <a:pt x="506578" y="624623"/>
                  </a:lnTo>
                  <a:lnTo>
                    <a:pt x="506578" y="631428"/>
                  </a:lnTo>
                  <a:lnTo>
                    <a:pt x="506578" y="638459"/>
                  </a:lnTo>
                  <a:lnTo>
                    <a:pt x="506125" y="645263"/>
                  </a:lnTo>
                  <a:lnTo>
                    <a:pt x="505218" y="652294"/>
                  </a:lnTo>
                  <a:lnTo>
                    <a:pt x="504084" y="659098"/>
                  </a:lnTo>
                  <a:lnTo>
                    <a:pt x="502497" y="665449"/>
                  </a:lnTo>
                  <a:lnTo>
                    <a:pt x="500683" y="672026"/>
                  </a:lnTo>
                  <a:lnTo>
                    <a:pt x="498416" y="678150"/>
                  </a:lnTo>
                  <a:lnTo>
                    <a:pt x="496148" y="684500"/>
                  </a:lnTo>
                  <a:lnTo>
                    <a:pt x="493201" y="690397"/>
                  </a:lnTo>
                  <a:lnTo>
                    <a:pt x="490026" y="696294"/>
                  </a:lnTo>
                  <a:lnTo>
                    <a:pt x="487079" y="701964"/>
                  </a:lnTo>
                  <a:lnTo>
                    <a:pt x="483451" y="707861"/>
                  </a:lnTo>
                  <a:lnTo>
                    <a:pt x="479370" y="712851"/>
                  </a:lnTo>
                  <a:lnTo>
                    <a:pt x="475289" y="718067"/>
                  </a:lnTo>
                  <a:lnTo>
                    <a:pt x="471207" y="723057"/>
                  </a:lnTo>
                  <a:lnTo>
                    <a:pt x="466446" y="727820"/>
                  </a:lnTo>
                  <a:lnTo>
                    <a:pt x="461911" y="732356"/>
                  </a:lnTo>
                  <a:lnTo>
                    <a:pt x="456923" y="736666"/>
                  </a:lnTo>
                  <a:lnTo>
                    <a:pt x="451481" y="740748"/>
                  </a:lnTo>
                  <a:lnTo>
                    <a:pt x="446266" y="744604"/>
                  </a:lnTo>
                  <a:lnTo>
                    <a:pt x="440598" y="748006"/>
                  </a:lnTo>
                  <a:lnTo>
                    <a:pt x="434930" y="751408"/>
                  </a:lnTo>
                  <a:lnTo>
                    <a:pt x="428808" y="754356"/>
                  </a:lnTo>
                  <a:lnTo>
                    <a:pt x="422913" y="757078"/>
                  </a:lnTo>
                  <a:lnTo>
                    <a:pt x="416791" y="759573"/>
                  </a:lnTo>
                  <a:lnTo>
                    <a:pt x="410216" y="761614"/>
                  </a:lnTo>
                  <a:lnTo>
                    <a:pt x="403867" y="763429"/>
                  </a:lnTo>
                  <a:lnTo>
                    <a:pt x="397065" y="765016"/>
                  </a:lnTo>
                  <a:lnTo>
                    <a:pt x="390263" y="766377"/>
                  </a:lnTo>
                  <a:lnTo>
                    <a:pt x="383461" y="767058"/>
                  </a:lnTo>
                  <a:lnTo>
                    <a:pt x="376659" y="767738"/>
                  </a:lnTo>
                  <a:lnTo>
                    <a:pt x="369630" y="767965"/>
                  </a:lnTo>
                  <a:lnTo>
                    <a:pt x="253088" y="767965"/>
                  </a:lnTo>
                  <a:lnTo>
                    <a:pt x="253088" y="1135844"/>
                  </a:lnTo>
                  <a:lnTo>
                    <a:pt x="369630" y="1135844"/>
                  </a:lnTo>
                  <a:lnTo>
                    <a:pt x="376659" y="1136071"/>
                  </a:lnTo>
                  <a:lnTo>
                    <a:pt x="383461" y="1136751"/>
                  </a:lnTo>
                  <a:lnTo>
                    <a:pt x="390263" y="1137659"/>
                  </a:lnTo>
                  <a:lnTo>
                    <a:pt x="397065" y="1138793"/>
                  </a:lnTo>
                  <a:lnTo>
                    <a:pt x="403867" y="1140380"/>
                  </a:lnTo>
                  <a:lnTo>
                    <a:pt x="410216" y="1142195"/>
                  </a:lnTo>
                  <a:lnTo>
                    <a:pt x="416791" y="1144236"/>
                  </a:lnTo>
                  <a:lnTo>
                    <a:pt x="422913" y="1146731"/>
                  </a:lnTo>
                  <a:lnTo>
                    <a:pt x="428808" y="1149452"/>
                  </a:lnTo>
                  <a:lnTo>
                    <a:pt x="434930" y="1152401"/>
                  </a:lnTo>
                  <a:lnTo>
                    <a:pt x="440598" y="1155803"/>
                  </a:lnTo>
                  <a:lnTo>
                    <a:pt x="446266" y="1159205"/>
                  </a:lnTo>
                  <a:lnTo>
                    <a:pt x="451481" y="1163061"/>
                  </a:lnTo>
                  <a:lnTo>
                    <a:pt x="456923" y="1167370"/>
                  </a:lnTo>
                  <a:lnTo>
                    <a:pt x="461911" y="1171453"/>
                  </a:lnTo>
                  <a:lnTo>
                    <a:pt x="466446" y="1175989"/>
                  </a:lnTo>
                  <a:lnTo>
                    <a:pt x="471207" y="1180752"/>
                  </a:lnTo>
                  <a:lnTo>
                    <a:pt x="475289" y="1185741"/>
                  </a:lnTo>
                  <a:lnTo>
                    <a:pt x="479370" y="1190958"/>
                  </a:lnTo>
                  <a:lnTo>
                    <a:pt x="483451" y="1196401"/>
                  </a:lnTo>
                  <a:lnTo>
                    <a:pt x="487079" y="1201845"/>
                  </a:lnTo>
                  <a:lnTo>
                    <a:pt x="490026" y="1207515"/>
                  </a:lnTo>
                  <a:lnTo>
                    <a:pt x="493201" y="1213412"/>
                  </a:lnTo>
                  <a:lnTo>
                    <a:pt x="496148" y="1219309"/>
                  </a:lnTo>
                  <a:lnTo>
                    <a:pt x="498416" y="1225659"/>
                  </a:lnTo>
                  <a:lnTo>
                    <a:pt x="500683" y="1231783"/>
                  </a:lnTo>
                  <a:lnTo>
                    <a:pt x="502497" y="1238360"/>
                  </a:lnTo>
                  <a:lnTo>
                    <a:pt x="504084" y="1245165"/>
                  </a:lnTo>
                  <a:lnTo>
                    <a:pt x="505218" y="1251742"/>
                  </a:lnTo>
                  <a:lnTo>
                    <a:pt x="506125" y="1258546"/>
                  </a:lnTo>
                  <a:lnTo>
                    <a:pt x="506578" y="1265350"/>
                  </a:lnTo>
                  <a:lnTo>
                    <a:pt x="506578" y="1272381"/>
                  </a:lnTo>
                  <a:lnTo>
                    <a:pt x="506578" y="1279639"/>
                  </a:lnTo>
                  <a:lnTo>
                    <a:pt x="506125" y="1286216"/>
                  </a:lnTo>
                  <a:lnTo>
                    <a:pt x="505218" y="1293021"/>
                  </a:lnTo>
                  <a:lnTo>
                    <a:pt x="504084" y="1299825"/>
                  </a:lnTo>
                  <a:lnTo>
                    <a:pt x="502497" y="1306629"/>
                  </a:lnTo>
                  <a:lnTo>
                    <a:pt x="500683" y="1312980"/>
                  </a:lnTo>
                  <a:lnTo>
                    <a:pt x="498416" y="1319330"/>
                  </a:lnTo>
                  <a:lnTo>
                    <a:pt x="496148" y="1325454"/>
                  </a:lnTo>
                  <a:lnTo>
                    <a:pt x="493201" y="1331351"/>
                  </a:lnTo>
                  <a:lnTo>
                    <a:pt x="490026" y="1337475"/>
                  </a:lnTo>
                  <a:lnTo>
                    <a:pt x="487079" y="1343145"/>
                  </a:lnTo>
                  <a:lnTo>
                    <a:pt x="483451" y="1348588"/>
                  </a:lnTo>
                  <a:lnTo>
                    <a:pt x="479370" y="1354031"/>
                  </a:lnTo>
                  <a:lnTo>
                    <a:pt x="475289" y="1359248"/>
                  </a:lnTo>
                  <a:lnTo>
                    <a:pt x="471207" y="1364011"/>
                  </a:lnTo>
                  <a:lnTo>
                    <a:pt x="466446" y="1368774"/>
                  </a:lnTo>
                  <a:lnTo>
                    <a:pt x="461911" y="1373537"/>
                  </a:lnTo>
                  <a:lnTo>
                    <a:pt x="456923" y="1377619"/>
                  </a:lnTo>
                  <a:lnTo>
                    <a:pt x="451481" y="1381702"/>
                  </a:lnTo>
                  <a:lnTo>
                    <a:pt x="446266" y="1385557"/>
                  </a:lnTo>
                  <a:lnTo>
                    <a:pt x="440598" y="1388960"/>
                  </a:lnTo>
                  <a:lnTo>
                    <a:pt x="434930" y="1392362"/>
                  </a:lnTo>
                  <a:lnTo>
                    <a:pt x="428808" y="1395537"/>
                  </a:lnTo>
                  <a:lnTo>
                    <a:pt x="422913" y="1398032"/>
                  </a:lnTo>
                  <a:lnTo>
                    <a:pt x="416791" y="1400300"/>
                  </a:lnTo>
                  <a:lnTo>
                    <a:pt x="410216" y="1402795"/>
                  </a:lnTo>
                  <a:lnTo>
                    <a:pt x="403867" y="1404609"/>
                  </a:lnTo>
                  <a:lnTo>
                    <a:pt x="397065" y="1406197"/>
                  </a:lnTo>
                  <a:lnTo>
                    <a:pt x="390263" y="1407104"/>
                  </a:lnTo>
                  <a:lnTo>
                    <a:pt x="383461" y="1408238"/>
                  </a:lnTo>
                  <a:lnTo>
                    <a:pt x="376659" y="1408692"/>
                  </a:lnTo>
                  <a:lnTo>
                    <a:pt x="369630" y="1408692"/>
                  </a:lnTo>
                  <a:lnTo>
                    <a:pt x="253088" y="1408692"/>
                  </a:lnTo>
                  <a:lnTo>
                    <a:pt x="253088" y="1777025"/>
                  </a:lnTo>
                  <a:lnTo>
                    <a:pt x="369630" y="1777025"/>
                  </a:lnTo>
                  <a:lnTo>
                    <a:pt x="376659" y="1777252"/>
                  </a:lnTo>
                  <a:lnTo>
                    <a:pt x="383461" y="1777705"/>
                  </a:lnTo>
                  <a:lnTo>
                    <a:pt x="390263" y="1778386"/>
                  </a:lnTo>
                  <a:lnTo>
                    <a:pt x="397065" y="1779747"/>
                  </a:lnTo>
                  <a:lnTo>
                    <a:pt x="403867" y="1781334"/>
                  </a:lnTo>
                  <a:lnTo>
                    <a:pt x="410216" y="1783149"/>
                  </a:lnTo>
                  <a:lnTo>
                    <a:pt x="416791" y="1785190"/>
                  </a:lnTo>
                  <a:lnTo>
                    <a:pt x="422913" y="1787912"/>
                  </a:lnTo>
                  <a:lnTo>
                    <a:pt x="428808" y="1790407"/>
                  </a:lnTo>
                  <a:lnTo>
                    <a:pt x="434930" y="1793582"/>
                  </a:lnTo>
                  <a:lnTo>
                    <a:pt x="440598" y="1796984"/>
                  </a:lnTo>
                  <a:lnTo>
                    <a:pt x="446266" y="1800159"/>
                  </a:lnTo>
                  <a:lnTo>
                    <a:pt x="451481" y="1804242"/>
                  </a:lnTo>
                  <a:lnTo>
                    <a:pt x="456923" y="1808324"/>
                  </a:lnTo>
                  <a:lnTo>
                    <a:pt x="461911" y="1812407"/>
                  </a:lnTo>
                  <a:lnTo>
                    <a:pt x="466446" y="1817170"/>
                  </a:lnTo>
                  <a:lnTo>
                    <a:pt x="471207" y="1821706"/>
                  </a:lnTo>
                  <a:lnTo>
                    <a:pt x="475289" y="1826695"/>
                  </a:lnTo>
                  <a:lnTo>
                    <a:pt x="479370" y="1831912"/>
                  </a:lnTo>
                  <a:lnTo>
                    <a:pt x="483451" y="1837129"/>
                  </a:lnTo>
                  <a:lnTo>
                    <a:pt x="487079" y="1842799"/>
                  </a:lnTo>
                  <a:lnTo>
                    <a:pt x="490026" y="1848469"/>
                  </a:lnTo>
                  <a:lnTo>
                    <a:pt x="493201" y="1854139"/>
                  </a:lnTo>
                  <a:lnTo>
                    <a:pt x="496148" y="1860490"/>
                  </a:lnTo>
                  <a:lnTo>
                    <a:pt x="498416" y="1866613"/>
                  </a:lnTo>
                  <a:lnTo>
                    <a:pt x="500683" y="1872964"/>
                  </a:lnTo>
                  <a:lnTo>
                    <a:pt x="502497" y="1879314"/>
                  </a:lnTo>
                  <a:lnTo>
                    <a:pt x="504084" y="1885892"/>
                  </a:lnTo>
                  <a:lnTo>
                    <a:pt x="505218" y="1892696"/>
                  </a:lnTo>
                  <a:lnTo>
                    <a:pt x="506125" y="1899273"/>
                  </a:lnTo>
                  <a:lnTo>
                    <a:pt x="506578" y="1906304"/>
                  </a:lnTo>
                  <a:lnTo>
                    <a:pt x="506578" y="1913335"/>
                  </a:lnTo>
                  <a:lnTo>
                    <a:pt x="506578" y="1920366"/>
                  </a:lnTo>
                  <a:lnTo>
                    <a:pt x="506125" y="1927397"/>
                  </a:lnTo>
                  <a:lnTo>
                    <a:pt x="505218" y="1933975"/>
                  </a:lnTo>
                  <a:lnTo>
                    <a:pt x="504084" y="1940779"/>
                  </a:lnTo>
                  <a:lnTo>
                    <a:pt x="502497" y="1947356"/>
                  </a:lnTo>
                  <a:lnTo>
                    <a:pt x="500683" y="1953707"/>
                  </a:lnTo>
                  <a:lnTo>
                    <a:pt x="498416" y="1960284"/>
                  </a:lnTo>
                  <a:lnTo>
                    <a:pt x="496148" y="1966408"/>
                  </a:lnTo>
                  <a:lnTo>
                    <a:pt x="493201" y="1972532"/>
                  </a:lnTo>
                  <a:lnTo>
                    <a:pt x="490026" y="1978429"/>
                  </a:lnTo>
                  <a:lnTo>
                    <a:pt x="487079" y="1984099"/>
                  </a:lnTo>
                  <a:lnTo>
                    <a:pt x="483451" y="1989542"/>
                  </a:lnTo>
                  <a:lnTo>
                    <a:pt x="479370" y="1994986"/>
                  </a:lnTo>
                  <a:lnTo>
                    <a:pt x="475289" y="1999975"/>
                  </a:lnTo>
                  <a:lnTo>
                    <a:pt x="471207" y="2004965"/>
                  </a:lnTo>
                  <a:lnTo>
                    <a:pt x="466446" y="2009728"/>
                  </a:lnTo>
                  <a:lnTo>
                    <a:pt x="461911" y="2014264"/>
                  </a:lnTo>
                  <a:lnTo>
                    <a:pt x="456923" y="2018573"/>
                  </a:lnTo>
                  <a:lnTo>
                    <a:pt x="451481" y="2022429"/>
                  </a:lnTo>
                  <a:lnTo>
                    <a:pt x="446266" y="2026285"/>
                  </a:lnTo>
                  <a:lnTo>
                    <a:pt x="440598" y="2029914"/>
                  </a:lnTo>
                  <a:lnTo>
                    <a:pt x="434930" y="2033089"/>
                  </a:lnTo>
                  <a:lnTo>
                    <a:pt x="428808" y="2036264"/>
                  </a:lnTo>
                  <a:lnTo>
                    <a:pt x="422913" y="2038759"/>
                  </a:lnTo>
                  <a:lnTo>
                    <a:pt x="416791" y="2041481"/>
                  </a:lnTo>
                  <a:lnTo>
                    <a:pt x="410216" y="2043522"/>
                  </a:lnTo>
                  <a:lnTo>
                    <a:pt x="403867" y="2045336"/>
                  </a:lnTo>
                  <a:lnTo>
                    <a:pt x="397065" y="2046924"/>
                  </a:lnTo>
                  <a:lnTo>
                    <a:pt x="390263" y="2048285"/>
                  </a:lnTo>
                  <a:lnTo>
                    <a:pt x="383461" y="2048965"/>
                  </a:lnTo>
                  <a:lnTo>
                    <a:pt x="376659" y="2049419"/>
                  </a:lnTo>
                  <a:lnTo>
                    <a:pt x="369630" y="2049646"/>
                  </a:lnTo>
                  <a:lnTo>
                    <a:pt x="253088" y="2049646"/>
                  </a:lnTo>
                  <a:lnTo>
                    <a:pt x="253088" y="2315689"/>
                  </a:lnTo>
                  <a:lnTo>
                    <a:pt x="253542" y="2326349"/>
                  </a:lnTo>
                  <a:lnTo>
                    <a:pt x="254222" y="2336782"/>
                  </a:lnTo>
                  <a:lnTo>
                    <a:pt x="255582" y="2347215"/>
                  </a:lnTo>
                  <a:lnTo>
                    <a:pt x="257396" y="2357195"/>
                  </a:lnTo>
                  <a:lnTo>
                    <a:pt x="259664" y="2367401"/>
                  </a:lnTo>
                  <a:lnTo>
                    <a:pt x="262158" y="2376927"/>
                  </a:lnTo>
                  <a:lnTo>
                    <a:pt x="265559" y="2386679"/>
                  </a:lnTo>
                  <a:lnTo>
                    <a:pt x="269186" y="2395978"/>
                  </a:lnTo>
                  <a:lnTo>
                    <a:pt x="273494" y="2405051"/>
                  </a:lnTo>
                  <a:lnTo>
                    <a:pt x="278029" y="2414123"/>
                  </a:lnTo>
                  <a:lnTo>
                    <a:pt x="283017" y="2422515"/>
                  </a:lnTo>
                  <a:lnTo>
                    <a:pt x="288232" y="2430907"/>
                  </a:lnTo>
                  <a:lnTo>
                    <a:pt x="294127" y="2439072"/>
                  </a:lnTo>
                  <a:lnTo>
                    <a:pt x="300022" y="2446783"/>
                  </a:lnTo>
                  <a:lnTo>
                    <a:pt x="306598" y="2454268"/>
                  </a:lnTo>
                  <a:lnTo>
                    <a:pt x="313626" y="2461525"/>
                  </a:lnTo>
                  <a:lnTo>
                    <a:pt x="320655" y="2468330"/>
                  </a:lnTo>
                  <a:lnTo>
                    <a:pt x="328138" y="2474680"/>
                  </a:lnTo>
                  <a:lnTo>
                    <a:pt x="335847" y="2481031"/>
                  </a:lnTo>
                  <a:lnTo>
                    <a:pt x="344009" y="2486701"/>
                  </a:lnTo>
                  <a:lnTo>
                    <a:pt x="352171" y="2492144"/>
                  </a:lnTo>
                  <a:lnTo>
                    <a:pt x="361014" y="2497134"/>
                  </a:lnTo>
                  <a:lnTo>
                    <a:pt x="369857" y="2501443"/>
                  </a:lnTo>
                  <a:lnTo>
                    <a:pt x="378926" y="2505526"/>
                  </a:lnTo>
                  <a:lnTo>
                    <a:pt x="388222" y="2509608"/>
                  </a:lnTo>
                  <a:lnTo>
                    <a:pt x="397745" y="2512557"/>
                  </a:lnTo>
                  <a:lnTo>
                    <a:pt x="407722" y="2515505"/>
                  </a:lnTo>
                  <a:lnTo>
                    <a:pt x="417471" y="2517773"/>
                  </a:lnTo>
                  <a:lnTo>
                    <a:pt x="427674" y="2519588"/>
                  </a:lnTo>
                  <a:lnTo>
                    <a:pt x="438104" y="2520948"/>
                  </a:lnTo>
                  <a:lnTo>
                    <a:pt x="448307" y="2521629"/>
                  </a:lnTo>
                  <a:lnTo>
                    <a:pt x="458964" y="2521856"/>
                  </a:lnTo>
                  <a:lnTo>
                    <a:pt x="2030011" y="2521856"/>
                  </a:lnTo>
                  <a:lnTo>
                    <a:pt x="2040667" y="2521629"/>
                  </a:lnTo>
                  <a:lnTo>
                    <a:pt x="2051324" y="2520948"/>
                  </a:lnTo>
                  <a:lnTo>
                    <a:pt x="2061527" y="2519588"/>
                  </a:lnTo>
                  <a:lnTo>
                    <a:pt x="2071503" y="2517773"/>
                  </a:lnTo>
                  <a:lnTo>
                    <a:pt x="2081706" y="2515505"/>
                  </a:lnTo>
                  <a:lnTo>
                    <a:pt x="2091456" y="2512557"/>
                  </a:lnTo>
                  <a:lnTo>
                    <a:pt x="2100752" y="2509608"/>
                  </a:lnTo>
                  <a:lnTo>
                    <a:pt x="2110502" y="2505526"/>
                  </a:lnTo>
                  <a:lnTo>
                    <a:pt x="2119571" y="2501443"/>
                  </a:lnTo>
                  <a:lnTo>
                    <a:pt x="2128187" y="2497134"/>
                  </a:lnTo>
                  <a:lnTo>
                    <a:pt x="2136803" y="2492144"/>
                  </a:lnTo>
                  <a:lnTo>
                    <a:pt x="2145192" y="2486701"/>
                  </a:lnTo>
                  <a:lnTo>
                    <a:pt x="2153354" y="2481031"/>
                  </a:lnTo>
                  <a:lnTo>
                    <a:pt x="2161290" y="2474680"/>
                  </a:lnTo>
                  <a:lnTo>
                    <a:pt x="2168546" y="2468330"/>
                  </a:lnTo>
                  <a:lnTo>
                    <a:pt x="2175801" y="2461525"/>
                  </a:lnTo>
                  <a:lnTo>
                    <a:pt x="2182376" y="2454268"/>
                  </a:lnTo>
                  <a:lnTo>
                    <a:pt x="2188952" y="2446783"/>
                  </a:lnTo>
                  <a:lnTo>
                    <a:pt x="2195074" y="2439072"/>
                  </a:lnTo>
                  <a:lnTo>
                    <a:pt x="2200969" y="2430907"/>
                  </a:lnTo>
                  <a:lnTo>
                    <a:pt x="2206410" y="2422515"/>
                  </a:lnTo>
                  <a:lnTo>
                    <a:pt x="2211172" y="2414123"/>
                  </a:lnTo>
                  <a:lnTo>
                    <a:pt x="2215933" y="2405051"/>
                  </a:lnTo>
                  <a:lnTo>
                    <a:pt x="2219788" y="2395978"/>
                  </a:lnTo>
                  <a:lnTo>
                    <a:pt x="2223642" y="2386679"/>
                  </a:lnTo>
                  <a:lnTo>
                    <a:pt x="2226817" y="2376927"/>
                  </a:lnTo>
                  <a:lnTo>
                    <a:pt x="2229538" y="2367401"/>
                  </a:lnTo>
                  <a:lnTo>
                    <a:pt x="2232032" y="2357195"/>
                  </a:lnTo>
                  <a:lnTo>
                    <a:pt x="2233845" y="2347215"/>
                  </a:lnTo>
                  <a:lnTo>
                    <a:pt x="2235206" y="2336782"/>
                  </a:lnTo>
                  <a:lnTo>
                    <a:pt x="2235886" y="2326349"/>
                  </a:lnTo>
                  <a:lnTo>
                    <a:pt x="2236113" y="2315689"/>
                  </a:lnTo>
                  <a:lnTo>
                    <a:pt x="2236113" y="229074"/>
                  </a:lnTo>
                  <a:lnTo>
                    <a:pt x="2235886" y="218414"/>
                  </a:lnTo>
                  <a:lnTo>
                    <a:pt x="2235206" y="207754"/>
                  </a:lnTo>
                  <a:lnTo>
                    <a:pt x="2233845" y="197775"/>
                  </a:lnTo>
                  <a:lnTo>
                    <a:pt x="2232032" y="187568"/>
                  </a:lnTo>
                  <a:lnTo>
                    <a:pt x="2229538" y="177589"/>
                  </a:lnTo>
                  <a:lnTo>
                    <a:pt x="2226817" y="167836"/>
                  </a:lnTo>
                  <a:lnTo>
                    <a:pt x="2223642" y="158310"/>
                  </a:lnTo>
                  <a:lnTo>
                    <a:pt x="2219788" y="149011"/>
                  </a:lnTo>
                  <a:lnTo>
                    <a:pt x="2215933" y="139939"/>
                  </a:lnTo>
                  <a:lnTo>
                    <a:pt x="2211172" y="130867"/>
                  </a:lnTo>
                  <a:lnTo>
                    <a:pt x="2206410" y="122248"/>
                  </a:lnTo>
                  <a:lnTo>
                    <a:pt x="2200969" y="113856"/>
                  </a:lnTo>
                  <a:lnTo>
                    <a:pt x="2195074" y="105918"/>
                  </a:lnTo>
                  <a:lnTo>
                    <a:pt x="2188952" y="98207"/>
                  </a:lnTo>
                  <a:lnTo>
                    <a:pt x="2182376" y="90722"/>
                  </a:lnTo>
                  <a:lnTo>
                    <a:pt x="2175801" y="83238"/>
                  </a:lnTo>
                  <a:lnTo>
                    <a:pt x="2168546" y="76660"/>
                  </a:lnTo>
                  <a:lnTo>
                    <a:pt x="2161290" y="70083"/>
                  </a:lnTo>
                  <a:lnTo>
                    <a:pt x="2153354" y="63959"/>
                  </a:lnTo>
                  <a:lnTo>
                    <a:pt x="2145192" y="58289"/>
                  </a:lnTo>
                  <a:lnTo>
                    <a:pt x="2136803" y="52846"/>
                  </a:lnTo>
                  <a:lnTo>
                    <a:pt x="2128187" y="47856"/>
                  </a:lnTo>
                  <a:lnTo>
                    <a:pt x="2119571" y="43320"/>
                  </a:lnTo>
                  <a:lnTo>
                    <a:pt x="2110502" y="39237"/>
                  </a:lnTo>
                  <a:lnTo>
                    <a:pt x="2100752" y="35382"/>
                  </a:lnTo>
                  <a:lnTo>
                    <a:pt x="2091456" y="32206"/>
                  </a:lnTo>
                  <a:lnTo>
                    <a:pt x="2081706" y="29485"/>
                  </a:lnTo>
                  <a:lnTo>
                    <a:pt x="2071503" y="26990"/>
                  </a:lnTo>
                  <a:lnTo>
                    <a:pt x="2061527" y="25175"/>
                  </a:lnTo>
                  <a:lnTo>
                    <a:pt x="2051324" y="24041"/>
                  </a:lnTo>
                  <a:lnTo>
                    <a:pt x="2040667" y="23134"/>
                  </a:lnTo>
                  <a:lnTo>
                    <a:pt x="2030011" y="22907"/>
                  </a:lnTo>
                  <a:lnTo>
                    <a:pt x="458964" y="22907"/>
                  </a:lnTo>
                  <a:close/>
                  <a:moveTo>
                    <a:pt x="458964" y="0"/>
                  </a:moveTo>
                  <a:lnTo>
                    <a:pt x="2030011" y="0"/>
                  </a:lnTo>
                  <a:lnTo>
                    <a:pt x="2042028" y="453"/>
                  </a:lnTo>
                  <a:lnTo>
                    <a:pt x="2053364" y="1134"/>
                  </a:lnTo>
                  <a:lnTo>
                    <a:pt x="2064701" y="2722"/>
                  </a:lnTo>
                  <a:lnTo>
                    <a:pt x="2076265" y="4763"/>
                  </a:lnTo>
                  <a:lnTo>
                    <a:pt x="2087148" y="7258"/>
                  </a:lnTo>
                  <a:lnTo>
                    <a:pt x="2098031" y="10433"/>
                  </a:lnTo>
                  <a:lnTo>
                    <a:pt x="2108688" y="14062"/>
                  </a:lnTo>
                  <a:lnTo>
                    <a:pt x="2118891" y="18371"/>
                  </a:lnTo>
                  <a:lnTo>
                    <a:pt x="2129094" y="22680"/>
                  </a:lnTo>
                  <a:lnTo>
                    <a:pt x="2138843" y="27897"/>
                  </a:lnTo>
                  <a:lnTo>
                    <a:pt x="2148593" y="33340"/>
                  </a:lnTo>
                  <a:lnTo>
                    <a:pt x="2157889" y="39237"/>
                  </a:lnTo>
                  <a:lnTo>
                    <a:pt x="2166959" y="45815"/>
                  </a:lnTo>
                  <a:lnTo>
                    <a:pt x="2175574" y="52392"/>
                  </a:lnTo>
                  <a:lnTo>
                    <a:pt x="2183737" y="59650"/>
                  </a:lnTo>
                  <a:lnTo>
                    <a:pt x="2191899" y="67361"/>
                  </a:lnTo>
                  <a:lnTo>
                    <a:pt x="2199382" y="75299"/>
                  </a:lnTo>
                  <a:lnTo>
                    <a:pt x="2206637" y="83691"/>
                  </a:lnTo>
                  <a:lnTo>
                    <a:pt x="2213212" y="92083"/>
                  </a:lnTo>
                  <a:lnTo>
                    <a:pt x="2219788" y="101155"/>
                  </a:lnTo>
                  <a:lnTo>
                    <a:pt x="2225683" y="110681"/>
                  </a:lnTo>
                  <a:lnTo>
                    <a:pt x="2231125" y="120207"/>
                  </a:lnTo>
                  <a:lnTo>
                    <a:pt x="2236340" y="129960"/>
                  </a:lnTo>
                  <a:lnTo>
                    <a:pt x="2241101" y="140166"/>
                  </a:lnTo>
                  <a:lnTo>
                    <a:pt x="2244955" y="150599"/>
                  </a:lnTo>
                  <a:lnTo>
                    <a:pt x="2248583" y="161032"/>
                  </a:lnTo>
                  <a:lnTo>
                    <a:pt x="2251758" y="172145"/>
                  </a:lnTo>
                  <a:lnTo>
                    <a:pt x="2254252" y="183032"/>
                  </a:lnTo>
                  <a:lnTo>
                    <a:pt x="2256292" y="194372"/>
                  </a:lnTo>
                  <a:lnTo>
                    <a:pt x="2257879" y="205713"/>
                  </a:lnTo>
                  <a:lnTo>
                    <a:pt x="2258786" y="217053"/>
                  </a:lnTo>
                  <a:lnTo>
                    <a:pt x="2259013" y="229074"/>
                  </a:lnTo>
                  <a:lnTo>
                    <a:pt x="2259013" y="2315689"/>
                  </a:lnTo>
                  <a:lnTo>
                    <a:pt x="2258786" y="2327483"/>
                  </a:lnTo>
                  <a:lnTo>
                    <a:pt x="2257879" y="2339050"/>
                  </a:lnTo>
                  <a:lnTo>
                    <a:pt x="2256292" y="2350617"/>
                  </a:lnTo>
                  <a:lnTo>
                    <a:pt x="2254252" y="2361958"/>
                  </a:lnTo>
                  <a:lnTo>
                    <a:pt x="2251758" y="2372844"/>
                  </a:lnTo>
                  <a:lnTo>
                    <a:pt x="2248583" y="2383731"/>
                  </a:lnTo>
                  <a:lnTo>
                    <a:pt x="2244955" y="2394391"/>
                  </a:lnTo>
                  <a:lnTo>
                    <a:pt x="2241101" y="2404824"/>
                  </a:lnTo>
                  <a:lnTo>
                    <a:pt x="2236340" y="2414803"/>
                  </a:lnTo>
                  <a:lnTo>
                    <a:pt x="2231125" y="2424783"/>
                  </a:lnTo>
                  <a:lnTo>
                    <a:pt x="2225683" y="2434309"/>
                  </a:lnTo>
                  <a:lnTo>
                    <a:pt x="2219788" y="2443608"/>
                  </a:lnTo>
                  <a:lnTo>
                    <a:pt x="2213212" y="2452680"/>
                  </a:lnTo>
                  <a:lnTo>
                    <a:pt x="2206637" y="2461299"/>
                  </a:lnTo>
                  <a:lnTo>
                    <a:pt x="2199382" y="2469464"/>
                  </a:lnTo>
                  <a:lnTo>
                    <a:pt x="2191899" y="2477629"/>
                  </a:lnTo>
                  <a:lnTo>
                    <a:pt x="2183737" y="2485113"/>
                  </a:lnTo>
                  <a:lnTo>
                    <a:pt x="2175574" y="2492371"/>
                  </a:lnTo>
                  <a:lnTo>
                    <a:pt x="2166959" y="2499175"/>
                  </a:lnTo>
                  <a:lnTo>
                    <a:pt x="2157889" y="2505526"/>
                  </a:lnTo>
                  <a:lnTo>
                    <a:pt x="2148593" y="2511649"/>
                  </a:lnTo>
                  <a:lnTo>
                    <a:pt x="2138843" y="2517093"/>
                  </a:lnTo>
                  <a:lnTo>
                    <a:pt x="2129094" y="2522309"/>
                  </a:lnTo>
                  <a:lnTo>
                    <a:pt x="2118891" y="2526619"/>
                  </a:lnTo>
                  <a:lnTo>
                    <a:pt x="2108688" y="2530701"/>
                  </a:lnTo>
                  <a:lnTo>
                    <a:pt x="2098031" y="2534330"/>
                  </a:lnTo>
                  <a:lnTo>
                    <a:pt x="2087148" y="2537505"/>
                  </a:lnTo>
                  <a:lnTo>
                    <a:pt x="2076265" y="2540000"/>
                  </a:lnTo>
                  <a:lnTo>
                    <a:pt x="2064701" y="2542268"/>
                  </a:lnTo>
                  <a:lnTo>
                    <a:pt x="2053364" y="2543402"/>
                  </a:lnTo>
                  <a:lnTo>
                    <a:pt x="2042028" y="2544536"/>
                  </a:lnTo>
                  <a:lnTo>
                    <a:pt x="2030011" y="2544763"/>
                  </a:lnTo>
                  <a:lnTo>
                    <a:pt x="458964" y="2544763"/>
                  </a:lnTo>
                  <a:lnTo>
                    <a:pt x="447400" y="2544536"/>
                  </a:lnTo>
                  <a:lnTo>
                    <a:pt x="435610" y="2543402"/>
                  </a:lnTo>
                  <a:lnTo>
                    <a:pt x="424273" y="2542268"/>
                  </a:lnTo>
                  <a:lnTo>
                    <a:pt x="413163" y="2540000"/>
                  </a:lnTo>
                  <a:lnTo>
                    <a:pt x="402053" y="2537505"/>
                  </a:lnTo>
                  <a:lnTo>
                    <a:pt x="391170" y="2534330"/>
                  </a:lnTo>
                  <a:lnTo>
                    <a:pt x="380513" y="2530701"/>
                  </a:lnTo>
                  <a:lnTo>
                    <a:pt x="370084" y="2526619"/>
                  </a:lnTo>
                  <a:lnTo>
                    <a:pt x="359880" y="2522309"/>
                  </a:lnTo>
                  <a:lnTo>
                    <a:pt x="350131" y="2517093"/>
                  </a:lnTo>
                  <a:lnTo>
                    <a:pt x="340608" y="2511649"/>
                  </a:lnTo>
                  <a:lnTo>
                    <a:pt x="331085" y="2505526"/>
                  </a:lnTo>
                  <a:lnTo>
                    <a:pt x="322469" y="2499175"/>
                  </a:lnTo>
                  <a:lnTo>
                    <a:pt x="313626" y="2492371"/>
                  </a:lnTo>
                  <a:lnTo>
                    <a:pt x="305237" y="2485113"/>
                  </a:lnTo>
                  <a:lnTo>
                    <a:pt x="297528" y="2477629"/>
                  </a:lnTo>
                  <a:lnTo>
                    <a:pt x="289819" y="2469464"/>
                  </a:lnTo>
                  <a:lnTo>
                    <a:pt x="282564" y="2461299"/>
                  </a:lnTo>
                  <a:lnTo>
                    <a:pt x="275762" y="2452680"/>
                  </a:lnTo>
                  <a:lnTo>
                    <a:pt x="269413" y="2443608"/>
                  </a:lnTo>
                  <a:lnTo>
                    <a:pt x="263518" y="2434309"/>
                  </a:lnTo>
                  <a:lnTo>
                    <a:pt x="257850" y="2424783"/>
                  </a:lnTo>
                  <a:lnTo>
                    <a:pt x="252862" y="2414803"/>
                  </a:lnTo>
                  <a:lnTo>
                    <a:pt x="248327" y="2404824"/>
                  </a:lnTo>
                  <a:lnTo>
                    <a:pt x="244019" y="2394391"/>
                  </a:lnTo>
                  <a:lnTo>
                    <a:pt x="240391" y="2383731"/>
                  </a:lnTo>
                  <a:lnTo>
                    <a:pt x="237444" y="2372844"/>
                  </a:lnTo>
                  <a:lnTo>
                    <a:pt x="234723" y="2361958"/>
                  </a:lnTo>
                  <a:lnTo>
                    <a:pt x="232682" y="2350617"/>
                  </a:lnTo>
                  <a:lnTo>
                    <a:pt x="231322" y="2339050"/>
                  </a:lnTo>
                  <a:lnTo>
                    <a:pt x="230415" y="2327483"/>
                  </a:lnTo>
                  <a:lnTo>
                    <a:pt x="230188" y="2315689"/>
                  </a:lnTo>
                  <a:lnTo>
                    <a:pt x="230188" y="2026965"/>
                  </a:lnTo>
                  <a:lnTo>
                    <a:pt x="369630" y="2026965"/>
                  </a:lnTo>
                  <a:lnTo>
                    <a:pt x="375298" y="2026738"/>
                  </a:lnTo>
                  <a:lnTo>
                    <a:pt x="381194" y="2026285"/>
                  </a:lnTo>
                  <a:lnTo>
                    <a:pt x="386862" y="2025604"/>
                  </a:lnTo>
                  <a:lnTo>
                    <a:pt x="392530" y="2024470"/>
                  </a:lnTo>
                  <a:lnTo>
                    <a:pt x="397972" y="2023336"/>
                  </a:lnTo>
                  <a:lnTo>
                    <a:pt x="403414" y="2021749"/>
                  </a:lnTo>
                  <a:lnTo>
                    <a:pt x="408628" y="2019934"/>
                  </a:lnTo>
                  <a:lnTo>
                    <a:pt x="413843" y="2017893"/>
                  </a:lnTo>
                  <a:lnTo>
                    <a:pt x="419058" y="2015852"/>
                  </a:lnTo>
                  <a:lnTo>
                    <a:pt x="424046" y="2013130"/>
                  </a:lnTo>
                  <a:lnTo>
                    <a:pt x="428581" y="2010408"/>
                  </a:lnTo>
                  <a:lnTo>
                    <a:pt x="433343" y="2007460"/>
                  </a:lnTo>
                  <a:lnTo>
                    <a:pt x="438104" y="2004285"/>
                  </a:lnTo>
                  <a:lnTo>
                    <a:pt x="442185" y="2000882"/>
                  </a:lnTo>
                  <a:lnTo>
                    <a:pt x="446266" y="1997254"/>
                  </a:lnTo>
                  <a:lnTo>
                    <a:pt x="450348" y="1993398"/>
                  </a:lnTo>
                  <a:lnTo>
                    <a:pt x="453975" y="1989542"/>
                  </a:lnTo>
                  <a:lnTo>
                    <a:pt x="457603" y="1985460"/>
                  </a:lnTo>
                  <a:lnTo>
                    <a:pt x="461004" y="1981377"/>
                  </a:lnTo>
                  <a:lnTo>
                    <a:pt x="464405" y="1976841"/>
                  </a:lnTo>
                  <a:lnTo>
                    <a:pt x="467353" y="1972305"/>
                  </a:lnTo>
                  <a:lnTo>
                    <a:pt x="470074" y="1967315"/>
                  </a:lnTo>
                  <a:lnTo>
                    <a:pt x="472794" y="1962552"/>
                  </a:lnTo>
                  <a:lnTo>
                    <a:pt x="474835" y="1957336"/>
                  </a:lnTo>
                  <a:lnTo>
                    <a:pt x="476876" y="1952119"/>
                  </a:lnTo>
                  <a:lnTo>
                    <a:pt x="478690" y="1947129"/>
                  </a:lnTo>
                  <a:lnTo>
                    <a:pt x="480277" y="1941686"/>
                  </a:lnTo>
                  <a:lnTo>
                    <a:pt x="481637" y="1936243"/>
                  </a:lnTo>
                  <a:lnTo>
                    <a:pt x="482544" y="1930799"/>
                  </a:lnTo>
                  <a:lnTo>
                    <a:pt x="483451" y="1924902"/>
                  </a:lnTo>
                  <a:lnTo>
                    <a:pt x="483904" y="1919232"/>
                  </a:lnTo>
                  <a:lnTo>
                    <a:pt x="483904" y="1913335"/>
                  </a:lnTo>
                  <a:lnTo>
                    <a:pt x="483904" y="1907665"/>
                  </a:lnTo>
                  <a:lnTo>
                    <a:pt x="483451" y="1901768"/>
                  </a:lnTo>
                  <a:lnTo>
                    <a:pt x="482544" y="1896325"/>
                  </a:lnTo>
                  <a:lnTo>
                    <a:pt x="481637" y="1890428"/>
                  </a:lnTo>
                  <a:lnTo>
                    <a:pt x="480277" y="1884985"/>
                  </a:lnTo>
                  <a:lnTo>
                    <a:pt x="478690" y="1879541"/>
                  </a:lnTo>
                  <a:lnTo>
                    <a:pt x="476876" y="1874325"/>
                  </a:lnTo>
                  <a:lnTo>
                    <a:pt x="474835" y="1869335"/>
                  </a:lnTo>
                  <a:lnTo>
                    <a:pt x="472794" y="1864345"/>
                  </a:lnTo>
                  <a:lnTo>
                    <a:pt x="470074" y="1859356"/>
                  </a:lnTo>
                  <a:lnTo>
                    <a:pt x="467353" y="1854366"/>
                  </a:lnTo>
                  <a:lnTo>
                    <a:pt x="464405" y="1850056"/>
                  </a:lnTo>
                  <a:lnTo>
                    <a:pt x="461004" y="1845747"/>
                  </a:lnTo>
                  <a:lnTo>
                    <a:pt x="457603" y="1841211"/>
                  </a:lnTo>
                  <a:lnTo>
                    <a:pt x="453975" y="1837129"/>
                  </a:lnTo>
                  <a:lnTo>
                    <a:pt x="450348" y="1833273"/>
                  </a:lnTo>
                  <a:lnTo>
                    <a:pt x="446266" y="1829417"/>
                  </a:lnTo>
                  <a:lnTo>
                    <a:pt x="442185" y="1826015"/>
                  </a:lnTo>
                  <a:lnTo>
                    <a:pt x="438104" y="1822613"/>
                  </a:lnTo>
                  <a:lnTo>
                    <a:pt x="433343" y="1819211"/>
                  </a:lnTo>
                  <a:lnTo>
                    <a:pt x="428581" y="1816262"/>
                  </a:lnTo>
                  <a:lnTo>
                    <a:pt x="424046" y="1813541"/>
                  </a:lnTo>
                  <a:lnTo>
                    <a:pt x="419058" y="1811273"/>
                  </a:lnTo>
                  <a:lnTo>
                    <a:pt x="413843" y="1808778"/>
                  </a:lnTo>
                  <a:lnTo>
                    <a:pt x="408628" y="1806737"/>
                  </a:lnTo>
                  <a:lnTo>
                    <a:pt x="403414" y="1804922"/>
                  </a:lnTo>
                  <a:lnTo>
                    <a:pt x="397972" y="1803334"/>
                  </a:lnTo>
                  <a:lnTo>
                    <a:pt x="392530" y="1801974"/>
                  </a:lnTo>
                  <a:lnTo>
                    <a:pt x="386862" y="1801293"/>
                  </a:lnTo>
                  <a:lnTo>
                    <a:pt x="381194" y="1800613"/>
                  </a:lnTo>
                  <a:lnTo>
                    <a:pt x="375298" y="1799932"/>
                  </a:lnTo>
                  <a:lnTo>
                    <a:pt x="369630" y="1799932"/>
                  </a:lnTo>
                  <a:lnTo>
                    <a:pt x="230188" y="1799932"/>
                  </a:lnTo>
                  <a:lnTo>
                    <a:pt x="230188" y="1385784"/>
                  </a:lnTo>
                  <a:lnTo>
                    <a:pt x="369630" y="1385784"/>
                  </a:lnTo>
                  <a:lnTo>
                    <a:pt x="375298" y="1385557"/>
                  </a:lnTo>
                  <a:lnTo>
                    <a:pt x="381194" y="1385331"/>
                  </a:lnTo>
                  <a:lnTo>
                    <a:pt x="386862" y="1384650"/>
                  </a:lnTo>
                  <a:lnTo>
                    <a:pt x="392530" y="1383516"/>
                  </a:lnTo>
                  <a:lnTo>
                    <a:pt x="397972" y="1382155"/>
                  </a:lnTo>
                  <a:lnTo>
                    <a:pt x="403414" y="1380795"/>
                  </a:lnTo>
                  <a:lnTo>
                    <a:pt x="408628" y="1378980"/>
                  </a:lnTo>
                  <a:lnTo>
                    <a:pt x="413843" y="1376712"/>
                  </a:lnTo>
                  <a:lnTo>
                    <a:pt x="419058" y="1374671"/>
                  </a:lnTo>
                  <a:lnTo>
                    <a:pt x="424046" y="1372176"/>
                  </a:lnTo>
                  <a:lnTo>
                    <a:pt x="428581" y="1369227"/>
                  </a:lnTo>
                  <a:lnTo>
                    <a:pt x="433343" y="1366506"/>
                  </a:lnTo>
                  <a:lnTo>
                    <a:pt x="438104" y="1363331"/>
                  </a:lnTo>
                  <a:lnTo>
                    <a:pt x="442185" y="1359928"/>
                  </a:lnTo>
                  <a:lnTo>
                    <a:pt x="446266" y="1356300"/>
                  </a:lnTo>
                  <a:lnTo>
                    <a:pt x="450348" y="1352671"/>
                  </a:lnTo>
                  <a:lnTo>
                    <a:pt x="453975" y="1348588"/>
                  </a:lnTo>
                  <a:lnTo>
                    <a:pt x="457603" y="1344732"/>
                  </a:lnTo>
                  <a:lnTo>
                    <a:pt x="461004" y="1340196"/>
                  </a:lnTo>
                  <a:lnTo>
                    <a:pt x="464405" y="1335887"/>
                  </a:lnTo>
                  <a:lnTo>
                    <a:pt x="467353" y="1331124"/>
                  </a:lnTo>
                  <a:lnTo>
                    <a:pt x="470074" y="1326588"/>
                  </a:lnTo>
                  <a:lnTo>
                    <a:pt x="472794" y="1321598"/>
                  </a:lnTo>
                  <a:lnTo>
                    <a:pt x="474835" y="1316608"/>
                  </a:lnTo>
                  <a:lnTo>
                    <a:pt x="476876" y="1311392"/>
                  </a:lnTo>
                  <a:lnTo>
                    <a:pt x="478690" y="1305949"/>
                  </a:lnTo>
                  <a:lnTo>
                    <a:pt x="480277" y="1300732"/>
                  </a:lnTo>
                  <a:lnTo>
                    <a:pt x="481637" y="1295289"/>
                  </a:lnTo>
                  <a:lnTo>
                    <a:pt x="482544" y="1289619"/>
                  </a:lnTo>
                  <a:lnTo>
                    <a:pt x="483451" y="1283948"/>
                  </a:lnTo>
                  <a:lnTo>
                    <a:pt x="483904" y="1278278"/>
                  </a:lnTo>
                  <a:lnTo>
                    <a:pt x="483904" y="1272381"/>
                  </a:lnTo>
                  <a:lnTo>
                    <a:pt x="483904" y="1266711"/>
                  </a:lnTo>
                  <a:lnTo>
                    <a:pt x="483451" y="1260814"/>
                  </a:lnTo>
                  <a:lnTo>
                    <a:pt x="482544" y="1255144"/>
                  </a:lnTo>
                  <a:lnTo>
                    <a:pt x="481637" y="1249474"/>
                  </a:lnTo>
                  <a:lnTo>
                    <a:pt x="480277" y="1244031"/>
                  </a:lnTo>
                  <a:lnTo>
                    <a:pt x="478690" y="1238814"/>
                  </a:lnTo>
                  <a:lnTo>
                    <a:pt x="476876" y="1233371"/>
                  </a:lnTo>
                  <a:lnTo>
                    <a:pt x="474835" y="1228154"/>
                  </a:lnTo>
                  <a:lnTo>
                    <a:pt x="472794" y="1223391"/>
                  </a:lnTo>
                  <a:lnTo>
                    <a:pt x="470074" y="1218401"/>
                  </a:lnTo>
                  <a:lnTo>
                    <a:pt x="467353" y="1213639"/>
                  </a:lnTo>
                  <a:lnTo>
                    <a:pt x="464405" y="1209102"/>
                  </a:lnTo>
                  <a:lnTo>
                    <a:pt x="461004" y="1204566"/>
                  </a:lnTo>
                  <a:lnTo>
                    <a:pt x="457603" y="1200257"/>
                  </a:lnTo>
                  <a:lnTo>
                    <a:pt x="453975" y="1196175"/>
                  </a:lnTo>
                  <a:lnTo>
                    <a:pt x="450348" y="1192092"/>
                  </a:lnTo>
                  <a:lnTo>
                    <a:pt x="446266" y="1188463"/>
                  </a:lnTo>
                  <a:lnTo>
                    <a:pt x="442185" y="1184834"/>
                  </a:lnTo>
                  <a:lnTo>
                    <a:pt x="438104" y="1181659"/>
                  </a:lnTo>
                  <a:lnTo>
                    <a:pt x="433343" y="1178484"/>
                  </a:lnTo>
                  <a:lnTo>
                    <a:pt x="428581" y="1175308"/>
                  </a:lnTo>
                  <a:lnTo>
                    <a:pt x="424046" y="1172813"/>
                  </a:lnTo>
                  <a:lnTo>
                    <a:pt x="419058" y="1170092"/>
                  </a:lnTo>
                  <a:lnTo>
                    <a:pt x="413843" y="1167824"/>
                  </a:lnTo>
                  <a:lnTo>
                    <a:pt x="408628" y="1165783"/>
                  </a:lnTo>
                  <a:lnTo>
                    <a:pt x="403414" y="1164195"/>
                  </a:lnTo>
                  <a:lnTo>
                    <a:pt x="397972" y="1162607"/>
                  </a:lnTo>
                  <a:lnTo>
                    <a:pt x="392530" y="1161246"/>
                  </a:lnTo>
                  <a:lnTo>
                    <a:pt x="386862" y="1160339"/>
                  </a:lnTo>
                  <a:lnTo>
                    <a:pt x="381194" y="1159432"/>
                  </a:lnTo>
                  <a:lnTo>
                    <a:pt x="375298" y="1158978"/>
                  </a:lnTo>
                  <a:lnTo>
                    <a:pt x="369630" y="1158978"/>
                  </a:lnTo>
                  <a:lnTo>
                    <a:pt x="230188" y="1158978"/>
                  </a:lnTo>
                  <a:lnTo>
                    <a:pt x="230188" y="744831"/>
                  </a:lnTo>
                  <a:lnTo>
                    <a:pt x="369630" y="744831"/>
                  </a:lnTo>
                  <a:lnTo>
                    <a:pt x="375298" y="744831"/>
                  </a:lnTo>
                  <a:lnTo>
                    <a:pt x="381194" y="744377"/>
                  </a:lnTo>
                  <a:lnTo>
                    <a:pt x="386862" y="743470"/>
                  </a:lnTo>
                  <a:lnTo>
                    <a:pt x="392530" y="742563"/>
                  </a:lnTo>
                  <a:lnTo>
                    <a:pt x="397972" y="741429"/>
                  </a:lnTo>
                  <a:lnTo>
                    <a:pt x="403414" y="739841"/>
                  </a:lnTo>
                  <a:lnTo>
                    <a:pt x="408628" y="738026"/>
                  </a:lnTo>
                  <a:lnTo>
                    <a:pt x="413843" y="735985"/>
                  </a:lnTo>
                  <a:lnTo>
                    <a:pt x="419058" y="733717"/>
                  </a:lnTo>
                  <a:lnTo>
                    <a:pt x="424046" y="731222"/>
                  </a:lnTo>
                  <a:lnTo>
                    <a:pt x="428581" y="728501"/>
                  </a:lnTo>
                  <a:lnTo>
                    <a:pt x="433343" y="725325"/>
                  </a:lnTo>
                  <a:lnTo>
                    <a:pt x="438104" y="722377"/>
                  </a:lnTo>
                  <a:lnTo>
                    <a:pt x="442185" y="718975"/>
                  </a:lnTo>
                  <a:lnTo>
                    <a:pt x="446266" y="715573"/>
                  </a:lnTo>
                  <a:lnTo>
                    <a:pt x="450348" y="711717"/>
                  </a:lnTo>
                  <a:lnTo>
                    <a:pt x="453975" y="707861"/>
                  </a:lnTo>
                  <a:lnTo>
                    <a:pt x="457603" y="703552"/>
                  </a:lnTo>
                  <a:lnTo>
                    <a:pt x="461004" y="699243"/>
                  </a:lnTo>
                  <a:lnTo>
                    <a:pt x="464405" y="694706"/>
                  </a:lnTo>
                  <a:lnTo>
                    <a:pt x="467353" y="690170"/>
                  </a:lnTo>
                  <a:lnTo>
                    <a:pt x="470074" y="685407"/>
                  </a:lnTo>
                  <a:lnTo>
                    <a:pt x="472794" y="680645"/>
                  </a:lnTo>
                  <a:lnTo>
                    <a:pt x="474835" y="675655"/>
                  </a:lnTo>
                  <a:lnTo>
                    <a:pt x="476876" y="670438"/>
                  </a:lnTo>
                  <a:lnTo>
                    <a:pt x="478690" y="665222"/>
                  </a:lnTo>
                  <a:lnTo>
                    <a:pt x="480277" y="659778"/>
                  </a:lnTo>
                  <a:lnTo>
                    <a:pt x="481637" y="654335"/>
                  </a:lnTo>
                  <a:lnTo>
                    <a:pt x="482544" y="648665"/>
                  </a:lnTo>
                  <a:lnTo>
                    <a:pt x="483451" y="642995"/>
                  </a:lnTo>
                  <a:lnTo>
                    <a:pt x="483904" y="637325"/>
                  </a:lnTo>
                  <a:lnTo>
                    <a:pt x="483904" y="631428"/>
                  </a:lnTo>
                  <a:lnTo>
                    <a:pt x="483904" y="625531"/>
                  </a:lnTo>
                  <a:lnTo>
                    <a:pt x="483451" y="619861"/>
                  </a:lnTo>
                  <a:lnTo>
                    <a:pt x="482544" y="614190"/>
                  </a:lnTo>
                  <a:lnTo>
                    <a:pt x="481637" y="608747"/>
                  </a:lnTo>
                  <a:lnTo>
                    <a:pt x="480277" y="603077"/>
                  </a:lnTo>
                  <a:lnTo>
                    <a:pt x="478690" y="597860"/>
                  </a:lnTo>
                  <a:lnTo>
                    <a:pt x="476876" y="592417"/>
                  </a:lnTo>
                  <a:lnTo>
                    <a:pt x="474835" y="587427"/>
                  </a:lnTo>
                  <a:lnTo>
                    <a:pt x="472794" y="582211"/>
                  </a:lnTo>
                  <a:lnTo>
                    <a:pt x="470074" y="577448"/>
                  </a:lnTo>
                  <a:lnTo>
                    <a:pt x="467353" y="572685"/>
                  </a:lnTo>
                  <a:lnTo>
                    <a:pt x="464405" y="567922"/>
                  </a:lnTo>
                  <a:lnTo>
                    <a:pt x="461004" y="563613"/>
                  </a:lnTo>
                  <a:lnTo>
                    <a:pt x="457603" y="559530"/>
                  </a:lnTo>
                  <a:lnTo>
                    <a:pt x="453975" y="555221"/>
                  </a:lnTo>
                  <a:lnTo>
                    <a:pt x="450348" y="551138"/>
                  </a:lnTo>
                  <a:lnTo>
                    <a:pt x="446266" y="547509"/>
                  </a:lnTo>
                  <a:lnTo>
                    <a:pt x="442185" y="543881"/>
                  </a:lnTo>
                  <a:lnTo>
                    <a:pt x="438104" y="540478"/>
                  </a:lnTo>
                  <a:lnTo>
                    <a:pt x="433343" y="537303"/>
                  </a:lnTo>
                  <a:lnTo>
                    <a:pt x="428581" y="534581"/>
                  </a:lnTo>
                  <a:lnTo>
                    <a:pt x="424046" y="531633"/>
                  </a:lnTo>
                  <a:lnTo>
                    <a:pt x="419058" y="529138"/>
                  </a:lnTo>
                  <a:lnTo>
                    <a:pt x="413843" y="527097"/>
                  </a:lnTo>
                  <a:lnTo>
                    <a:pt x="408628" y="525056"/>
                  </a:lnTo>
                  <a:lnTo>
                    <a:pt x="403414" y="523241"/>
                  </a:lnTo>
                  <a:lnTo>
                    <a:pt x="397972" y="521654"/>
                  </a:lnTo>
                  <a:lnTo>
                    <a:pt x="392530" y="520293"/>
                  </a:lnTo>
                  <a:lnTo>
                    <a:pt x="386862" y="519159"/>
                  </a:lnTo>
                  <a:lnTo>
                    <a:pt x="381194" y="518478"/>
                  </a:lnTo>
                  <a:lnTo>
                    <a:pt x="375298" y="518251"/>
                  </a:lnTo>
                  <a:lnTo>
                    <a:pt x="369630" y="518025"/>
                  </a:lnTo>
                  <a:lnTo>
                    <a:pt x="230188" y="518025"/>
                  </a:lnTo>
                  <a:lnTo>
                    <a:pt x="230188" y="229074"/>
                  </a:lnTo>
                  <a:lnTo>
                    <a:pt x="230415" y="217053"/>
                  </a:lnTo>
                  <a:lnTo>
                    <a:pt x="231322" y="205713"/>
                  </a:lnTo>
                  <a:lnTo>
                    <a:pt x="232682" y="194372"/>
                  </a:lnTo>
                  <a:lnTo>
                    <a:pt x="234723" y="183032"/>
                  </a:lnTo>
                  <a:lnTo>
                    <a:pt x="237444" y="172145"/>
                  </a:lnTo>
                  <a:lnTo>
                    <a:pt x="240391" y="161032"/>
                  </a:lnTo>
                  <a:lnTo>
                    <a:pt x="244019" y="150599"/>
                  </a:lnTo>
                  <a:lnTo>
                    <a:pt x="248327" y="140166"/>
                  </a:lnTo>
                  <a:lnTo>
                    <a:pt x="252862" y="129960"/>
                  </a:lnTo>
                  <a:lnTo>
                    <a:pt x="257850" y="120207"/>
                  </a:lnTo>
                  <a:lnTo>
                    <a:pt x="263518" y="110681"/>
                  </a:lnTo>
                  <a:lnTo>
                    <a:pt x="269413" y="101155"/>
                  </a:lnTo>
                  <a:lnTo>
                    <a:pt x="275762" y="92083"/>
                  </a:lnTo>
                  <a:lnTo>
                    <a:pt x="282564" y="83691"/>
                  </a:lnTo>
                  <a:lnTo>
                    <a:pt x="289819" y="75299"/>
                  </a:lnTo>
                  <a:lnTo>
                    <a:pt x="297528" y="67361"/>
                  </a:lnTo>
                  <a:lnTo>
                    <a:pt x="305237" y="59650"/>
                  </a:lnTo>
                  <a:lnTo>
                    <a:pt x="313626" y="52392"/>
                  </a:lnTo>
                  <a:lnTo>
                    <a:pt x="322469" y="45815"/>
                  </a:lnTo>
                  <a:lnTo>
                    <a:pt x="331085" y="39237"/>
                  </a:lnTo>
                  <a:lnTo>
                    <a:pt x="340608" y="33340"/>
                  </a:lnTo>
                  <a:lnTo>
                    <a:pt x="350131" y="27897"/>
                  </a:lnTo>
                  <a:lnTo>
                    <a:pt x="359880" y="22680"/>
                  </a:lnTo>
                  <a:lnTo>
                    <a:pt x="370084" y="18371"/>
                  </a:lnTo>
                  <a:lnTo>
                    <a:pt x="380513" y="14062"/>
                  </a:lnTo>
                  <a:lnTo>
                    <a:pt x="391170" y="10433"/>
                  </a:lnTo>
                  <a:lnTo>
                    <a:pt x="402053" y="7258"/>
                  </a:lnTo>
                  <a:lnTo>
                    <a:pt x="413163" y="4763"/>
                  </a:lnTo>
                  <a:lnTo>
                    <a:pt x="424273" y="2722"/>
                  </a:lnTo>
                  <a:lnTo>
                    <a:pt x="435610" y="1134"/>
                  </a:lnTo>
                  <a:lnTo>
                    <a:pt x="447400" y="453"/>
                  </a:lnTo>
                  <a:lnTo>
                    <a:pt x="458964"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eaLnBrk="1" fontAlgn="auto" hangingPunct="1">
                <a:defRPr/>
              </a:pPr>
              <a:endParaRPr lang="zh-CN" altLang="en-US" noProof="1">
                <a:solidFill>
                  <a:srgbClr val="FFFFFF"/>
                </a:solidFill>
              </a:endParaRPr>
            </a:p>
          </p:txBody>
        </p:sp>
      </p:grpSp>
      <p:grpSp>
        <p:nvGrpSpPr>
          <p:cNvPr id="9" name="组合 68">
            <a:extLst>
              <a:ext uri="{FF2B5EF4-FFF2-40B4-BE49-F238E27FC236}">
                <a16:creationId xmlns:a16="http://schemas.microsoft.com/office/drawing/2014/main" id="{0502CB92-C664-442E-87A3-C239C888353F}"/>
              </a:ext>
            </a:extLst>
          </p:cNvPr>
          <p:cNvGrpSpPr>
            <a:grpSpLocks/>
          </p:cNvGrpSpPr>
          <p:nvPr/>
        </p:nvGrpSpPr>
        <p:grpSpPr bwMode="auto">
          <a:xfrm>
            <a:off x="3419475" y="4029075"/>
            <a:ext cx="446088" cy="446088"/>
            <a:chOff x="3419872" y="4029182"/>
            <a:chExt cx="445480" cy="445448"/>
          </a:xfrm>
        </p:grpSpPr>
        <p:sp>
          <p:nvSpPr>
            <p:cNvPr id="70" name="Oval 19">
              <a:extLst>
                <a:ext uri="{FF2B5EF4-FFF2-40B4-BE49-F238E27FC236}">
                  <a16:creationId xmlns:a16="http://schemas.microsoft.com/office/drawing/2014/main" id="{ED42566E-7F3B-4FC9-91FB-E4D9676C4534}"/>
                </a:ext>
              </a:extLst>
            </p:cNvPr>
            <p:cNvSpPr>
              <a:spLocks noChangeArrowheads="1"/>
            </p:cNvSpPr>
            <p:nvPr/>
          </p:nvSpPr>
          <p:spPr bwMode="gray">
            <a:xfrm>
              <a:off x="3419872" y="4029182"/>
              <a:ext cx="445480" cy="445448"/>
            </a:xfrm>
            <a:prstGeom prst="ellipse">
              <a:avLst/>
            </a:prstGeom>
            <a:solidFill>
              <a:schemeClr val="tx2">
                <a:lumMod val="75000"/>
              </a:schemeClr>
            </a:solidFill>
            <a:ln w="12700">
              <a:noFill/>
              <a:round/>
            </a:ln>
            <a:effectLst/>
          </p:spPr>
          <p:txBody>
            <a:bodyPr wrap="none" anchor="ctr"/>
            <a:lstStyle/>
            <a:p>
              <a:pPr eaLnBrk="1" fontAlgn="auto" hangingPunct="1">
                <a:defRPr/>
              </a:pPr>
              <a:endParaRPr lang="zh-CN" altLang="en-US" sz="1350" kern="0" noProof="1">
                <a:solidFill>
                  <a:sysClr val="windowText" lastClr="000000"/>
                </a:solidFill>
                <a:latin typeface="微软雅黑" pitchFamily="34" charset="-122"/>
                <a:ea typeface="微软雅黑" pitchFamily="34" charset="-122"/>
              </a:endParaRPr>
            </a:p>
          </p:txBody>
        </p:sp>
        <p:sp>
          <p:nvSpPr>
            <p:cNvPr id="71" name="KSO_Shape">
              <a:extLst>
                <a:ext uri="{FF2B5EF4-FFF2-40B4-BE49-F238E27FC236}">
                  <a16:creationId xmlns:a16="http://schemas.microsoft.com/office/drawing/2014/main" id="{2F03B845-F746-4690-A1A2-021FD395CABE}"/>
                </a:ext>
              </a:extLst>
            </p:cNvPr>
            <p:cNvSpPr/>
            <p:nvPr/>
          </p:nvSpPr>
          <p:spPr bwMode="auto">
            <a:xfrm>
              <a:off x="3500725" y="4135392"/>
              <a:ext cx="283775" cy="233027"/>
            </a:xfrm>
            <a:custGeom>
              <a:avLst/>
              <a:gdLst/>
              <a:ahLst/>
              <a:cxnLst/>
              <a:rect l="0" t="0" r="r" b="b"/>
              <a:pathLst>
                <a:path w="1903412" h="1563688">
                  <a:moveTo>
                    <a:pt x="872180" y="1544638"/>
                  </a:moveTo>
                  <a:lnTo>
                    <a:pt x="875675" y="1544638"/>
                  </a:lnTo>
                  <a:lnTo>
                    <a:pt x="1859905" y="1544638"/>
                  </a:lnTo>
                  <a:lnTo>
                    <a:pt x="1863400" y="1544638"/>
                  </a:lnTo>
                  <a:lnTo>
                    <a:pt x="1866577" y="1545233"/>
                  </a:lnTo>
                  <a:lnTo>
                    <a:pt x="1869118" y="1545829"/>
                  </a:lnTo>
                  <a:lnTo>
                    <a:pt x="1871660" y="1546722"/>
                  </a:lnTo>
                  <a:lnTo>
                    <a:pt x="1873884" y="1547912"/>
                  </a:lnTo>
                  <a:lnTo>
                    <a:pt x="1875154" y="1549103"/>
                  </a:lnTo>
                  <a:lnTo>
                    <a:pt x="1876107" y="1550591"/>
                  </a:lnTo>
                  <a:lnTo>
                    <a:pt x="1876425" y="1552079"/>
                  </a:lnTo>
                  <a:lnTo>
                    <a:pt x="1876425" y="1555651"/>
                  </a:lnTo>
                  <a:lnTo>
                    <a:pt x="1876107" y="1557140"/>
                  </a:lnTo>
                  <a:lnTo>
                    <a:pt x="1875154" y="1558926"/>
                  </a:lnTo>
                  <a:lnTo>
                    <a:pt x="1873884" y="1560116"/>
                  </a:lnTo>
                  <a:lnTo>
                    <a:pt x="1871660" y="1561307"/>
                  </a:lnTo>
                  <a:lnTo>
                    <a:pt x="1869118" y="1562200"/>
                  </a:lnTo>
                  <a:lnTo>
                    <a:pt x="1866577" y="1563093"/>
                  </a:lnTo>
                  <a:lnTo>
                    <a:pt x="1863400" y="1563390"/>
                  </a:lnTo>
                  <a:lnTo>
                    <a:pt x="1859905" y="1563688"/>
                  </a:lnTo>
                  <a:lnTo>
                    <a:pt x="875675" y="1563688"/>
                  </a:lnTo>
                  <a:lnTo>
                    <a:pt x="872180" y="1563390"/>
                  </a:lnTo>
                  <a:lnTo>
                    <a:pt x="869003" y="1563093"/>
                  </a:lnTo>
                  <a:lnTo>
                    <a:pt x="866144" y="1562200"/>
                  </a:lnTo>
                  <a:lnTo>
                    <a:pt x="863603" y="1561307"/>
                  </a:lnTo>
                  <a:lnTo>
                    <a:pt x="861696" y="1560116"/>
                  </a:lnTo>
                  <a:lnTo>
                    <a:pt x="860108" y="1558926"/>
                  </a:lnTo>
                  <a:lnTo>
                    <a:pt x="859155" y="1557140"/>
                  </a:lnTo>
                  <a:lnTo>
                    <a:pt x="858837" y="1555651"/>
                  </a:lnTo>
                  <a:lnTo>
                    <a:pt x="858837" y="1552079"/>
                  </a:lnTo>
                  <a:lnTo>
                    <a:pt x="859155" y="1550591"/>
                  </a:lnTo>
                  <a:lnTo>
                    <a:pt x="860108" y="1549103"/>
                  </a:lnTo>
                  <a:lnTo>
                    <a:pt x="861696" y="1547912"/>
                  </a:lnTo>
                  <a:lnTo>
                    <a:pt x="863603" y="1546722"/>
                  </a:lnTo>
                  <a:lnTo>
                    <a:pt x="866144" y="1545829"/>
                  </a:lnTo>
                  <a:lnTo>
                    <a:pt x="869003" y="1545233"/>
                  </a:lnTo>
                  <a:lnTo>
                    <a:pt x="872180" y="1544638"/>
                  </a:lnTo>
                  <a:close/>
                  <a:moveTo>
                    <a:pt x="1255848" y="1415770"/>
                  </a:moveTo>
                  <a:lnTo>
                    <a:pt x="1252677" y="1416407"/>
                  </a:lnTo>
                  <a:lnTo>
                    <a:pt x="1249823" y="1417361"/>
                  </a:lnTo>
                  <a:lnTo>
                    <a:pt x="1247286" y="1419271"/>
                  </a:lnTo>
                  <a:lnTo>
                    <a:pt x="1245383" y="1420862"/>
                  </a:lnTo>
                  <a:lnTo>
                    <a:pt x="1243797" y="1422771"/>
                  </a:lnTo>
                  <a:lnTo>
                    <a:pt x="1242529" y="1424680"/>
                  </a:lnTo>
                  <a:lnTo>
                    <a:pt x="1242212" y="1426908"/>
                  </a:lnTo>
                  <a:lnTo>
                    <a:pt x="1235235" y="1522691"/>
                  </a:lnTo>
                  <a:lnTo>
                    <a:pt x="1235235" y="1525237"/>
                  </a:lnTo>
                  <a:lnTo>
                    <a:pt x="1236186" y="1527146"/>
                  </a:lnTo>
                  <a:lnTo>
                    <a:pt x="1237772" y="1529056"/>
                  </a:lnTo>
                  <a:lnTo>
                    <a:pt x="1239675" y="1530647"/>
                  </a:lnTo>
                  <a:lnTo>
                    <a:pt x="1242212" y="1532238"/>
                  </a:lnTo>
                  <a:lnTo>
                    <a:pt x="1245066" y="1533193"/>
                  </a:lnTo>
                  <a:lnTo>
                    <a:pt x="1247920" y="1533829"/>
                  </a:lnTo>
                  <a:lnTo>
                    <a:pt x="1251408" y="1534147"/>
                  </a:lnTo>
                  <a:lnTo>
                    <a:pt x="1488299" y="1535738"/>
                  </a:lnTo>
                  <a:lnTo>
                    <a:pt x="1491787" y="1535738"/>
                  </a:lnTo>
                  <a:lnTo>
                    <a:pt x="1494641" y="1535102"/>
                  </a:lnTo>
                  <a:lnTo>
                    <a:pt x="1497813" y="1533829"/>
                  </a:lnTo>
                  <a:lnTo>
                    <a:pt x="1500032" y="1532556"/>
                  </a:lnTo>
                  <a:lnTo>
                    <a:pt x="1502252" y="1530965"/>
                  </a:lnTo>
                  <a:lnTo>
                    <a:pt x="1503521" y="1529056"/>
                  </a:lnTo>
                  <a:lnTo>
                    <a:pt x="1504472" y="1526828"/>
                  </a:lnTo>
                  <a:lnTo>
                    <a:pt x="1504789" y="1524601"/>
                  </a:lnTo>
                  <a:lnTo>
                    <a:pt x="1499715" y="1428181"/>
                  </a:lnTo>
                  <a:lnTo>
                    <a:pt x="1499398" y="1425953"/>
                  </a:lnTo>
                  <a:lnTo>
                    <a:pt x="1498130" y="1424044"/>
                  </a:lnTo>
                  <a:lnTo>
                    <a:pt x="1496227" y="1422134"/>
                  </a:lnTo>
                  <a:lnTo>
                    <a:pt x="1494324" y="1420543"/>
                  </a:lnTo>
                  <a:lnTo>
                    <a:pt x="1491787" y="1418952"/>
                  </a:lnTo>
                  <a:lnTo>
                    <a:pt x="1489250" y="1417679"/>
                  </a:lnTo>
                  <a:lnTo>
                    <a:pt x="1486396" y="1417043"/>
                  </a:lnTo>
                  <a:lnTo>
                    <a:pt x="1483225" y="1416725"/>
                  </a:lnTo>
                  <a:lnTo>
                    <a:pt x="1259019" y="1415770"/>
                  </a:lnTo>
                  <a:lnTo>
                    <a:pt x="1255848" y="1415770"/>
                  </a:lnTo>
                  <a:close/>
                  <a:moveTo>
                    <a:pt x="1699820" y="1377902"/>
                  </a:moveTo>
                  <a:lnTo>
                    <a:pt x="1703942" y="1405269"/>
                  </a:lnTo>
                  <a:lnTo>
                    <a:pt x="1750876" y="1405587"/>
                  </a:lnTo>
                  <a:lnTo>
                    <a:pt x="1746437" y="1378220"/>
                  </a:lnTo>
                  <a:lnTo>
                    <a:pt x="1699820" y="1377902"/>
                  </a:lnTo>
                  <a:close/>
                  <a:moveTo>
                    <a:pt x="1636078" y="1377902"/>
                  </a:moveTo>
                  <a:lnTo>
                    <a:pt x="1639249" y="1404951"/>
                  </a:lnTo>
                  <a:lnTo>
                    <a:pt x="1686183" y="1405269"/>
                  </a:lnTo>
                  <a:lnTo>
                    <a:pt x="1682378" y="1377902"/>
                  </a:lnTo>
                  <a:lnTo>
                    <a:pt x="1636078" y="1377902"/>
                  </a:lnTo>
                  <a:close/>
                  <a:moveTo>
                    <a:pt x="1572019" y="1377584"/>
                  </a:moveTo>
                  <a:lnTo>
                    <a:pt x="1574239" y="1404633"/>
                  </a:lnTo>
                  <a:lnTo>
                    <a:pt x="1621490" y="1404951"/>
                  </a:lnTo>
                  <a:lnTo>
                    <a:pt x="1618636" y="1377584"/>
                  </a:lnTo>
                  <a:lnTo>
                    <a:pt x="1572019" y="1377584"/>
                  </a:lnTo>
                  <a:close/>
                  <a:moveTo>
                    <a:pt x="1507960" y="1377266"/>
                  </a:moveTo>
                  <a:lnTo>
                    <a:pt x="1509546" y="1404314"/>
                  </a:lnTo>
                  <a:lnTo>
                    <a:pt x="1556797" y="1404633"/>
                  </a:lnTo>
                  <a:lnTo>
                    <a:pt x="1554577" y="1377266"/>
                  </a:lnTo>
                  <a:lnTo>
                    <a:pt x="1507960" y="1377266"/>
                  </a:lnTo>
                  <a:close/>
                  <a:moveTo>
                    <a:pt x="1443902" y="1376948"/>
                  </a:moveTo>
                  <a:lnTo>
                    <a:pt x="1444853" y="1403996"/>
                  </a:lnTo>
                  <a:lnTo>
                    <a:pt x="1491787" y="1403996"/>
                  </a:lnTo>
                  <a:lnTo>
                    <a:pt x="1490519" y="1377266"/>
                  </a:lnTo>
                  <a:lnTo>
                    <a:pt x="1443902" y="1376948"/>
                  </a:lnTo>
                  <a:close/>
                  <a:moveTo>
                    <a:pt x="1380160" y="1376629"/>
                  </a:moveTo>
                  <a:lnTo>
                    <a:pt x="1379843" y="1403678"/>
                  </a:lnTo>
                  <a:lnTo>
                    <a:pt x="1426777" y="1403996"/>
                  </a:lnTo>
                  <a:lnTo>
                    <a:pt x="1426460" y="1376948"/>
                  </a:lnTo>
                  <a:lnTo>
                    <a:pt x="1380160" y="1376629"/>
                  </a:lnTo>
                  <a:close/>
                  <a:moveTo>
                    <a:pt x="1316101" y="1376311"/>
                  </a:moveTo>
                  <a:lnTo>
                    <a:pt x="1315150" y="1403360"/>
                  </a:lnTo>
                  <a:lnTo>
                    <a:pt x="1362401" y="1403360"/>
                  </a:lnTo>
                  <a:lnTo>
                    <a:pt x="1362718" y="1376629"/>
                  </a:lnTo>
                  <a:lnTo>
                    <a:pt x="1316101" y="1376311"/>
                  </a:lnTo>
                  <a:close/>
                  <a:moveTo>
                    <a:pt x="1252043" y="1375993"/>
                  </a:moveTo>
                  <a:lnTo>
                    <a:pt x="1250140" y="1403041"/>
                  </a:lnTo>
                  <a:lnTo>
                    <a:pt x="1297391" y="1403041"/>
                  </a:lnTo>
                  <a:lnTo>
                    <a:pt x="1298660" y="1376311"/>
                  </a:lnTo>
                  <a:lnTo>
                    <a:pt x="1252043" y="1375993"/>
                  </a:lnTo>
                  <a:close/>
                  <a:moveTo>
                    <a:pt x="1188301" y="1375675"/>
                  </a:moveTo>
                  <a:lnTo>
                    <a:pt x="1185764" y="1402723"/>
                  </a:lnTo>
                  <a:lnTo>
                    <a:pt x="1232698" y="1402723"/>
                  </a:lnTo>
                  <a:lnTo>
                    <a:pt x="1234601" y="1375993"/>
                  </a:lnTo>
                  <a:lnTo>
                    <a:pt x="1188301" y="1375675"/>
                  </a:lnTo>
                  <a:close/>
                  <a:moveTo>
                    <a:pt x="1124242" y="1375356"/>
                  </a:moveTo>
                  <a:lnTo>
                    <a:pt x="1120754" y="1402405"/>
                  </a:lnTo>
                  <a:lnTo>
                    <a:pt x="1167688" y="1402405"/>
                  </a:lnTo>
                  <a:lnTo>
                    <a:pt x="1170859" y="1375675"/>
                  </a:lnTo>
                  <a:lnTo>
                    <a:pt x="1124242" y="1375356"/>
                  </a:lnTo>
                  <a:close/>
                  <a:moveTo>
                    <a:pt x="1060183" y="1375038"/>
                  </a:moveTo>
                  <a:lnTo>
                    <a:pt x="1056061" y="1402087"/>
                  </a:lnTo>
                  <a:lnTo>
                    <a:pt x="1102995" y="1402087"/>
                  </a:lnTo>
                  <a:lnTo>
                    <a:pt x="1106800" y="1375356"/>
                  </a:lnTo>
                  <a:lnTo>
                    <a:pt x="1060183" y="1375038"/>
                  </a:lnTo>
                  <a:close/>
                  <a:moveTo>
                    <a:pt x="996442" y="1374720"/>
                  </a:moveTo>
                  <a:lnTo>
                    <a:pt x="991051" y="1401769"/>
                  </a:lnTo>
                  <a:lnTo>
                    <a:pt x="1038302" y="1401769"/>
                  </a:lnTo>
                  <a:lnTo>
                    <a:pt x="1042742" y="1375038"/>
                  </a:lnTo>
                  <a:lnTo>
                    <a:pt x="996442" y="1374720"/>
                  </a:lnTo>
                  <a:close/>
                  <a:moveTo>
                    <a:pt x="394079" y="1340803"/>
                  </a:moveTo>
                  <a:lnTo>
                    <a:pt x="364253" y="1348105"/>
                  </a:lnTo>
                  <a:lnTo>
                    <a:pt x="354734" y="1351280"/>
                  </a:lnTo>
                  <a:lnTo>
                    <a:pt x="367743" y="1359853"/>
                  </a:lnTo>
                  <a:lnTo>
                    <a:pt x="380752" y="1368743"/>
                  </a:lnTo>
                  <a:lnTo>
                    <a:pt x="393761" y="1376998"/>
                  </a:lnTo>
                  <a:lnTo>
                    <a:pt x="407088" y="1385571"/>
                  </a:lnTo>
                  <a:lnTo>
                    <a:pt x="420414" y="1393191"/>
                  </a:lnTo>
                  <a:lnTo>
                    <a:pt x="434375" y="1400493"/>
                  </a:lnTo>
                  <a:lnTo>
                    <a:pt x="448336" y="1408113"/>
                  </a:lnTo>
                  <a:lnTo>
                    <a:pt x="462297" y="1415098"/>
                  </a:lnTo>
                  <a:lnTo>
                    <a:pt x="453095" y="1406526"/>
                  </a:lnTo>
                  <a:lnTo>
                    <a:pt x="444528" y="1397636"/>
                  </a:lnTo>
                  <a:lnTo>
                    <a:pt x="435644" y="1389063"/>
                  </a:lnTo>
                  <a:lnTo>
                    <a:pt x="427077" y="1379538"/>
                  </a:lnTo>
                  <a:lnTo>
                    <a:pt x="418510" y="1370331"/>
                  </a:lnTo>
                  <a:lnTo>
                    <a:pt x="410261" y="1360488"/>
                  </a:lnTo>
                  <a:lnTo>
                    <a:pt x="402011" y="1350963"/>
                  </a:lnTo>
                  <a:lnTo>
                    <a:pt x="394079" y="1340803"/>
                  </a:lnTo>
                  <a:close/>
                  <a:moveTo>
                    <a:pt x="1694111" y="1340353"/>
                  </a:moveTo>
                  <a:lnTo>
                    <a:pt x="1698234" y="1367401"/>
                  </a:lnTo>
                  <a:lnTo>
                    <a:pt x="1744534" y="1367719"/>
                  </a:lnTo>
                  <a:lnTo>
                    <a:pt x="1739777" y="1340671"/>
                  </a:lnTo>
                  <a:lnTo>
                    <a:pt x="1694111" y="1340353"/>
                  </a:lnTo>
                  <a:close/>
                  <a:moveTo>
                    <a:pt x="1631321" y="1340034"/>
                  </a:moveTo>
                  <a:lnTo>
                    <a:pt x="1634809" y="1367083"/>
                  </a:lnTo>
                  <a:lnTo>
                    <a:pt x="1680792" y="1367401"/>
                  </a:lnTo>
                  <a:lnTo>
                    <a:pt x="1676987" y="1340353"/>
                  </a:lnTo>
                  <a:lnTo>
                    <a:pt x="1631321" y="1340034"/>
                  </a:lnTo>
                  <a:close/>
                  <a:moveTo>
                    <a:pt x="1568531" y="1339716"/>
                  </a:moveTo>
                  <a:lnTo>
                    <a:pt x="1571068" y="1366765"/>
                  </a:lnTo>
                  <a:lnTo>
                    <a:pt x="1617051" y="1367083"/>
                  </a:lnTo>
                  <a:lnTo>
                    <a:pt x="1614196" y="1340034"/>
                  </a:lnTo>
                  <a:lnTo>
                    <a:pt x="1568531" y="1339716"/>
                  </a:lnTo>
                  <a:close/>
                  <a:moveTo>
                    <a:pt x="1505741" y="1339716"/>
                  </a:moveTo>
                  <a:lnTo>
                    <a:pt x="1507326" y="1366765"/>
                  </a:lnTo>
                  <a:lnTo>
                    <a:pt x="1553626" y="1366765"/>
                  </a:lnTo>
                  <a:lnTo>
                    <a:pt x="1551406" y="1339716"/>
                  </a:lnTo>
                  <a:lnTo>
                    <a:pt x="1505741" y="1339716"/>
                  </a:lnTo>
                  <a:close/>
                  <a:moveTo>
                    <a:pt x="1442950" y="1339398"/>
                  </a:moveTo>
                  <a:lnTo>
                    <a:pt x="1443585" y="1366128"/>
                  </a:lnTo>
                  <a:lnTo>
                    <a:pt x="1489884" y="1366128"/>
                  </a:lnTo>
                  <a:lnTo>
                    <a:pt x="1488616" y="1339398"/>
                  </a:lnTo>
                  <a:lnTo>
                    <a:pt x="1442950" y="1339398"/>
                  </a:lnTo>
                  <a:close/>
                  <a:moveTo>
                    <a:pt x="1380160" y="1339080"/>
                  </a:moveTo>
                  <a:lnTo>
                    <a:pt x="1380160" y="1365810"/>
                  </a:lnTo>
                  <a:lnTo>
                    <a:pt x="1426143" y="1365810"/>
                  </a:lnTo>
                  <a:lnTo>
                    <a:pt x="1425826" y="1339398"/>
                  </a:lnTo>
                  <a:lnTo>
                    <a:pt x="1380160" y="1339080"/>
                  </a:lnTo>
                  <a:close/>
                  <a:moveTo>
                    <a:pt x="1317370" y="1338761"/>
                  </a:moveTo>
                  <a:lnTo>
                    <a:pt x="1316418" y="1365492"/>
                  </a:lnTo>
                  <a:lnTo>
                    <a:pt x="1362718" y="1365492"/>
                  </a:lnTo>
                  <a:lnTo>
                    <a:pt x="1363035" y="1339080"/>
                  </a:lnTo>
                  <a:lnTo>
                    <a:pt x="1317370" y="1338761"/>
                  </a:lnTo>
                  <a:close/>
                  <a:moveTo>
                    <a:pt x="1254897" y="1338443"/>
                  </a:moveTo>
                  <a:lnTo>
                    <a:pt x="1252677" y="1365174"/>
                  </a:lnTo>
                  <a:lnTo>
                    <a:pt x="1298977" y="1365492"/>
                  </a:lnTo>
                  <a:lnTo>
                    <a:pt x="1300245" y="1338761"/>
                  </a:lnTo>
                  <a:lnTo>
                    <a:pt x="1254897" y="1338443"/>
                  </a:lnTo>
                  <a:close/>
                  <a:moveTo>
                    <a:pt x="1192106" y="1338443"/>
                  </a:moveTo>
                  <a:lnTo>
                    <a:pt x="1189252" y="1364855"/>
                  </a:lnTo>
                  <a:lnTo>
                    <a:pt x="1235235" y="1365174"/>
                  </a:lnTo>
                  <a:lnTo>
                    <a:pt x="1237772" y="1338443"/>
                  </a:lnTo>
                  <a:lnTo>
                    <a:pt x="1192106" y="1338443"/>
                  </a:lnTo>
                  <a:close/>
                  <a:moveTo>
                    <a:pt x="1128999" y="1338125"/>
                  </a:moveTo>
                  <a:lnTo>
                    <a:pt x="1125511" y="1364537"/>
                  </a:lnTo>
                  <a:lnTo>
                    <a:pt x="1172128" y="1364855"/>
                  </a:lnTo>
                  <a:lnTo>
                    <a:pt x="1174665" y="1338125"/>
                  </a:lnTo>
                  <a:lnTo>
                    <a:pt x="1128999" y="1338125"/>
                  </a:lnTo>
                  <a:close/>
                  <a:moveTo>
                    <a:pt x="1066526" y="1337807"/>
                  </a:moveTo>
                  <a:lnTo>
                    <a:pt x="1061769" y="1364219"/>
                  </a:lnTo>
                  <a:lnTo>
                    <a:pt x="1108386" y="1364537"/>
                  </a:lnTo>
                  <a:lnTo>
                    <a:pt x="1111874" y="1338125"/>
                  </a:lnTo>
                  <a:lnTo>
                    <a:pt x="1066526" y="1337807"/>
                  </a:lnTo>
                  <a:close/>
                  <a:moveTo>
                    <a:pt x="1003419" y="1337489"/>
                  </a:moveTo>
                  <a:lnTo>
                    <a:pt x="998345" y="1363901"/>
                  </a:lnTo>
                  <a:lnTo>
                    <a:pt x="1044644" y="1364219"/>
                  </a:lnTo>
                  <a:lnTo>
                    <a:pt x="1049401" y="1337807"/>
                  </a:lnTo>
                  <a:lnTo>
                    <a:pt x="1003419" y="1337489"/>
                  </a:lnTo>
                  <a:close/>
                  <a:moveTo>
                    <a:pt x="538764" y="1314450"/>
                  </a:moveTo>
                  <a:lnTo>
                    <a:pt x="518458" y="1317308"/>
                  </a:lnTo>
                  <a:lnTo>
                    <a:pt x="498468" y="1320165"/>
                  </a:lnTo>
                  <a:lnTo>
                    <a:pt x="478479" y="1323340"/>
                  </a:lnTo>
                  <a:lnTo>
                    <a:pt x="458807" y="1326833"/>
                  </a:lnTo>
                  <a:lnTo>
                    <a:pt x="467691" y="1336675"/>
                  </a:lnTo>
                  <a:lnTo>
                    <a:pt x="476258" y="1346200"/>
                  </a:lnTo>
                  <a:lnTo>
                    <a:pt x="485142" y="1355408"/>
                  </a:lnTo>
                  <a:lnTo>
                    <a:pt x="494343" y="1364298"/>
                  </a:lnTo>
                  <a:lnTo>
                    <a:pt x="503228" y="1372871"/>
                  </a:lnTo>
                  <a:lnTo>
                    <a:pt x="512746" y="1381126"/>
                  </a:lnTo>
                  <a:lnTo>
                    <a:pt x="521948" y="1389381"/>
                  </a:lnTo>
                  <a:lnTo>
                    <a:pt x="531784" y="1397001"/>
                  </a:lnTo>
                  <a:lnTo>
                    <a:pt x="540986" y="1404621"/>
                  </a:lnTo>
                  <a:lnTo>
                    <a:pt x="551139" y="1411606"/>
                  </a:lnTo>
                  <a:lnTo>
                    <a:pt x="560658" y="1418273"/>
                  </a:lnTo>
                  <a:lnTo>
                    <a:pt x="570811" y="1424941"/>
                  </a:lnTo>
                  <a:lnTo>
                    <a:pt x="580965" y="1430973"/>
                  </a:lnTo>
                  <a:lnTo>
                    <a:pt x="591118" y="1437323"/>
                  </a:lnTo>
                  <a:lnTo>
                    <a:pt x="601589" y="1442721"/>
                  </a:lnTo>
                  <a:lnTo>
                    <a:pt x="611742" y="1447801"/>
                  </a:lnTo>
                  <a:lnTo>
                    <a:pt x="601589" y="1433831"/>
                  </a:lnTo>
                  <a:lnTo>
                    <a:pt x="591753" y="1419226"/>
                  </a:lnTo>
                  <a:lnTo>
                    <a:pt x="582234" y="1403351"/>
                  </a:lnTo>
                  <a:lnTo>
                    <a:pt x="573032" y="1387158"/>
                  </a:lnTo>
                  <a:lnTo>
                    <a:pt x="564148" y="1370013"/>
                  </a:lnTo>
                  <a:lnTo>
                    <a:pt x="555264" y="1352233"/>
                  </a:lnTo>
                  <a:lnTo>
                    <a:pt x="547014" y="1333500"/>
                  </a:lnTo>
                  <a:lnTo>
                    <a:pt x="538764" y="1314450"/>
                  </a:lnTo>
                  <a:close/>
                  <a:moveTo>
                    <a:pt x="1688403" y="1302485"/>
                  </a:moveTo>
                  <a:lnTo>
                    <a:pt x="1692526" y="1329215"/>
                  </a:lnTo>
                  <a:lnTo>
                    <a:pt x="1737557" y="1329533"/>
                  </a:lnTo>
                  <a:lnTo>
                    <a:pt x="1733117" y="1302803"/>
                  </a:lnTo>
                  <a:lnTo>
                    <a:pt x="1688403" y="1302485"/>
                  </a:lnTo>
                  <a:close/>
                  <a:moveTo>
                    <a:pt x="1626881" y="1302166"/>
                  </a:moveTo>
                  <a:lnTo>
                    <a:pt x="1630053" y="1329215"/>
                  </a:lnTo>
                  <a:lnTo>
                    <a:pt x="1675401" y="1329215"/>
                  </a:lnTo>
                  <a:lnTo>
                    <a:pt x="1671596" y="1302485"/>
                  </a:lnTo>
                  <a:lnTo>
                    <a:pt x="1626881" y="1302166"/>
                  </a:lnTo>
                  <a:close/>
                  <a:moveTo>
                    <a:pt x="1565042" y="1302166"/>
                  </a:moveTo>
                  <a:lnTo>
                    <a:pt x="1567579" y="1328897"/>
                  </a:lnTo>
                  <a:lnTo>
                    <a:pt x="1612928" y="1329215"/>
                  </a:lnTo>
                  <a:lnTo>
                    <a:pt x="1610074" y="1302166"/>
                  </a:lnTo>
                  <a:lnTo>
                    <a:pt x="1565042" y="1302166"/>
                  </a:lnTo>
                  <a:close/>
                  <a:moveTo>
                    <a:pt x="1503521" y="1301848"/>
                  </a:moveTo>
                  <a:lnTo>
                    <a:pt x="1505106" y="1328578"/>
                  </a:lnTo>
                  <a:lnTo>
                    <a:pt x="1550772" y="1328897"/>
                  </a:lnTo>
                  <a:lnTo>
                    <a:pt x="1548552" y="1302166"/>
                  </a:lnTo>
                  <a:lnTo>
                    <a:pt x="1503521" y="1301848"/>
                  </a:lnTo>
                  <a:close/>
                  <a:moveTo>
                    <a:pt x="1441999" y="1301848"/>
                  </a:moveTo>
                  <a:lnTo>
                    <a:pt x="1442633" y="1328260"/>
                  </a:lnTo>
                  <a:lnTo>
                    <a:pt x="1487982" y="1328578"/>
                  </a:lnTo>
                  <a:lnTo>
                    <a:pt x="1486713" y="1301848"/>
                  </a:lnTo>
                  <a:lnTo>
                    <a:pt x="1441999" y="1301848"/>
                  </a:lnTo>
                  <a:close/>
                  <a:moveTo>
                    <a:pt x="1380477" y="1301530"/>
                  </a:moveTo>
                  <a:lnTo>
                    <a:pt x="1380477" y="1328260"/>
                  </a:lnTo>
                  <a:lnTo>
                    <a:pt x="1425509" y="1328260"/>
                  </a:lnTo>
                  <a:lnTo>
                    <a:pt x="1425191" y="1301530"/>
                  </a:lnTo>
                  <a:lnTo>
                    <a:pt x="1380477" y="1301530"/>
                  </a:lnTo>
                  <a:close/>
                  <a:moveTo>
                    <a:pt x="1318638" y="1301212"/>
                  </a:moveTo>
                  <a:lnTo>
                    <a:pt x="1317687" y="1327942"/>
                  </a:lnTo>
                  <a:lnTo>
                    <a:pt x="1363353" y="1328260"/>
                  </a:lnTo>
                  <a:lnTo>
                    <a:pt x="1363670" y="1301530"/>
                  </a:lnTo>
                  <a:lnTo>
                    <a:pt x="1318638" y="1301212"/>
                  </a:lnTo>
                  <a:close/>
                  <a:moveTo>
                    <a:pt x="1257434" y="1301212"/>
                  </a:moveTo>
                  <a:lnTo>
                    <a:pt x="1255531" y="1327624"/>
                  </a:lnTo>
                  <a:lnTo>
                    <a:pt x="1300879" y="1327942"/>
                  </a:lnTo>
                  <a:lnTo>
                    <a:pt x="1301831" y="1301212"/>
                  </a:lnTo>
                  <a:lnTo>
                    <a:pt x="1257434" y="1301212"/>
                  </a:lnTo>
                  <a:close/>
                  <a:moveTo>
                    <a:pt x="1195595" y="1300894"/>
                  </a:moveTo>
                  <a:lnTo>
                    <a:pt x="1193058" y="1327306"/>
                  </a:lnTo>
                  <a:lnTo>
                    <a:pt x="1238406" y="1327624"/>
                  </a:lnTo>
                  <a:lnTo>
                    <a:pt x="1240626" y="1300894"/>
                  </a:lnTo>
                  <a:lnTo>
                    <a:pt x="1195595" y="1300894"/>
                  </a:lnTo>
                  <a:close/>
                  <a:moveTo>
                    <a:pt x="1134073" y="1300575"/>
                  </a:moveTo>
                  <a:lnTo>
                    <a:pt x="1130268" y="1327306"/>
                  </a:lnTo>
                  <a:lnTo>
                    <a:pt x="1175933" y="1327306"/>
                  </a:lnTo>
                  <a:lnTo>
                    <a:pt x="1178787" y="1300894"/>
                  </a:lnTo>
                  <a:lnTo>
                    <a:pt x="1134073" y="1300575"/>
                  </a:lnTo>
                  <a:close/>
                  <a:moveTo>
                    <a:pt x="1072551" y="1300575"/>
                  </a:moveTo>
                  <a:lnTo>
                    <a:pt x="1068112" y="1326987"/>
                  </a:lnTo>
                  <a:lnTo>
                    <a:pt x="1113460" y="1326987"/>
                  </a:lnTo>
                  <a:lnTo>
                    <a:pt x="1117266" y="1300575"/>
                  </a:lnTo>
                  <a:lnTo>
                    <a:pt x="1072551" y="1300575"/>
                  </a:lnTo>
                  <a:close/>
                  <a:moveTo>
                    <a:pt x="1010712" y="1300257"/>
                  </a:moveTo>
                  <a:lnTo>
                    <a:pt x="1005638" y="1326669"/>
                  </a:lnTo>
                  <a:lnTo>
                    <a:pt x="1050987" y="1326987"/>
                  </a:lnTo>
                  <a:lnTo>
                    <a:pt x="1055744" y="1300575"/>
                  </a:lnTo>
                  <a:lnTo>
                    <a:pt x="1010712" y="1300257"/>
                  </a:lnTo>
                  <a:close/>
                  <a:moveTo>
                    <a:pt x="742467" y="1299528"/>
                  </a:moveTo>
                  <a:lnTo>
                    <a:pt x="705978" y="1300480"/>
                  </a:lnTo>
                  <a:lnTo>
                    <a:pt x="670124" y="1302068"/>
                  </a:lnTo>
                  <a:lnTo>
                    <a:pt x="634587" y="1304290"/>
                  </a:lnTo>
                  <a:lnTo>
                    <a:pt x="600002" y="1307148"/>
                  </a:lnTo>
                  <a:lnTo>
                    <a:pt x="608886" y="1327150"/>
                  </a:lnTo>
                  <a:lnTo>
                    <a:pt x="618088" y="1346518"/>
                  </a:lnTo>
                  <a:lnTo>
                    <a:pt x="627607" y="1364298"/>
                  </a:lnTo>
                  <a:lnTo>
                    <a:pt x="632683" y="1373188"/>
                  </a:lnTo>
                  <a:lnTo>
                    <a:pt x="637760" y="1381126"/>
                  </a:lnTo>
                  <a:lnTo>
                    <a:pt x="642519" y="1389381"/>
                  </a:lnTo>
                  <a:lnTo>
                    <a:pt x="647596" y="1397001"/>
                  </a:lnTo>
                  <a:lnTo>
                    <a:pt x="652673" y="1404621"/>
                  </a:lnTo>
                  <a:lnTo>
                    <a:pt x="657750" y="1411288"/>
                  </a:lnTo>
                  <a:lnTo>
                    <a:pt x="662826" y="1417956"/>
                  </a:lnTo>
                  <a:lnTo>
                    <a:pt x="668220" y="1424623"/>
                  </a:lnTo>
                  <a:lnTo>
                    <a:pt x="673614" y="1430656"/>
                  </a:lnTo>
                  <a:lnTo>
                    <a:pt x="678691" y="1436688"/>
                  </a:lnTo>
                  <a:lnTo>
                    <a:pt x="686941" y="1444626"/>
                  </a:lnTo>
                  <a:lnTo>
                    <a:pt x="694873" y="1451928"/>
                  </a:lnTo>
                  <a:lnTo>
                    <a:pt x="703123" y="1458913"/>
                  </a:lnTo>
                  <a:lnTo>
                    <a:pt x="711055" y="1464628"/>
                  </a:lnTo>
                  <a:lnTo>
                    <a:pt x="718987" y="1469708"/>
                  </a:lnTo>
                  <a:lnTo>
                    <a:pt x="726920" y="1474153"/>
                  </a:lnTo>
                  <a:lnTo>
                    <a:pt x="734535" y="1477963"/>
                  </a:lnTo>
                  <a:lnTo>
                    <a:pt x="742467" y="1480821"/>
                  </a:lnTo>
                  <a:lnTo>
                    <a:pt x="742467" y="1299528"/>
                  </a:lnTo>
                  <a:close/>
                  <a:moveTo>
                    <a:pt x="1682695" y="1264935"/>
                  </a:moveTo>
                  <a:lnTo>
                    <a:pt x="1686818" y="1291665"/>
                  </a:lnTo>
                  <a:lnTo>
                    <a:pt x="1731215" y="1291665"/>
                  </a:lnTo>
                  <a:lnTo>
                    <a:pt x="1726775" y="1264935"/>
                  </a:lnTo>
                  <a:lnTo>
                    <a:pt x="1682695" y="1264935"/>
                  </a:lnTo>
                  <a:close/>
                  <a:moveTo>
                    <a:pt x="1622442" y="1264617"/>
                  </a:moveTo>
                  <a:lnTo>
                    <a:pt x="1625613" y="1291347"/>
                  </a:lnTo>
                  <a:lnTo>
                    <a:pt x="1670327" y="1291665"/>
                  </a:lnTo>
                  <a:lnTo>
                    <a:pt x="1666205" y="1264617"/>
                  </a:lnTo>
                  <a:lnTo>
                    <a:pt x="1622442" y="1264617"/>
                  </a:lnTo>
                  <a:close/>
                  <a:moveTo>
                    <a:pt x="1561871" y="1264617"/>
                  </a:moveTo>
                  <a:lnTo>
                    <a:pt x="1564091" y="1291347"/>
                  </a:lnTo>
                  <a:lnTo>
                    <a:pt x="1608805" y="1291347"/>
                  </a:lnTo>
                  <a:lnTo>
                    <a:pt x="1605951" y="1264617"/>
                  </a:lnTo>
                  <a:lnTo>
                    <a:pt x="1561871" y="1264617"/>
                  </a:lnTo>
                  <a:close/>
                  <a:moveTo>
                    <a:pt x="1501618" y="1264298"/>
                  </a:moveTo>
                  <a:lnTo>
                    <a:pt x="1502886" y="1291029"/>
                  </a:lnTo>
                  <a:lnTo>
                    <a:pt x="1547284" y="1291029"/>
                  </a:lnTo>
                  <a:lnTo>
                    <a:pt x="1545381" y="1264298"/>
                  </a:lnTo>
                  <a:lnTo>
                    <a:pt x="1501618" y="1264298"/>
                  </a:lnTo>
                  <a:close/>
                  <a:moveTo>
                    <a:pt x="1441048" y="1263980"/>
                  </a:moveTo>
                  <a:lnTo>
                    <a:pt x="1441682" y="1290711"/>
                  </a:lnTo>
                  <a:lnTo>
                    <a:pt x="1486396" y="1291029"/>
                  </a:lnTo>
                  <a:lnTo>
                    <a:pt x="1485128" y="1264298"/>
                  </a:lnTo>
                  <a:lnTo>
                    <a:pt x="1441048" y="1263980"/>
                  </a:lnTo>
                  <a:close/>
                  <a:moveTo>
                    <a:pt x="1380794" y="1263980"/>
                  </a:moveTo>
                  <a:lnTo>
                    <a:pt x="1380477" y="1290711"/>
                  </a:lnTo>
                  <a:lnTo>
                    <a:pt x="1424874" y="1290711"/>
                  </a:lnTo>
                  <a:lnTo>
                    <a:pt x="1424557" y="1263980"/>
                  </a:lnTo>
                  <a:lnTo>
                    <a:pt x="1380794" y="1263980"/>
                  </a:lnTo>
                  <a:close/>
                  <a:moveTo>
                    <a:pt x="1320224" y="1263662"/>
                  </a:moveTo>
                  <a:lnTo>
                    <a:pt x="1319273" y="1290392"/>
                  </a:lnTo>
                  <a:lnTo>
                    <a:pt x="1363670" y="1290711"/>
                  </a:lnTo>
                  <a:lnTo>
                    <a:pt x="1363987" y="1263980"/>
                  </a:lnTo>
                  <a:lnTo>
                    <a:pt x="1320224" y="1263662"/>
                  </a:lnTo>
                  <a:close/>
                  <a:moveTo>
                    <a:pt x="1259654" y="1263662"/>
                  </a:moveTo>
                  <a:lnTo>
                    <a:pt x="1258068" y="1290392"/>
                  </a:lnTo>
                  <a:lnTo>
                    <a:pt x="1302465" y="1290392"/>
                  </a:lnTo>
                  <a:lnTo>
                    <a:pt x="1303416" y="1263662"/>
                  </a:lnTo>
                  <a:lnTo>
                    <a:pt x="1259654" y="1263662"/>
                  </a:lnTo>
                  <a:close/>
                  <a:moveTo>
                    <a:pt x="1199083" y="1263344"/>
                  </a:moveTo>
                  <a:lnTo>
                    <a:pt x="1196546" y="1290074"/>
                  </a:lnTo>
                  <a:lnTo>
                    <a:pt x="1241260" y="1290392"/>
                  </a:lnTo>
                  <a:lnTo>
                    <a:pt x="1243163" y="1263662"/>
                  </a:lnTo>
                  <a:lnTo>
                    <a:pt x="1199083" y="1263344"/>
                  </a:lnTo>
                  <a:close/>
                  <a:moveTo>
                    <a:pt x="1138830" y="1263344"/>
                  </a:moveTo>
                  <a:lnTo>
                    <a:pt x="1135659" y="1289756"/>
                  </a:lnTo>
                  <a:lnTo>
                    <a:pt x="1180056" y="1290074"/>
                  </a:lnTo>
                  <a:lnTo>
                    <a:pt x="1182593" y="1263344"/>
                  </a:lnTo>
                  <a:lnTo>
                    <a:pt x="1138830" y="1263344"/>
                  </a:lnTo>
                  <a:close/>
                  <a:moveTo>
                    <a:pt x="1078259" y="1263026"/>
                  </a:moveTo>
                  <a:lnTo>
                    <a:pt x="1074137" y="1289756"/>
                  </a:lnTo>
                  <a:lnTo>
                    <a:pt x="1118851" y="1289756"/>
                  </a:lnTo>
                  <a:lnTo>
                    <a:pt x="1122339" y="1263344"/>
                  </a:lnTo>
                  <a:lnTo>
                    <a:pt x="1078259" y="1263026"/>
                  </a:lnTo>
                  <a:close/>
                  <a:moveTo>
                    <a:pt x="1018006" y="1263026"/>
                  </a:moveTo>
                  <a:lnTo>
                    <a:pt x="1012615" y="1289438"/>
                  </a:lnTo>
                  <a:lnTo>
                    <a:pt x="1057329" y="1289756"/>
                  </a:lnTo>
                  <a:lnTo>
                    <a:pt x="1061769" y="1263026"/>
                  </a:lnTo>
                  <a:lnTo>
                    <a:pt x="1018006" y="1263026"/>
                  </a:lnTo>
                  <a:close/>
                  <a:moveTo>
                    <a:pt x="1676987" y="1227067"/>
                  </a:moveTo>
                  <a:lnTo>
                    <a:pt x="1681109" y="1253797"/>
                  </a:lnTo>
                  <a:lnTo>
                    <a:pt x="1724872" y="1254115"/>
                  </a:lnTo>
                  <a:lnTo>
                    <a:pt x="1719798" y="1227067"/>
                  </a:lnTo>
                  <a:lnTo>
                    <a:pt x="1676987" y="1227067"/>
                  </a:lnTo>
                  <a:close/>
                  <a:moveTo>
                    <a:pt x="1618002" y="1227067"/>
                  </a:moveTo>
                  <a:lnTo>
                    <a:pt x="1621173" y="1253797"/>
                  </a:lnTo>
                  <a:lnTo>
                    <a:pt x="1664619" y="1253797"/>
                  </a:lnTo>
                  <a:lnTo>
                    <a:pt x="1660813" y="1227067"/>
                  </a:lnTo>
                  <a:lnTo>
                    <a:pt x="1618002" y="1227067"/>
                  </a:lnTo>
                  <a:close/>
                  <a:moveTo>
                    <a:pt x="1558383" y="1226431"/>
                  </a:moveTo>
                  <a:lnTo>
                    <a:pt x="1560920" y="1253479"/>
                  </a:lnTo>
                  <a:lnTo>
                    <a:pt x="1604683" y="1253797"/>
                  </a:lnTo>
                  <a:lnTo>
                    <a:pt x="1601512" y="1226431"/>
                  </a:lnTo>
                  <a:lnTo>
                    <a:pt x="1558383" y="1226431"/>
                  </a:lnTo>
                  <a:close/>
                  <a:moveTo>
                    <a:pt x="1499398" y="1226431"/>
                  </a:moveTo>
                  <a:lnTo>
                    <a:pt x="1500984" y="1253479"/>
                  </a:lnTo>
                  <a:lnTo>
                    <a:pt x="1544430" y="1253479"/>
                  </a:lnTo>
                  <a:lnTo>
                    <a:pt x="1542210" y="1226431"/>
                  </a:lnTo>
                  <a:lnTo>
                    <a:pt x="1499398" y="1226431"/>
                  </a:lnTo>
                  <a:close/>
                  <a:moveTo>
                    <a:pt x="1439779" y="1226112"/>
                  </a:moveTo>
                  <a:lnTo>
                    <a:pt x="1440730" y="1253161"/>
                  </a:lnTo>
                  <a:lnTo>
                    <a:pt x="1484493" y="1253479"/>
                  </a:lnTo>
                  <a:lnTo>
                    <a:pt x="1483225" y="1226431"/>
                  </a:lnTo>
                  <a:lnTo>
                    <a:pt x="1439779" y="1226112"/>
                  </a:lnTo>
                  <a:close/>
                  <a:moveTo>
                    <a:pt x="1380794" y="1226112"/>
                  </a:moveTo>
                  <a:lnTo>
                    <a:pt x="1380794" y="1253161"/>
                  </a:lnTo>
                  <a:lnTo>
                    <a:pt x="1424240" y="1253161"/>
                  </a:lnTo>
                  <a:lnTo>
                    <a:pt x="1423606" y="1226112"/>
                  </a:lnTo>
                  <a:lnTo>
                    <a:pt x="1380794" y="1226112"/>
                  </a:lnTo>
                  <a:close/>
                  <a:moveTo>
                    <a:pt x="1321492" y="1226112"/>
                  </a:moveTo>
                  <a:lnTo>
                    <a:pt x="1320541" y="1252843"/>
                  </a:lnTo>
                  <a:lnTo>
                    <a:pt x="1364304" y="1253161"/>
                  </a:lnTo>
                  <a:lnTo>
                    <a:pt x="1364621" y="1226112"/>
                  </a:lnTo>
                  <a:lnTo>
                    <a:pt x="1321492" y="1226112"/>
                  </a:lnTo>
                  <a:close/>
                  <a:moveTo>
                    <a:pt x="1262190" y="1225794"/>
                  </a:moveTo>
                  <a:lnTo>
                    <a:pt x="1260605" y="1252843"/>
                  </a:lnTo>
                  <a:lnTo>
                    <a:pt x="1304051" y="1252843"/>
                  </a:lnTo>
                  <a:lnTo>
                    <a:pt x="1305319" y="1225794"/>
                  </a:lnTo>
                  <a:lnTo>
                    <a:pt x="1262190" y="1225794"/>
                  </a:lnTo>
                  <a:close/>
                  <a:moveTo>
                    <a:pt x="1203206" y="1225794"/>
                  </a:moveTo>
                  <a:lnTo>
                    <a:pt x="1200352" y="1252524"/>
                  </a:lnTo>
                  <a:lnTo>
                    <a:pt x="1244115" y="1252843"/>
                  </a:lnTo>
                  <a:lnTo>
                    <a:pt x="1246017" y="1225794"/>
                  </a:lnTo>
                  <a:lnTo>
                    <a:pt x="1203206" y="1225794"/>
                  </a:lnTo>
                  <a:close/>
                  <a:moveTo>
                    <a:pt x="1143904" y="1225476"/>
                  </a:moveTo>
                  <a:lnTo>
                    <a:pt x="1140415" y="1252524"/>
                  </a:lnTo>
                  <a:lnTo>
                    <a:pt x="1183861" y="1252524"/>
                  </a:lnTo>
                  <a:lnTo>
                    <a:pt x="1187032" y="1225794"/>
                  </a:lnTo>
                  <a:lnTo>
                    <a:pt x="1143904" y="1225476"/>
                  </a:lnTo>
                  <a:close/>
                  <a:moveTo>
                    <a:pt x="1084602" y="1225476"/>
                  </a:moveTo>
                  <a:lnTo>
                    <a:pt x="1080162" y="1252206"/>
                  </a:lnTo>
                  <a:lnTo>
                    <a:pt x="1123925" y="1252524"/>
                  </a:lnTo>
                  <a:lnTo>
                    <a:pt x="1127731" y="1225476"/>
                  </a:lnTo>
                  <a:lnTo>
                    <a:pt x="1084602" y="1225476"/>
                  </a:lnTo>
                  <a:close/>
                  <a:moveTo>
                    <a:pt x="1025300" y="1225476"/>
                  </a:moveTo>
                  <a:lnTo>
                    <a:pt x="1020226" y="1252206"/>
                  </a:lnTo>
                  <a:lnTo>
                    <a:pt x="1063672" y="1252206"/>
                  </a:lnTo>
                  <a:lnTo>
                    <a:pt x="1068429" y="1225476"/>
                  </a:lnTo>
                  <a:lnTo>
                    <a:pt x="1025300" y="1225476"/>
                  </a:lnTo>
                  <a:close/>
                  <a:moveTo>
                    <a:pt x="1671279" y="1188881"/>
                  </a:moveTo>
                  <a:lnTo>
                    <a:pt x="1675401" y="1216248"/>
                  </a:lnTo>
                  <a:lnTo>
                    <a:pt x="1718213" y="1216248"/>
                  </a:lnTo>
                  <a:lnTo>
                    <a:pt x="1713456" y="1188881"/>
                  </a:lnTo>
                  <a:lnTo>
                    <a:pt x="1671279" y="1188881"/>
                  </a:lnTo>
                  <a:close/>
                  <a:moveTo>
                    <a:pt x="1613245" y="1188881"/>
                  </a:moveTo>
                  <a:lnTo>
                    <a:pt x="1616416" y="1215929"/>
                  </a:lnTo>
                  <a:lnTo>
                    <a:pt x="1659228" y="1216248"/>
                  </a:lnTo>
                  <a:lnTo>
                    <a:pt x="1655422" y="1188881"/>
                  </a:lnTo>
                  <a:lnTo>
                    <a:pt x="1613245" y="1188881"/>
                  </a:lnTo>
                  <a:close/>
                  <a:moveTo>
                    <a:pt x="1555212" y="1188881"/>
                  </a:moveTo>
                  <a:lnTo>
                    <a:pt x="1557432" y="1215929"/>
                  </a:lnTo>
                  <a:lnTo>
                    <a:pt x="1600560" y="1215929"/>
                  </a:lnTo>
                  <a:lnTo>
                    <a:pt x="1597389" y="1188881"/>
                  </a:lnTo>
                  <a:lnTo>
                    <a:pt x="1555212" y="1188881"/>
                  </a:lnTo>
                  <a:close/>
                  <a:moveTo>
                    <a:pt x="1497178" y="1188881"/>
                  </a:moveTo>
                  <a:lnTo>
                    <a:pt x="1498764" y="1215929"/>
                  </a:lnTo>
                  <a:lnTo>
                    <a:pt x="1541575" y="1215929"/>
                  </a:lnTo>
                  <a:lnTo>
                    <a:pt x="1539356" y="1188881"/>
                  </a:lnTo>
                  <a:lnTo>
                    <a:pt x="1497178" y="1188881"/>
                  </a:lnTo>
                  <a:close/>
                  <a:moveTo>
                    <a:pt x="1438828" y="1188563"/>
                  </a:moveTo>
                  <a:lnTo>
                    <a:pt x="1439779" y="1215611"/>
                  </a:lnTo>
                  <a:lnTo>
                    <a:pt x="1482591" y="1215929"/>
                  </a:lnTo>
                  <a:lnTo>
                    <a:pt x="1481322" y="1188563"/>
                  </a:lnTo>
                  <a:lnTo>
                    <a:pt x="1438828" y="1188563"/>
                  </a:lnTo>
                  <a:close/>
                  <a:moveTo>
                    <a:pt x="1381111" y="1188563"/>
                  </a:moveTo>
                  <a:lnTo>
                    <a:pt x="1380794" y="1215611"/>
                  </a:lnTo>
                  <a:lnTo>
                    <a:pt x="1423606" y="1215611"/>
                  </a:lnTo>
                  <a:lnTo>
                    <a:pt x="1422972" y="1188563"/>
                  </a:lnTo>
                  <a:lnTo>
                    <a:pt x="1381111" y="1188563"/>
                  </a:lnTo>
                  <a:close/>
                  <a:moveTo>
                    <a:pt x="1322761" y="1188563"/>
                  </a:moveTo>
                  <a:lnTo>
                    <a:pt x="1321810" y="1215611"/>
                  </a:lnTo>
                  <a:lnTo>
                    <a:pt x="1364621" y="1215611"/>
                  </a:lnTo>
                  <a:lnTo>
                    <a:pt x="1365255" y="1188563"/>
                  </a:lnTo>
                  <a:lnTo>
                    <a:pt x="1322761" y="1188563"/>
                  </a:lnTo>
                  <a:close/>
                  <a:moveTo>
                    <a:pt x="1264727" y="1188563"/>
                  </a:moveTo>
                  <a:lnTo>
                    <a:pt x="1263142" y="1215293"/>
                  </a:lnTo>
                  <a:lnTo>
                    <a:pt x="1305636" y="1215293"/>
                  </a:lnTo>
                  <a:lnTo>
                    <a:pt x="1307222" y="1188563"/>
                  </a:lnTo>
                  <a:lnTo>
                    <a:pt x="1264727" y="1188563"/>
                  </a:lnTo>
                  <a:close/>
                  <a:moveTo>
                    <a:pt x="1206694" y="1188244"/>
                  </a:moveTo>
                  <a:lnTo>
                    <a:pt x="1204157" y="1215293"/>
                  </a:lnTo>
                  <a:lnTo>
                    <a:pt x="1246969" y="1215293"/>
                  </a:lnTo>
                  <a:lnTo>
                    <a:pt x="1248871" y="1188563"/>
                  </a:lnTo>
                  <a:lnTo>
                    <a:pt x="1206694" y="1188244"/>
                  </a:lnTo>
                  <a:close/>
                  <a:moveTo>
                    <a:pt x="1148661" y="1188244"/>
                  </a:moveTo>
                  <a:lnTo>
                    <a:pt x="1145172" y="1215293"/>
                  </a:lnTo>
                  <a:lnTo>
                    <a:pt x="1188301" y="1215293"/>
                  </a:lnTo>
                  <a:lnTo>
                    <a:pt x="1190838" y="1188244"/>
                  </a:lnTo>
                  <a:lnTo>
                    <a:pt x="1148661" y="1188244"/>
                  </a:lnTo>
                  <a:close/>
                  <a:moveTo>
                    <a:pt x="1090627" y="1188244"/>
                  </a:moveTo>
                  <a:lnTo>
                    <a:pt x="1086505" y="1214975"/>
                  </a:lnTo>
                  <a:lnTo>
                    <a:pt x="1128999" y="1214975"/>
                  </a:lnTo>
                  <a:lnTo>
                    <a:pt x="1132805" y="1188244"/>
                  </a:lnTo>
                  <a:lnTo>
                    <a:pt x="1090627" y="1188244"/>
                  </a:lnTo>
                  <a:close/>
                  <a:moveTo>
                    <a:pt x="1032594" y="1187926"/>
                  </a:moveTo>
                  <a:lnTo>
                    <a:pt x="1027203" y="1214975"/>
                  </a:lnTo>
                  <a:lnTo>
                    <a:pt x="1070331" y="1214975"/>
                  </a:lnTo>
                  <a:lnTo>
                    <a:pt x="1074771" y="1188244"/>
                  </a:lnTo>
                  <a:lnTo>
                    <a:pt x="1032594" y="1187926"/>
                  </a:lnTo>
                  <a:close/>
                  <a:moveTo>
                    <a:pt x="1740728" y="1132875"/>
                  </a:moveTo>
                  <a:lnTo>
                    <a:pt x="1737874" y="1133193"/>
                  </a:lnTo>
                  <a:lnTo>
                    <a:pt x="1735337" y="1133829"/>
                  </a:lnTo>
                  <a:lnTo>
                    <a:pt x="1733117" y="1134784"/>
                  </a:lnTo>
                  <a:lnTo>
                    <a:pt x="1731532" y="1136057"/>
                  </a:lnTo>
                  <a:lnTo>
                    <a:pt x="1730263" y="1137648"/>
                  </a:lnTo>
                  <a:lnTo>
                    <a:pt x="1729312" y="1139875"/>
                  </a:lnTo>
                  <a:lnTo>
                    <a:pt x="1728995" y="1142103"/>
                  </a:lnTo>
                  <a:lnTo>
                    <a:pt x="1728995" y="1144330"/>
                  </a:lnTo>
                  <a:lnTo>
                    <a:pt x="1730263" y="1151649"/>
                  </a:lnTo>
                  <a:lnTo>
                    <a:pt x="1731215" y="1153877"/>
                  </a:lnTo>
                  <a:lnTo>
                    <a:pt x="1732166" y="1156104"/>
                  </a:lnTo>
                  <a:lnTo>
                    <a:pt x="1734069" y="1158332"/>
                  </a:lnTo>
                  <a:lnTo>
                    <a:pt x="1735971" y="1159923"/>
                  </a:lnTo>
                  <a:lnTo>
                    <a:pt x="1738508" y="1161514"/>
                  </a:lnTo>
                  <a:lnTo>
                    <a:pt x="1741045" y="1162469"/>
                  </a:lnTo>
                  <a:lnTo>
                    <a:pt x="1743582" y="1163105"/>
                  </a:lnTo>
                  <a:lnTo>
                    <a:pt x="1746437" y="1163423"/>
                  </a:lnTo>
                  <a:lnTo>
                    <a:pt x="1772123" y="1163423"/>
                  </a:lnTo>
                  <a:lnTo>
                    <a:pt x="1775295" y="1163105"/>
                  </a:lnTo>
                  <a:lnTo>
                    <a:pt x="1777832" y="1162469"/>
                  </a:lnTo>
                  <a:lnTo>
                    <a:pt x="1779734" y="1161514"/>
                  </a:lnTo>
                  <a:lnTo>
                    <a:pt x="1781637" y="1159923"/>
                  </a:lnTo>
                  <a:lnTo>
                    <a:pt x="1782906" y="1158332"/>
                  </a:lnTo>
                  <a:lnTo>
                    <a:pt x="1783857" y="1156104"/>
                  </a:lnTo>
                  <a:lnTo>
                    <a:pt x="1784174" y="1154195"/>
                  </a:lnTo>
                  <a:lnTo>
                    <a:pt x="1783857" y="1151968"/>
                  </a:lnTo>
                  <a:lnTo>
                    <a:pt x="1782271" y="1144330"/>
                  </a:lnTo>
                  <a:lnTo>
                    <a:pt x="1781637" y="1142103"/>
                  </a:lnTo>
                  <a:lnTo>
                    <a:pt x="1780369" y="1139875"/>
                  </a:lnTo>
                  <a:lnTo>
                    <a:pt x="1778783" y="1137648"/>
                  </a:lnTo>
                  <a:lnTo>
                    <a:pt x="1776563" y="1136057"/>
                  </a:lnTo>
                  <a:lnTo>
                    <a:pt x="1774343" y="1134784"/>
                  </a:lnTo>
                  <a:lnTo>
                    <a:pt x="1771489" y="1133829"/>
                  </a:lnTo>
                  <a:lnTo>
                    <a:pt x="1768635" y="1133193"/>
                  </a:lnTo>
                  <a:lnTo>
                    <a:pt x="1766098" y="1132875"/>
                  </a:lnTo>
                  <a:lnTo>
                    <a:pt x="1740728" y="1132875"/>
                  </a:lnTo>
                  <a:close/>
                  <a:moveTo>
                    <a:pt x="1664619" y="1132875"/>
                  </a:moveTo>
                  <a:lnTo>
                    <a:pt x="1661765" y="1133193"/>
                  </a:lnTo>
                  <a:lnTo>
                    <a:pt x="1659545" y="1133829"/>
                  </a:lnTo>
                  <a:lnTo>
                    <a:pt x="1657325" y="1134784"/>
                  </a:lnTo>
                  <a:lnTo>
                    <a:pt x="1655422" y="1136057"/>
                  </a:lnTo>
                  <a:lnTo>
                    <a:pt x="1654154" y="1137648"/>
                  </a:lnTo>
                  <a:lnTo>
                    <a:pt x="1653203" y="1139875"/>
                  </a:lnTo>
                  <a:lnTo>
                    <a:pt x="1652568" y="1142103"/>
                  </a:lnTo>
                  <a:lnTo>
                    <a:pt x="1652568" y="1144330"/>
                  </a:lnTo>
                  <a:lnTo>
                    <a:pt x="1653837" y="1151649"/>
                  </a:lnTo>
                  <a:lnTo>
                    <a:pt x="1654471" y="1153877"/>
                  </a:lnTo>
                  <a:lnTo>
                    <a:pt x="1655422" y="1156104"/>
                  </a:lnTo>
                  <a:lnTo>
                    <a:pt x="1657008" y="1158332"/>
                  </a:lnTo>
                  <a:lnTo>
                    <a:pt x="1658911" y="1159923"/>
                  </a:lnTo>
                  <a:lnTo>
                    <a:pt x="1661131" y="1161196"/>
                  </a:lnTo>
                  <a:lnTo>
                    <a:pt x="1663668" y="1162469"/>
                  </a:lnTo>
                  <a:lnTo>
                    <a:pt x="1666205" y="1163105"/>
                  </a:lnTo>
                  <a:lnTo>
                    <a:pt x="1669376" y="1163105"/>
                  </a:lnTo>
                  <a:lnTo>
                    <a:pt x="1695063" y="1163423"/>
                  </a:lnTo>
                  <a:lnTo>
                    <a:pt x="1697917" y="1163105"/>
                  </a:lnTo>
                  <a:lnTo>
                    <a:pt x="1700137" y="1162469"/>
                  </a:lnTo>
                  <a:lnTo>
                    <a:pt x="1702357" y="1161514"/>
                  </a:lnTo>
                  <a:lnTo>
                    <a:pt x="1704576" y="1159923"/>
                  </a:lnTo>
                  <a:lnTo>
                    <a:pt x="1705845" y="1158332"/>
                  </a:lnTo>
                  <a:lnTo>
                    <a:pt x="1706796" y="1156104"/>
                  </a:lnTo>
                  <a:lnTo>
                    <a:pt x="1707430" y="1153877"/>
                  </a:lnTo>
                  <a:lnTo>
                    <a:pt x="1707113" y="1151649"/>
                  </a:lnTo>
                  <a:lnTo>
                    <a:pt x="1705845" y="1144330"/>
                  </a:lnTo>
                  <a:lnTo>
                    <a:pt x="1705211" y="1142103"/>
                  </a:lnTo>
                  <a:lnTo>
                    <a:pt x="1704259" y="1139875"/>
                  </a:lnTo>
                  <a:lnTo>
                    <a:pt x="1702357" y="1137648"/>
                  </a:lnTo>
                  <a:lnTo>
                    <a:pt x="1700137" y="1136057"/>
                  </a:lnTo>
                  <a:lnTo>
                    <a:pt x="1697917" y="1134784"/>
                  </a:lnTo>
                  <a:lnTo>
                    <a:pt x="1695697" y="1133829"/>
                  </a:lnTo>
                  <a:lnTo>
                    <a:pt x="1692843" y="1133193"/>
                  </a:lnTo>
                  <a:lnTo>
                    <a:pt x="1689989" y="1132875"/>
                  </a:lnTo>
                  <a:lnTo>
                    <a:pt x="1664619" y="1132875"/>
                  </a:lnTo>
                  <a:close/>
                  <a:moveTo>
                    <a:pt x="1586924" y="1132875"/>
                  </a:moveTo>
                  <a:lnTo>
                    <a:pt x="1584704" y="1133511"/>
                  </a:lnTo>
                  <a:lnTo>
                    <a:pt x="1582167" y="1134784"/>
                  </a:lnTo>
                  <a:lnTo>
                    <a:pt x="1580264" y="1136057"/>
                  </a:lnTo>
                  <a:lnTo>
                    <a:pt x="1578679" y="1137648"/>
                  </a:lnTo>
                  <a:lnTo>
                    <a:pt x="1577727" y="1139875"/>
                  </a:lnTo>
                  <a:lnTo>
                    <a:pt x="1577093" y="1142103"/>
                  </a:lnTo>
                  <a:lnTo>
                    <a:pt x="1577093" y="1144330"/>
                  </a:lnTo>
                  <a:lnTo>
                    <a:pt x="1578044" y="1151649"/>
                  </a:lnTo>
                  <a:lnTo>
                    <a:pt x="1578362" y="1153877"/>
                  </a:lnTo>
                  <a:lnTo>
                    <a:pt x="1579313" y="1156104"/>
                  </a:lnTo>
                  <a:lnTo>
                    <a:pt x="1580899" y="1158332"/>
                  </a:lnTo>
                  <a:lnTo>
                    <a:pt x="1583118" y="1159923"/>
                  </a:lnTo>
                  <a:lnTo>
                    <a:pt x="1585338" y="1161196"/>
                  </a:lnTo>
                  <a:lnTo>
                    <a:pt x="1587558" y="1162151"/>
                  </a:lnTo>
                  <a:lnTo>
                    <a:pt x="1590412" y="1162787"/>
                  </a:lnTo>
                  <a:lnTo>
                    <a:pt x="1593266" y="1163105"/>
                  </a:lnTo>
                  <a:lnTo>
                    <a:pt x="1618953" y="1163105"/>
                  </a:lnTo>
                  <a:lnTo>
                    <a:pt x="1621807" y="1163105"/>
                  </a:lnTo>
                  <a:lnTo>
                    <a:pt x="1624344" y="1162469"/>
                  </a:lnTo>
                  <a:lnTo>
                    <a:pt x="1626564" y="1161196"/>
                  </a:lnTo>
                  <a:lnTo>
                    <a:pt x="1628467" y="1159923"/>
                  </a:lnTo>
                  <a:lnTo>
                    <a:pt x="1629735" y="1158332"/>
                  </a:lnTo>
                  <a:lnTo>
                    <a:pt x="1631004" y="1156104"/>
                  </a:lnTo>
                  <a:lnTo>
                    <a:pt x="1631321" y="1153877"/>
                  </a:lnTo>
                  <a:lnTo>
                    <a:pt x="1631321" y="1151649"/>
                  </a:lnTo>
                  <a:lnTo>
                    <a:pt x="1630370" y="1144330"/>
                  </a:lnTo>
                  <a:lnTo>
                    <a:pt x="1629735" y="1142103"/>
                  </a:lnTo>
                  <a:lnTo>
                    <a:pt x="1628784" y="1139875"/>
                  </a:lnTo>
                  <a:lnTo>
                    <a:pt x="1627198" y="1137648"/>
                  </a:lnTo>
                  <a:lnTo>
                    <a:pt x="1625296" y="1136057"/>
                  </a:lnTo>
                  <a:lnTo>
                    <a:pt x="1623076" y="1134784"/>
                  </a:lnTo>
                  <a:lnTo>
                    <a:pt x="1620856" y="1133829"/>
                  </a:lnTo>
                  <a:lnTo>
                    <a:pt x="1618002" y="1132875"/>
                  </a:lnTo>
                  <a:lnTo>
                    <a:pt x="1615148" y="1132875"/>
                  </a:lnTo>
                  <a:lnTo>
                    <a:pt x="1589778" y="1132875"/>
                  </a:lnTo>
                  <a:lnTo>
                    <a:pt x="1586924" y="1132875"/>
                  </a:lnTo>
                  <a:close/>
                  <a:moveTo>
                    <a:pt x="1510815" y="1132875"/>
                  </a:moveTo>
                  <a:lnTo>
                    <a:pt x="1508278" y="1133511"/>
                  </a:lnTo>
                  <a:lnTo>
                    <a:pt x="1506058" y="1134784"/>
                  </a:lnTo>
                  <a:lnTo>
                    <a:pt x="1504155" y="1136057"/>
                  </a:lnTo>
                  <a:lnTo>
                    <a:pt x="1502569" y="1137648"/>
                  </a:lnTo>
                  <a:lnTo>
                    <a:pt x="1501618" y="1139875"/>
                  </a:lnTo>
                  <a:lnTo>
                    <a:pt x="1500984" y="1142103"/>
                  </a:lnTo>
                  <a:lnTo>
                    <a:pt x="1500667" y="1144330"/>
                  </a:lnTo>
                  <a:lnTo>
                    <a:pt x="1501301" y="1151649"/>
                  </a:lnTo>
                  <a:lnTo>
                    <a:pt x="1501618" y="1153877"/>
                  </a:lnTo>
                  <a:lnTo>
                    <a:pt x="1502569" y="1156104"/>
                  </a:lnTo>
                  <a:lnTo>
                    <a:pt x="1503838" y="1158332"/>
                  </a:lnTo>
                  <a:lnTo>
                    <a:pt x="1505741" y="1159923"/>
                  </a:lnTo>
                  <a:lnTo>
                    <a:pt x="1507960" y="1161196"/>
                  </a:lnTo>
                  <a:lnTo>
                    <a:pt x="1510180" y="1162151"/>
                  </a:lnTo>
                  <a:lnTo>
                    <a:pt x="1512717" y="1162787"/>
                  </a:lnTo>
                  <a:lnTo>
                    <a:pt x="1515888" y="1163105"/>
                  </a:lnTo>
                  <a:lnTo>
                    <a:pt x="1541575" y="1163105"/>
                  </a:lnTo>
                  <a:lnTo>
                    <a:pt x="1544430" y="1162787"/>
                  </a:lnTo>
                  <a:lnTo>
                    <a:pt x="1546966" y="1162151"/>
                  </a:lnTo>
                  <a:lnTo>
                    <a:pt x="1549503" y="1161196"/>
                  </a:lnTo>
                  <a:lnTo>
                    <a:pt x="1551406" y="1159923"/>
                  </a:lnTo>
                  <a:lnTo>
                    <a:pt x="1552992" y="1158332"/>
                  </a:lnTo>
                  <a:lnTo>
                    <a:pt x="1553943" y="1156104"/>
                  </a:lnTo>
                  <a:lnTo>
                    <a:pt x="1554577" y="1153877"/>
                  </a:lnTo>
                  <a:lnTo>
                    <a:pt x="1554577" y="1151649"/>
                  </a:lnTo>
                  <a:lnTo>
                    <a:pt x="1553943" y="1144330"/>
                  </a:lnTo>
                  <a:lnTo>
                    <a:pt x="1553626" y="1142103"/>
                  </a:lnTo>
                  <a:lnTo>
                    <a:pt x="1552675" y="1139875"/>
                  </a:lnTo>
                  <a:lnTo>
                    <a:pt x="1551089" y="1137648"/>
                  </a:lnTo>
                  <a:lnTo>
                    <a:pt x="1549186" y="1136057"/>
                  </a:lnTo>
                  <a:lnTo>
                    <a:pt x="1546966" y="1134784"/>
                  </a:lnTo>
                  <a:lnTo>
                    <a:pt x="1544430" y="1133511"/>
                  </a:lnTo>
                  <a:lnTo>
                    <a:pt x="1541893" y="1132875"/>
                  </a:lnTo>
                  <a:lnTo>
                    <a:pt x="1539038" y="1132875"/>
                  </a:lnTo>
                  <a:lnTo>
                    <a:pt x="1513986" y="1132875"/>
                  </a:lnTo>
                  <a:lnTo>
                    <a:pt x="1510815" y="1132875"/>
                  </a:lnTo>
                  <a:close/>
                  <a:moveTo>
                    <a:pt x="981854" y="1117600"/>
                  </a:moveTo>
                  <a:lnTo>
                    <a:pt x="1765464" y="1117600"/>
                  </a:lnTo>
                  <a:lnTo>
                    <a:pt x="1769904" y="1117918"/>
                  </a:lnTo>
                  <a:lnTo>
                    <a:pt x="1774978" y="1118236"/>
                  </a:lnTo>
                  <a:lnTo>
                    <a:pt x="1779417" y="1119191"/>
                  </a:lnTo>
                  <a:lnTo>
                    <a:pt x="1783857" y="1120464"/>
                  </a:lnTo>
                  <a:lnTo>
                    <a:pt x="1787980" y="1122373"/>
                  </a:lnTo>
                  <a:lnTo>
                    <a:pt x="1792736" y="1124283"/>
                  </a:lnTo>
                  <a:lnTo>
                    <a:pt x="1796542" y="1126510"/>
                  </a:lnTo>
                  <a:lnTo>
                    <a:pt x="1800347" y="1129056"/>
                  </a:lnTo>
                  <a:lnTo>
                    <a:pt x="1803836" y="1131602"/>
                  </a:lnTo>
                  <a:lnTo>
                    <a:pt x="1807007" y="1134466"/>
                  </a:lnTo>
                  <a:lnTo>
                    <a:pt x="1810495" y="1137648"/>
                  </a:lnTo>
                  <a:lnTo>
                    <a:pt x="1813032" y="1141148"/>
                  </a:lnTo>
                  <a:lnTo>
                    <a:pt x="1815252" y="1144649"/>
                  </a:lnTo>
                  <a:lnTo>
                    <a:pt x="1817155" y="1148149"/>
                  </a:lnTo>
                  <a:lnTo>
                    <a:pt x="1818740" y="1151649"/>
                  </a:lnTo>
                  <a:lnTo>
                    <a:pt x="1820009" y="1155468"/>
                  </a:lnTo>
                  <a:lnTo>
                    <a:pt x="1903095" y="1502007"/>
                  </a:lnTo>
                  <a:lnTo>
                    <a:pt x="1903412" y="1506144"/>
                  </a:lnTo>
                  <a:lnTo>
                    <a:pt x="1903412" y="1509963"/>
                  </a:lnTo>
                  <a:lnTo>
                    <a:pt x="1903095" y="1513463"/>
                  </a:lnTo>
                  <a:lnTo>
                    <a:pt x="1901827" y="1516963"/>
                  </a:lnTo>
                  <a:lnTo>
                    <a:pt x="1900241" y="1520146"/>
                  </a:lnTo>
                  <a:lnTo>
                    <a:pt x="1898338" y="1523646"/>
                  </a:lnTo>
                  <a:lnTo>
                    <a:pt x="1895801" y="1526510"/>
                  </a:lnTo>
                  <a:lnTo>
                    <a:pt x="1892313" y="1529056"/>
                  </a:lnTo>
                  <a:lnTo>
                    <a:pt x="1889142" y="1531283"/>
                  </a:lnTo>
                  <a:lnTo>
                    <a:pt x="1885336" y="1533511"/>
                  </a:lnTo>
                  <a:lnTo>
                    <a:pt x="1881214" y="1535420"/>
                  </a:lnTo>
                  <a:lnTo>
                    <a:pt x="1876774" y="1537011"/>
                  </a:lnTo>
                  <a:lnTo>
                    <a:pt x="1871700" y="1538284"/>
                  </a:lnTo>
                  <a:lnTo>
                    <a:pt x="1866626" y="1538920"/>
                  </a:lnTo>
                  <a:lnTo>
                    <a:pt x="1861235" y="1539557"/>
                  </a:lnTo>
                  <a:lnTo>
                    <a:pt x="1855210" y="1539875"/>
                  </a:lnTo>
                  <a:lnTo>
                    <a:pt x="884498" y="1539875"/>
                  </a:lnTo>
                  <a:lnTo>
                    <a:pt x="878789" y="1539557"/>
                  </a:lnTo>
                  <a:lnTo>
                    <a:pt x="873081" y="1538920"/>
                  </a:lnTo>
                  <a:lnTo>
                    <a:pt x="868007" y="1537966"/>
                  </a:lnTo>
                  <a:lnTo>
                    <a:pt x="863250" y="1536693"/>
                  </a:lnTo>
                  <a:lnTo>
                    <a:pt x="858811" y="1535102"/>
                  </a:lnTo>
                  <a:lnTo>
                    <a:pt x="854371" y="1533193"/>
                  </a:lnTo>
                  <a:lnTo>
                    <a:pt x="850566" y="1531283"/>
                  </a:lnTo>
                  <a:lnTo>
                    <a:pt x="847394" y="1528737"/>
                  </a:lnTo>
                  <a:lnTo>
                    <a:pt x="844223" y="1526192"/>
                  </a:lnTo>
                  <a:lnTo>
                    <a:pt x="842003" y="1523010"/>
                  </a:lnTo>
                  <a:lnTo>
                    <a:pt x="839466" y="1519827"/>
                  </a:lnTo>
                  <a:lnTo>
                    <a:pt x="837881" y="1516645"/>
                  </a:lnTo>
                  <a:lnTo>
                    <a:pt x="836929" y="1513463"/>
                  </a:lnTo>
                  <a:lnTo>
                    <a:pt x="836612" y="1509963"/>
                  </a:lnTo>
                  <a:lnTo>
                    <a:pt x="836612" y="1506144"/>
                  </a:lnTo>
                  <a:lnTo>
                    <a:pt x="837246" y="1502007"/>
                  </a:lnTo>
                  <a:lnTo>
                    <a:pt x="926675" y="1154832"/>
                  </a:lnTo>
                  <a:lnTo>
                    <a:pt x="927943" y="1151331"/>
                  </a:lnTo>
                  <a:lnTo>
                    <a:pt x="929529" y="1147513"/>
                  </a:lnTo>
                  <a:lnTo>
                    <a:pt x="931432" y="1144012"/>
                  </a:lnTo>
                  <a:lnTo>
                    <a:pt x="933969" y="1140830"/>
                  </a:lnTo>
                  <a:lnTo>
                    <a:pt x="936823" y="1137011"/>
                  </a:lnTo>
                  <a:lnTo>
                    <a:pt x="939677" y="1134147"/>
                  </a:lnTo>
                  <a:lnTo>
                    <a:pt x="943165" y="1131283"/>
                  </a:lnTo>
                  <a:lnTo>
                    <a:pt x="946971" y="1128738"/>
                  </a:lnTo>
                  <a:lnTo>
                    <a:pt x="950776" y="1126192"/>
                  </a:lnTo>
                  <a:lnTo>
                    <a:pt x="954582" y="1124283"/>
                  </a:lnTo>
                  <a:lnTo>
                    <a:pt x="959021" y="1122373"/>
                  </a:lnTo>
                  <a:lnTo>
                    <a:pt x="963461" y="1120464"/>
                  </a:lnTo>
                  <a:lnTo>
                    <a:pt x="967901" y="1119191"/>
                  </a:lnTo>
                  <a:lnTo>
                    <a:pt x="972341" y="1118236"/>
                  </a:lnTo>
                  <a:lnTo>
                    <a:pt x="977097" y="1117918"/>
                  </a:lnTo>
                  <a:lnTo>
                    <a:pt x="981854" y="1117600"/>
                  </a:lnTo>
                  <a:close/>
                  <a:moveTo>
                    <a:pt x="268430" y="1104583"/>
                  </a:moveTo>
                  <a:lnTo>
                    <a:pt x="254469" y="1109980"/>
                  </a:lnTo>
                  <a:lnTo>
                    <a:pt x="240826" y="1115695"/>
                  </a:lnTo>
                  <a:lnTo>
                    <a:pt x="227500" y="1121410"/>
                  </a:lnTo>
                  <a:lnTo>
                    <a:pt x="214808" y="1127443"/>
                  </a:lnTo>
                  <a:lnTo>
                    <a:pt x="202433" y="1133158"/>
                  </a:lnTo>
                  <a:lnTo>
                    <a:pt x="190693" y="1139190"/>
                  </a:lnTo>
                  <a:lnTo>
                    <a:pt x="178954" y="1145858"/>
                  </a:lnTo>
                  <a:lnTo>
                    <a:pt x="168483" y="1151890"/>
                  </a:lnTo>
                  <a:lnTo>
                    <a:pt x="178954" y="1168718"/>
                  </a:lnTo>
                  <a:lnTo>
                    <a:pt x="190376" y="1185228"/>
                  </a:lnTo>
                  <a:lnTo>
                    <a:pt x="202433" y="1201420"/>
                  </a:lnTo>
                  <a:lnTo>
                    <a:pt x="214490" y="1217295"/>
                  </a:lnTo>
                  <a:lnTo>
                    <a:pt x="227182" y="1232535"/>
                  </a:lnTo>
                  <a:lnTo>
                    <a:pt x="240191" y="1247775"/>
                  </a:lnTo>
                  <a:lnTo>
                    <a:pt x="253835" y="1262380"/>
                  </a:lnTo>
                  <a:lnTo>
                    <a:pt x="267479" y="1276668"/>
                  </a:lnTo>
                  <a:lnTo>
                    <a:pt x="283026" y="1291590"/>
                  </a:lnTo>
                  <a:lnTo>
                    <a:pt x="299208" y="1306195"/>
                  </a:lnTo>
                  <a:lnTo>
                    <a:pt x="313486" y="1301750"/>
                  </a:lnTo>
                  <a:lnTo>
                    <a:pt x="327764" y="1297623"/>
                  </a:lnTo>
                  <a:lnTo>
                    <a:pt x="357590" y="1289368"/>
                  </a:lnTo>
                  <a:lnTo>
                    <a:pt x="350609" y="1278890"/>
                  </a:lnTo>
                  <a:lnTo>
                    <a:pt x="344264" y="1268413"/>
                  </a:lnTo>
                  <a:lnTo>
                    <a:pt x="337600" y="1257618"/>
                  </a:lnTo>
                  <a:lnTo>
                    <a:pt x="331572" y="1246823"/>
                  </a:lnTo>
                  <a:lnTo>
                    <a:pt x="325543" y="1235710"/>
                  </a:lnTo>
                  <a:lnTo>
                    <a:pt x="319515" y="1224280"/>
                  </a:lnTo>
                  <a:lnTo>
                    <a:pt x="313803" y="1213168"/>
                  </a:lnTo>
                  <a:lnTo>
                    <a:pt x="308409" y="1201738"/>
                  </a:lnTo>
                  <a:lnTo>
                    <a:pt x="302381" y="1189990"/>
                  </a:lnTo>
                  <a:lnTo>
                    <a:pt x="297304" y="1178243"/>
                  </a:lnTo>
                  <a:lnTo>
                    <a:pt x="287151" y="1154113"/>
                  </a:lnTo>
                  <a:lnTo>
                    <a:pt x="277315" y="1129665"/>
                  </a:lnTo>
                  <a:lnTo>
                    <a:pt x="268430" y="1104583"/>
                  </a:lnTo>
                  <a:close/>
                  <a:moveTo>
                    <a:pt x="469277" y="1050290"/>
                  </a:moveTo>
                  <a:lnTo>
                    <a:pt x="441990" y="1055688"/>
                  </a:lnTo>
                  <a:lnTo>
                    <a:pt x="415337" y="1061403"/>
                  </a:lnTo>
                  <a:lnTo>
                    <a:pt x="389319" y="1067118"/>
                  </a:lnTo>
                  <a:lnTo>
                    <a:pt x="364253" y="1073785"/>
                  </a:lnTo>
                  <a:lnTo>
                    <a:pt x="343946" y="1079500"/>
                  </a:lnTo>
                  <a:lnTo>
                    <a:pt x="324274" y="1085215"/>
                  </a:lnTo>
                  <a:lnTo>
                    <a:pt x="328716" y="1098550"/>
                  </a:lnTo>
                  <a:lnTo>
                    <a:pt x="333476" y="1111568"/>
                  </a:lnTo>
                  <a:lnTo>
                    <a:pt x="338235" y="1124585"/>
                  </a:lnTo>
                  <a:lnTo>
                    <a:pt x="343629" y="1136968"/>
                  </a:lnTo>
                  <a:lnTo>
                    <a:pt x="349023" y="1149668"/>
                  </a:lnTo>
                  <a:lnTo>
                    <a:pt x="354417" y="1162050"/>
                  </a:lnTo>
                  <a:lnTo>
                    <a:pt x="360446" y="1174115"/>
                  </a:lnTo>
                  <a:lnTo>
                    <a:pt x="366157" y="1186180"/>
                  </a:lnTo>
                  <a:lnTo>
                    <a:pt x="371868" y="1197928"/>
                  </a:lnTo>
                  <a:lnTo>
                    <a:pt x="378531" y="1209358"/>
                  </a:lnTo>
                  <a:lnTo>
                    <a:pt x="384560" y="1220788"/>
                  </a:lnTo>
                  <a:lnTo>
                    <a:pt x="391223" y="1232218"/>
                  </a:lnTo>
                  <a:lnTo>
                    <a:pt x="397886" y="1243013"/>
                  </a:lnTo>
                  <a:lnTo>
                    <a:pt x="404549" y="1254125"/>
                  </a:lnTo>
                  <a:lnTo>
                    <a:pt x="411530" y="1264603"/>
                  </a:lnTo>
                  <a:lnTo>
                    <a:pt x="418510" y="1275080"/>
                  </a:lnTo>
                  <a:lnTo>
                    <a:pt x="442942" y="1270318"/>
                  </a:lnTo>
                  <a:lnTo>
                    <a:pt x="467373" y="1265873"/>
                  </a:lnTo>
                  <a:lnTo>
                    <a:pt x="492440" y="1261428"/>
                  </a:lnTo>
                  <a:lnTo>
                    <a:pt x="518140" y="1257618"/>
                  </a:lnTo>
                  <a:lnTo>
                    <a:pt x="510525" y="1234123"/>
                  </a:lnTo>
                  <a:lnTo>
                    <a:pt x="503545" y="1209993"/>
                  </a:lnTo>
                  <a:lnTo>
                    <a:pt x="496882" y="1184910"/>
                  </a:lnTo>
                  <a:lnTo>
                    <a:pt x="490219" y="1159193"/>
                  </a:lnTo>
                  <a:lnTo>
                    <a:pt x="484507" y="1132840"/>
                  </a:lnTo>
                  <a:lnTo>
                    <a:pt x="479113" y="1106170"/>
                  </a:lnTo>
                  <a:lnTo>
                    <a:pt x="473719" y="1078548"/>
                  </a:lnTo>
                  <a:lnTo>
                    <a:pt x="469277" y="1050290"/>
                  </a:lnTo>
                  <a:close/>
                  <a:moveTo>
                    <a:pt x="742467" y="1024890"/>
                  </a:moveTo>
                  <a:lnTo>
                    <a:pt x="714228" y="1025525"/>
                  </a:lnTo>
                  <a:lnTo>
                    <a:pt x="686623" y="1026478"/>
                  </a:lnTo>
                  <a:lnTo>
                    <a:pt x="659019" y="1028065"/>
                  </a:lnTo>
                  <a:lnTo>
                    <a:pt x="631731" y="1029653"/>
                  </a:lnTo>
                  <a:lnTo>
                    <a:pt x="605396" y="1031875"/>
                  </a:lnTo>
                  <a:lnTo>
                    <a:pt x="578743" y="1034733"/>
                  </a:lnTo>
                  <a:lnTo>
                    <a:pt x="553043" y="1037908"/>
                  </a:lnTo>
                  <a:lnTo>
                    <a:pt x="527025" y="1041083"/>
                  </a:lnTo>
                  <a:lnTo>
                    <a:pt x="530515" y="1059498"/>
                  </a:lnTo>
                  <a:lnTo>
                    <a:pt x="533688" y="1077595"/>
                  </a:lnTo>
                  <a:lnTo>
                    <a:pt x="536861" y="1095375"/>
                  </a:lnTo>
                  <a:lnTo>
                    <a:pt x="540351" y="1112838"/>
                  </a:lnTo>
                  <a:lnTo>
                    <a:pt x="543841" y="1130300"/>
                  </a:lnTo>
                  <a:lnTo>
                    <a:pt x="547966" y="1147128"/>
                  </a:lnTo>
                  <a:lnTo>
                    <a:pt x="552091" y="1163638"/>
                  </a:lnTo>
                  <a:lnTo>
                    <a:pt x="556216" y="1180148"/>
                  </a:lnTo>
                  <a:lnTo>
                    <a:pt x="561292" y="1198245"/>
                  </a:lnTo>
                  <a:lnTo>
                    <a:pt x="566686" y="1216025"/>
                  </a:lnTo>
                  <a:lnTo>
                    <a:pt x="572080" y="1233488"/>
                  </a:lnTo>
                  <a:lnTo>
                    <a:pt x="577792" y="1250315"/>
                  </a:lnTo>
                  <a:lnTo>
                    <a:pt x="597464" y="1248410"/>
                  </a:lnTo>
                  <a:lnTo>
                    <a:pt x="617771" y="1246823"/>
                  </a:lnTo>
                  <a:lnTo>
                    <a:pt x="638077" y="1245235"/>
                  </a:lnTo>
                  <a:lnTo>
                    <a:pt x="658701" y="1243648"/>
                  </a:lnTo>
                  <a:lnTo>
                    <a:pt x="679326" y="1242378"/>
                  </a:lnTo>
                  <a:lnTo>
                    <a:pt x="699950" y="1241425"/>
                  </a:lnTo>
                  <a:lnTo>
                    <a:pt x="721208" y="1240790"/>
                  </a:lnTo>
                  <a:lnTo>
                    <a:pt x="742467" y="1240473"/>
                  </a:lnTo>
                  <a:lnTo>
                    <a:pt x="742467" y="1024890"/>
                  </a:lnTo>
                  <a:close/>
                  <a:moveTo>
                    <a:pt x="507035" y="801688"/>
                  </a:moveTo>
                  <a:lnTo>
                    <a:pt x="507670" y="824865"/>
                  </a:lnTo>
                  <a:lnTo>
                    <a:pt x="508622" y="848360"/>
                  </a:lnTo>
                  <a:lnTo>
                    <a:pt x="509573" y="871538"/>
                  </a:lnTo>
                  <a:lnTo>
                    <a:pt x="510843" y="894080"/>
                  </a:lnTo>
                  <a:lnTo>
                    <a:pt x="512746" y="916940"/>
                  </a:lnTo>
                  <a:lnTo>
                    <a:pt x="514650" y="939165"/>
                  </a:lnTo>
                  <a:lnTo>
                    <a:pt x="516871" y="961073"/>
                  </a:lnTo>
                  <a:lnTo>
                    <a:pt x="519410" y="982663"/>
                  </a:lnTo>
                  <a:lnTo>
                    <a:pt x="546062" y="979170"/>
                  </a:lnTo>
                  <a:lnTo>
                    <a:pt x="572715" y="976313"/>
                  </a:lnTo>
                  <a:lnTo>
                    <a:pt x="600319" y="973455"/>
                  </a:lnTo>
                  <a:lnTo>
                    <a:pt x="627924" y="971233"/>
                  </a:lnTo>
                  <a:lnTo>
                    <a:pt x="656163" y="969328"/>
                  </a:lnTo>
                  <a:lnTo>
                    <a:pt x="684720" y="967740"/>
                  </a:lnTo>
                  <a:lnTo>
                    <a:pt x="713276" y="966788"/>
                  </a:lnTo>
                  <a:lnTo>
                    <a:pt x="742467" y="965835"/>
                  </a:lnTo>
                  <a:lnTo>
                    <a:pt x="742467" y="801688"/>
                  </a:lnTo>
                  <a:lnTo>
                    <a:pt x="507035" y="801688"/>
                  </a:lnTo>
                  <a:close/>
                  <a:moveTo>
                    <a:pt x="273824" y="801688"/>
                  </a:moveTo>
                  <a:lnTo>
                    <a:pt x="274142" y="816610"/>
                  </a:lnTo>
                  <a:lnTo>
                    <a:pt x="275094" y="831533"/>
                  </a:lnTo>
                  <a:lnTo>
                    <a:pt x="276045" y="846455"/>
                  </a:lnTo>
                  <a:lnTo>
                    <a:pt x="276997" y="860743"/>
                  </a:lnTo>
                  <a:lnTo>
                    <a:pt x="278584" y="875665"/>
                  </a:lnTo>
                  <a:lnTo>
                    <a:pt x="280170" y="889953"/>
                  </a:lnTo>
                  <a:lnTo>
                    <a:pt x="281757" y="904558"/>
                  </a:lnTo>
                  <a:lnTo>
                    <a:pt x="283660" y="918845"/>
                  </a:lnTo>
                  <a:lnTo>
                    <a:pt x="285882" y="933133"/>
                  </a:lnTo>
                  <a:lnTo>
                    <a:pt x="288737" y="947103"/>
                  </a:lnTo>
                  <a:lnTo>
                    <a:pt x="291276" y="961073"/>
                  </a:lnTo>
                  <a:lnTo>
                    <a:pt x="293814" y="975043"/>
                  </a:lnTo>
                  <a:lnTo>
                    <a:pt x="296670" y="988695"/>
                  </a:lnTo>
                  <a:lnTo>
                    <a:pt x="299842" y="1002665"/>
                  </a:lnTo>
                  <a:lnTo>
                    <a:pt x="303015" y="1015683"/>
                  </a:lnTo>
                  <a:lnTo>
                    <a:pt x="306823" y="1029335"/>
                  </a:lnTo>
                  <a:lnTo>
                    <a:pt x="324909" y="1023938"/>
                  </a:lnTo>
                  <a:lnTo>
                    <a:pt x="343312" y="1018858"/>
                  </a:lnTo>
                  <a:lnTo>
                    <a:pt x="362032" y="1013778"/>
                  </a:lnTo>
                  <a:lnTo>
                    <a:pt x="381070" y="1009015"/>
                  </a:lnTo>
                  <a:lnTo>
                    <a:pt x="400742" y="1004570"/>
                  </a:lnTo>
                  <a:lnTo>
                    <a:pt x="420414" y="1000125"/>
                  </a:lnTo>
                  <a:lnTo>
                    <a:pt x="440721" y="995998"/>
                  </a:lnTo>
                  <a:lnTo>
                    <a:pt x="461345" y="992188"/>
                  </a:lnTo>
                  <a:lnTo>
                    <a:pt x="458489" y="969328"/>
                  </a:lnTo>
                  <a:lnTo>
                    <a:pt x="456268" y="945833"/>
                  </a:lnTo>
                  <a:lnTo>
                    <a:pt x="454047" y="922655"/>
                  </a:lnTo>
                  <a:lnTo>
                    <a:pt x="452461" y="899160"/>
                  </a:lnTo>
                  <a:lnTo>
                    <a:pt x="451191" y="874713"/>
                  </a:lnTo>
                  <a:lnTo>
                    <a:pt x="449922" y="850900"/>
                  </a:lnTo>
                  <a:lnTo>
                    <a:pt x="448970" y="826135"/>
                  </a:lnTo>
                  <a:lnTo>
                    <a:pt x="448653" y="801688"/>
                  </a:lnTo>
                  <a:lnTo>
                    <a:pt x="273824" y="801688"/>
                  </a:lnTo>
                  <a:close/>
                  <a:moveTo>
                    <a:pt x="59334" y="801688"/>
                  </a:moveTo>
                  <a:lnTo>
                    <a:pt x="60286" y="821690"/>
                  </a:lnTo>
                  <a:lnTo>
                    <a:pt x="62507" y="841693"/>
                  </a:lnTo>
                  <a:lnTo>
                    <a:pt x="64411" y="861378"/>
                  </a:lnTo>
                  <a:lnTo>
                    <a:pt x="67266" y="881380"/>
                  </a:lnTo>
                  <a:lnTo>
                    <a:pt x="70439" y="900748"/>
                  </a:lnTo>
                  <a:lnTo>
                    <a:pt x="74247" y="919798"/>
                  </a:lnTo>
                  <a:lnTo>
                    <a:pt x="78372" y="938848"/>
                  </a:lnTo>
                  <a:lnTo>
                    <a:pt x="83448" y="957898"/>
                  </a:lnTo>
                  <a:lnTo>
                    <a:pt x="88525" y="976630"/>
                  </a:lnTo>
                  <a:lnTo>
                    <a:pt x="94236" y="995045"/>
                  </a:lnTo>
                  <a:lnTo>
                    <a:pt x="100899" y="1013143"/>
                  </a:lnTo>
                  <a:lnTo>
                    <a:pt x="107245" y="1031240"/>
                  </a:lnTo>
                  <a:lnTo>
                    <a:pt x="114860" y="1049020"/>
                  </a:lnTo>
                  <a:lnTo>
                    <a:pt x="122475" y="1066483"/>
                  </a:lnTo>
                  <a:lnTo>
                    <a:pt x="130408" y="1083628"/>
                  </a:lnTo>
                  <a:lnTo>
                    <a:pt x="138975" y="1100773"/>
                  </a:lnTo>
                  <a:lnTo>
                    <a:pt x="150080" y="1094740"/>
                  </a:lnTo>
                  <a:lnTo>
                    <a:pt x="161185" y="1088390"/>
                  </a:lnTo>
                  <a:lnTo>
                    <a:pt x="172925" y="1082358"/>
                  </a:lnTo>
                  <a:lnTo>
                    <a:pt x="184982" y="1076325"/>
                  </a:lnTo>
                  <a:lnTo>
                    <a:pt x="197039" y="1070293"/>
                  </a:lnTo>
                  <a:lnTo>
                    <a:pt x="209731" y="1064895"/>
                  </a:lnTo>
                  <a:lnTo>
                    <a:pt x="222740" y="1059498"/>
                  </a:lnTo>
                  <a:lnTo>
                    <a:pt x="236066" y="1054100"/>
                  </a:lnTo>
                  <a:lnTo>
                    <a:pt x="250979" y="1048385"/>
                  </a:lnTo>
                  <a:lnTo>
                    <a:pt x="247172" y="1033780"/>
                  </a:lnTo>
                  <a:lnTo>
                    <a:pt x="243364" y="1019175"/>
                  </a:lnTo>
                  <a:lnTo>
                    <a:pt x="240191" y="1004570"/>
                  </a:lnTo>
                  <a:lnTo>
                    <a:pt x="236701" y="989330"/>
                  </a:lnTo>
                  <a:lnTo>
                    <a:pt x="233528" y="974408"/>
                  </a:lnTo>
                  <a:lnTo>
                    <a:pt x="230672" y="959168"/>
                  </a:lnTo>
                  <a:lnTo>
                    <a:pt x="228134" y="943928"/>
                  </a:lnTo>
                  <a:lnTo>
                    <a:pt x="225913" y="928370"/>
                  </a:lnTo>
                  <a:lnTo>
                    <a:pt x="223692" y="912813"/>
                  </a:lnTo>
                  <a:lnTo>
                    <a:pt x="221788" y="897573"/>
                  </a:lnTo>
                  <a:lnTo>
                    <a:pt x="220202" y="881698"/>
                  </a:lnTo>
                  <a:lnTo>
                    <a:pt x="218615" y="865823"/>
                  </a:lnTo>
                  <a:lnTo>
                    <a:pt x="217029" y="849948"/>
                  </a:lnTo>
                  <a:lnTo>
                    <a:pt x="216077" y="834073"/>
                  </a:lnTo>
                  <a:lnTo>
                    <a:pt x="215125" y="817880"/>
                  </a:lnTo>
                  <a:lnTo>
                    <a:pt x="214808" y="801688"/>
                  </a:lnTo>
                  <a:lnTo>
                    <a:pt x="59334" y="801688"/>
                  </a:lnTo>
                  <a:close/>
                  <a:moveTo>
                    <a:pt x="1734820" y="720725"/>
                  </a:moveTo>
                  <a:lnTo>
                    <a:pt x="1735138" y="764540"/>
                  </a:lnTo>
                  <a:lnTo>
                    <a:pt x="1735138" y="861378"/>
                  </a:lnTo>
                  <a:lnTo>
                    <a:pt x="1735138" y="913765"/>
                  </a:lnTo>
                  <a:lnTo>
                    <a:pt x="1734503" y="960120"/>
                  </a:lnTo>
                  <a:lnTo>
                    <a:pt x="1734185" y="979488"/>
                  </a:lnTo>
                  <a:lnTo>
                    <a:pt x="1733549" y="994728"/>
                  </a:lnTo>
                  <a:lnTo>
                    <a:pt x="1732914" y="1005840"/>
                  </a:lnTo>
                  <a:lnTo>
                    <a:pt x="1732596" y="1009333"/>
                  </a:lnTo>
                  <a:lnTo>
                    <a:pt x="1732278" y="1011238"/>
                  </a:lnTo>
                  <a:lnTo>
                    <a:pt x="1731642" y="1011873"/>
                  </a:lnTo>
                  <a:lnTo>
                    <a:pt x="1730689" y="1012190"/>
                  </a:lnTo>
                  <a:lnTo>
                    <a:pt x="1727511" y="1013143"/>
                  </a:lnTo>
                  <a:lnTo>
                    <a:pt x="1722744" y="1014095"/>
                  </a:lnTo>
                  <a:lnTo>
                    <a:pt x="1716071" y="1014730"/>
                  </a:lnTo>
                  <a:lnTo>
                    <a:pt x="1708443" y="1015365"/>
                  </a:lnTo>
                  <a:lnTo>
                    <a:pt x="1698910" y="1015683"/>
                  </a:lnTo>
                  <a:lnTo>
                    <a:pt x="1676982" y="1016000"/>
                  </a:lnTo>
                  <a:lnTo>
                    <a:pt x="1650923" y="1016000"/>
                  </a:lnTo>
                  <a:lnTo>
                    <a:pt x="1622321" y="1015683"/>
                  </a:lnTo>
                  <a:lnTo>
                    <a:pt x="1591496" y="1014730"/>
                  </a:lnTo>
                  <a:lnTo>
                    <a:pt x="1559716" y="1013778"/>
                  </a:lnTo>
                  <a:lnTo>
                    <a:pt x="1497746" y="1011555"/>
                  </a:lnTo>
                  <a:lnTo>
                    <a:pt x="1443404" y="1009333"/>
                  </a:lnTo>
                  <a:lnTo>
                    <a:pt x="1390650" y="1006793"/>
                  </a:lnTo>
                  <a:lnTo>
                    <a:pt x="1438319" y="1005205"/>
                  </a:lnTo>
                  <a:lnTo>
                    <a:pt x="1487259" y="1003300"/>
                  </a:lnTo>
                  <a:lnTo>
                    <a:pt x="1543509" y="1000443"/>
                  </a:lnTo>
                  <a:lnTo>
                    <a:pt x="1572428" y="998538"/>
                  </a:lnTo>
                  <a:lnTo>
                    <a:pt x="1600394" y="996633"/>
                  </a:lnTo>
                  <a:lnTo>
                    <a:pt x="1626771" y="994410"/>
                  </a:lnTo>
                  <a:lnTo>
                    <a:pt x="1650605" y="992188"/>
                  </a:lnTo>
                  <a:lnTo>
                    <a:pt x="1671262" y="989648"/>
                  </a:lnTo>
                  <a:lnTo>
                    <a:pt x="1679842" y="988378"/>
                  </a:lnTo>
                  <a:lnTo>
                    <a:pt x="1687787" y="986790"/>
                  </a:lnTo>
                  <a:lnTo>
                    <a:pt x="1693825" y="985520"/>
                  </a:lnTo>
                  <a:lnTo>
                    <a:pt x="1698592" y="983933"/>
                  </a:lnTo>
                  <a:lnTo>
                    <a:pt x="1702088" y="982028"/>
                  </a:lnTo>
                  <a:lnTo>
                    <a:pt x="1703359" y="981075"/>
                  </a:lnTo>
                  <a:lnTo>
                    <a:pt x="1704312" y="980440"/>
                  </a:lnTo>
                  <a:lnTo>
                    <a:pt x="1705266" y="978218"/>
                  </a:lnTo>
                  <a:lnTo>
                    <a:pt x="1706219" y="974725"/>
                  </a:lnTo>
                  <a:lnTo>
                    <a:pt x="1707490" y="969963"/>
                  </a:lnTo>
                  <a:lnTo>
                    <a:pt x="1708443" y="963930"/>
                  </a:lnTo>
                  <a:lnTo>
                    <a:pt x="1710986" y="949960"/>
                  </a:lnTo>
                  <a:lnTo>
                    <a:pt x="1713528" y="932498"/>
                  </a:lnTo>
                  <a:lnTo>
                    <a:pt x="1716071" y="912178"/>
                  </a:lnTo>
                  <a:lnTo>
                    <a:pt x="1718613" y="890270"/>
                  </a:lnTo>
                  <a:lnTo>
                    <a:pt x="1723698" y="844233"/>
                  </a:lnTo>
                  <a:lnTo>
                    <a:pt x="1728147" y="798513"/>
                  </a:lnTo>
                  <a:lnTo>
                    <a:pt x="1731642" y="759143"/>
                  </a:lnTo>
                  <a:lnTo>
                    <a:pt x="1734820" y="720725"/>
                  </a:lnTo>
                  <a:close/>
                  <a:moveTo>
                    <a:pt x="519410" y="561340"/>
                  </a:moveTo>
                  <a:lnTo>
                    <a:pt x="516871" y="583565"/>
                  </a:lnTo>
                  <a:lnTo>
                    <a:pt x="514650" y="605473"/>
                  </a:lnTo>
                  <a:lnTo>
                    <a:pt x="512746" y="627698"/>
                  </a:lnTo>
                  <a:lnTo>
                    <a:pt x="510843" y="650240"/>
                  </a:lnTo>
                  <a:lnTo>
                    <a:pt x="509573" y="673100"/>
                  </a:lnTo>
                  <a:lnTo>
                    <a:pt x="508622" y="695960"/>
                  </a:lnTo>
                  <a:lnTo>
                    <a:pt x="507670" y="719138"/>
                  </a:lnTo>
                  <a:lnTo>
                    <a:pt x="507352" y="742950"/>
                  </a:lnTo>
                  <a:lnTo>
                    <a:pt x="742467" y="742950"/>
                  </a:lnTo>
                  <a:lnTo>
                    <a:pt x="742467" y="578485"/>
                  </a:lnTo>
                  <a:lnTo>
                    <a:pt x="713276" y="577850"/>
                  </a:lnTo>
                  <a:lnTo>
                    <a:pt x="684720" y="576580"/>
                  </a:lnTo>
                  <a:lnTo>
                    <a:pt x="656163" y="575310"/>
                  </a:lnTo>
                  <a:lnTo>
                    <a:pt x="627924" y="573405"/>
                  </a:lnTo>
                  <a:lnTo>
                    <a:pt x="600319" y="570865"/>
                  </a:lnTo>
                  <a:lnTo>
                    <a:pt x="573032" y="568325"/>
                  </a:lnTo>
                  <a:lnTo>
                    <a:pt x="546062" y="564833"/>
                  </a:lnTo>
                  <a:lnTo>
                    <a:pt x="519410" y="561340"/>
                  </a:lnTo>
                  <a:close/>
                  <a:moveTo>
                    <a:pt x="1074474" y="554038"/>
                  </a:moveTo>
                  <a:lnTo>
                    <a:pt x="1100533" y="554038"/>
                  </a:lnTo>
                  <a:lnTo>
                    <a:pt x="1129135" y="554356"/>
                  </a:lnTo>
                  <a:lnTo>
                    <a:pt x="1159961" y="555308"/>
                  </a:lnTo>
                  <a:lnTo>
                    <a:pt x="1191422" y="556261"/>
                  </a:lnTo>
                  <a:lnTo>
                    <a:pt x="1253392" y="558483"/>
                  </a:lnTo>
                  <a:lnTo>
                    <a:pt x="1307734" y="560706"/>
                  </a:lnTo>
                  <a:lnTo>
                    <a:pt x="1360488" y="563246"/>
                  </a:lnTo>
                  <a:lnTo>
                    <a:pt x="1313137" y="564833"/>
                  </a:lnTo>
                  <a:lnTo>
                    <a:pt x="1264197" y="567056"/>
                  </a:lnTo>
                  <a:lnTo>
                    <a:pt x="1207947" y="569913"/>
                  </a:lnTo>
                  <a:lnTo>
                    <a:pt x="1179028" y="571501"/>
                  </a:lnTo>
                  <a:lnTo>
                    <a:pt x="1150745" y="573406"/>
                  </a:lnTo>
                  <a:lnTo>
                    <a:pt x="1124685" y="575628"/>
                  </a:lnTo>
                  <a:lnTo>
                    <a:pt x="1100851" y="577851"/>
                  </a:lnTo>
                  <a:lnTo>
                    <a:pt x="1079877" y="580391"/>
                  </a:lnTo>
                  <a:lnTo>
                    <a:pt x="1071296" y="581661"/>
                  </a:lnTo>
                  <a:lnTo>
                    <a:pt x="1063669" y="583248"/>
                  </a:lnTo>
                  <a:lnTo>
                    <a:pt x="1057313" y="584836"/>
                  </a:lnTo>
                  <a:lnTo>
                    <a:pt x="1052546" y="586423"/>
                  </a:lnTo>
                  <a:lnTo>
                    <a:pt x="1049051" y="588011"/>
                  </a:lnTo>
                  <a:lnTo>
                    <a:pt x="1048097" y="588963"/>
                  </a:lnTo>
                  <a:lnTo>
                    <a:pt x="1046826" y="589598"/>
                  </a:lnTo>
                  <a:lnTo>
                    <a:pt x="1045873" y="591821"/>
                  </a:lnTo>
                  <a:lnTo>
                    <a:pt x="1044919" y="595313"/>
                  </a:lnTo>
                  <a:lnTo>
                    <a:pt x="1042695" y="606108"/>
                  </a:lnTo>
                  <a:lnTo>
                    <a:pt x="1040152" y="620396"/>
                  </a:lnTo>
                  <a:lnTo>
                    <a:pt x="1037610" y="637858"/>
                  </a:lnTo>
                  <a:lnTo>
                    <a:pt x="1035386" y="657861"/>
                  </a:lnTo>
                  <a:lnTo>
                    <a:pt x="1032843" y="679768"/>
                  </a:lnTo>
                  <a:lnTo>
                    <a:pt x="1027441" y="726123"/>
                  </a:lnTo>
                  <a:lnTo>
                    <a:pt x="1022992" y="771526"/>
                  </a:lnTo>
                  <a:lnTo>
                    <a:pt x="1019496" y="811213"/>
                  </a:lnTo>
                  <a:lnTo>
                    <a:pt x="1016318" y="849313"/>
                  </a:lnTo>
                  <a:lnTo>
                    <a:pt x="1016000" y="805498"/>
                  </a:lnTo>
                  <a:lnTo>
                    <a:pt x="1016000" y="708978"/>
                  </a:lnTo>
                  <a:lnTo>
                    <a:pt x="1016318" y="656591"/>
                  </a:lnTo>
                  <a:lnTo>
                    <a:pt x="1016636" y="609918"/>
                  </a:lnTo>
                  <a:lnTo>
                    <a:pt x="1017271" y="590551"/>
                  </a:lnTo>
                  <a:lnTo>
                    <a:pt x="1017589" y="575311"/>
                  </a:lnTo>
                  <a:lnTo>
                    <a:pt x="1018225" y="564198"/>
                  </a:lnTo>
                  <a:lnTo>
                    <a:pt x="1018860" y="560706"/>
                  </a:lnTo>
                  <a:lnTo>
                    <a:pt x="1019178" y="558801"/>
                  </a:lnTo>
                  <a:lnTo>
                    <a:pt x="1019496" y="558166"/>
                  </a:lnTo>
                  <a:lnTo>
                    <a:pt x="1020449" y="557848"/>
                  </a:lnTo>
                  <a:lnTo>
                    <a:pt x="1023627" y="556896"/>
                  </a:lnTo>
                  <a:lnTo>
                    <a:pt x="1028394" y="555943"/>
                  </a:lnTo>
                  <a:lnTo>
                    <a:pt x="1035068" y="555308"/>
                  </a:lnTo>
                  <a:lnTo>
                    <a:pt x="1043013" y="554673"/>
                  </a:lnTo>
                  <a:lnTo>
                    <a:pt x="1052546" y="554356"/>
                  </a:lnTo>
                  <a:lnTo>
                    <a:pt x="1074474" y="554038"/>
                  </a:lnTo>
                  <a:close/>
                  <a:moveTo>
                    <a:pt x="995680" y="516891"/>
                  </a:moveTo>
                  <a:lnTo>
                    <a:pt x="992187" y="517208"/>
                  </a:lnTo>
                  <a:lnTo>
                    <a:pt x="989330" y="518161"/>
                  </a:lnTo>
                  <a:lnTo>
                    <a:pt x="986790" y="519748"/>
                  </a:lnTo>
                  <a:lnTo>
                    <a:pt x="984567" y="521971"/>
                  </a:lnTo>
                  <a:lnTo>
                    <a:pt x="982662" y="524511"/>
                  </a:lnTo>
                  <a:lnTo>
                    <a:pt x="981075" y="527368"/>
                  </a:lnTo>
                  <a:lnTo>
                    <a:pt x="980440" y="530543"/>
                  </a:lnTo>
                  <a:lnTo>
                    <a:pt x="980122" y="534353"/>
                  </a:lnTo>
                  <a:lnTo>
                    <a:pt x="980122" y="1036638"/>
                  </a:lnTo>
                  <a:lnTo>
                    <a:pt x="980440" y="1040131"/>
                  </a:lnTo>
                  <a:lnTo>
                    <a:pt x="981075" y="1043306"/>
                  </a:lnTo>
                  <a:lnTo>
                    <a:pt x="982662" y="1046163"/>
                  </a:lnTo>
                  <a:lnTo>
                    <a:pt x="984567" y="1048703"/>
                  </a:lnTo>
                  <a:lnTo>
                    <a:pt x="986790" y="1050926"/>
                  </a:lnTo>
                  <a:lnTo>
                    <a:pt x="989330" y="1052196"/>
                  </a:lnTo>
                  <a:lnTo>
                    <a:pt x="992187" y="1053783"/>
                  </a:lnTo>
                  <a:lnTo>
                    <a:pt x="995680" y="1054101"/>
                  </a:lnTo>
                  <a:lnTo>
                    <a:pt x="1752918" y="1054101"/>
                  </a:lnTo>
                  <a:lnTo>
                    <a:pt x="1756093" y="1053783"/>
                  </a:lnTo>
                  <a:lnTo>
                    <a:pt x="1759268" y="1052196"/>
                  </a:lnTo>
                  <a:lnTo>
                    <a:pt x="1761808" y="1050926"/>
                  </a:lnTo>
                  <a:lnTo>
                    <a:pt x="1764030" y="1048703"/>
                  </a:lnTo>
                  <a:lnTo>
                    <a:pt x="1765935" y="1046163"/>
                  </a:lnTo>
                  <a:lnTo>
                    <a:pt x="1767205" y="1043306"/>
                  </a:lnTo>
                  <a:lnTo>
                    <a:pt x="1768158" y="1040131"/>
                  </a:lnTo>
                  <a:lnTo>
                    <a:pt x="1768475" y="1036638"/>
                  </a:lnTo>
                  <a:lnTo>
                    <a:pt x="1768475" y="534353"/>
                  </a:lnTo>
                  <a:lnTo>
                    <a:pt x="1768158" y="530543"/>
                  </a:lnTo>
                  <a:lnTo>
                    <a:pt x="1767205" y="527368"/>
                  </a:lnTo>
                  <a:lnTo>
                    <a:pt x="1765935" y="524511"/>
                  </a:lnTo>
                  <a:lnTo>
                    <a:pt x="1764030" y="521971"/>
                  </a:lnTo>
                  <a:lnTo>
                    <a:pt x="1761808" y="519748"/>
                  </a:lnTo>
                  <a:lnTo>
                    <a:pt x="1759268" y="518161"/>
                  </a:lnTo>
                  <a:lnTo>
                    <a:pt x="1756093" y="517208"/>
                  </a:lnTo>
                  <a:lnTo>
                    <a:pt x="1752918" y="516891"/>
                  </a:lnTo>
                  <a:lnTo>
                    <a:pt x="995680" y="516891"/>
                  </a:lnTo>
                  <a:close/>
                  <a:moveTo>
                    <a:pt x="306823" y="515303"/>
                  </a:moveTo>
                  <a:lnTo>
                    <a:pt x="303015" y="528320"/>
                  </a:lnTo>
                  <a:lnTo>
                    <a:pt x="299842" y="541973"/>
                  </a:lnTo>
                  <a:lnTo>
                    <a:pt x="296670" y="555625"/>
                  </a:lnTo>
                  <a:lnTo>
                    <a:pt x="293814" y="569595"/>
                  </a:lnTo>
                  <a:lnTo>
                    <a:pt x="290958" y="583565"/>
                  </a:lnTo>
                  <a:lnTo>
                    <a:pt x="288420" y="597218"/>
                  </a:lnTo>
                  <a:lnTo>
                    <a:pt x="285882" y="611505"/>
                  </a:lnTo>
                  <a:lnTo>
                    <a:pt x="283660" y="625793"/>
                  </a:lnTo>
                  <a:lnTo>
                    <a:pt x="281757" y="640080"/>
                  </a:lnTo>
                  <a:lnTo>
                    <a:pt x="280170" y="654368"/>
                  </a:lnTo>
                  <a:lnTo>
                    <a:pt x="278584" y="668655"/>
                  </a:lnTo>
                  <a:lnTo>
                    <a:pt x="276997" y="683260"/>
                  </a:lnTo>
                  <a:lnTo>
                    <a:pt x="276045" y="698183"/>
                  </a:lnTo>
                  <a:lnTo>
                    <a:pt x="275094" y="713105"/>
                  </a:lnTo>
                  <a:lnTo>
                    <a:pt x="274142" y="728028"/>
                  </a:lnTo>
                  <a:lnTo>
                    <a:pt x="273824" y="742950"/>
                  </a:lnTo>
                  <a:lnTo>
                    <a:pt x="448336" y="742950"/>
                  </a:lnTo>
                  <a:lnTo>
                    <a:pt x="448970" y="718185"/>
                  </a:lnTo>
                  <a:lnTo>
                    <a:pt x="449922" y="693738"/>
                  </a:lnTo>
                  <a:lnTo>
                    <a:pt x="450874" y="669290"/>
                  </a:lnTo>
                  <a:lnTo>
                    <a:pt x="452461" y="645478"/>
                  </a:lnTo>
                  <a:lnTo>
                    <a:pt x="454047" y="621983"/>
                  </a:lnTo>
                  <a:lnTo>
                    <a:pt x="456268" y="598170"/>
                  </a:lnTo>
                  <a:lnTo>
                    <a:pt x="458489" y="574993"/>
                  </a:lnTo>
                  <a:lnTo>
                    <a:pt x="461345" y="552450"/>
                  </a:lnTo>
                  <a:lnTo>
                    <a:pt x="432154" y="546418"/>
                  </a:lnTo>
                  <a:lnTo>
                    <a:pt x="403597" y="540703"/>
                  </a:lnTo>
                  <a:lnTo>
                    <a:pt x="376310" y="534353"/>
                  </a:lnTo>
                  <a:lnTo>
                    <a:pt x="349023" y="527368"/>
                  </a:lnTo>
                  <a:lnTo>
                    <a:pt x="327764" y="521335"/>
                  </a:lnTo>
                  <a:lnTo>
                    <a:pt x="306823" y="515303"/>
                  </a:lnTo>
                  <a:close/>
                  <a:moveTo>
                    <a:pt x="956945" y="477838"/>
                  </a:moveTo>
                  <a:lnTo>
                    <a:pt x="958532" y="477838"/>
                  </a:lnTo>
                  <a:lnTo>
                    <a:pt x="1789748" y="477838"/>
                  </a:lnTo>
                  <a:lnTo>
                    <a:pt x="1791653" y="477838"/>
                  </a:lnTo>
                  <a:lnTo>
                    <a:pt x="1793240" y="478156"/>
                  </a:lnTo>
                  <a:lnTo>
                    <a:pt x="1796415" y="479743"/>
                  </a:lnTo>
                  <a:lnTo>
                    <a:pt x="1799273" y="481648"/>
                  </a:lnTo>
                  <a:lnTo>
                    <a:pt x="1801813" y="483871"/>
                  </a:lnTo>
                  <a:lnTo>
                    <a:pt x="1803718" y="486728"/>
                  </a:lnTo>
                  <a:lnTo>
                    <a:pt x="1805305" y="490221"/>
                  </a:lnTo>
                  <a:lnTo>
                    <a:pt x="1806258" y="493713"/>
                  </a:lnTo>
                  <a:lnTo>
                    <a:pt x="1806575" y="498158"/>
                  </a:lnTo>
                  <a:lnTo>
                    <a:pt x="1806575" y="1074103"/>
                  </a:lnTo>
                  <a:lnTo>
                    <a:pt x="1806258" y="1077913"/>
                  </a:lnTo>
                  <a:lnTo>
                    <a:pt x="1805305" y="1081406"/>
                  </a:lnTo>
                  <a:lnTo>
                    <a:pt x="1803718" y="1084898"/>
                  </a:lnTo>
                  <a:lnTo>
                    <a:pt x="1801813" y="1088073"/>
                  </a:lnTo>
                  <a:lnTo>
                    <a:pt x="1799273" y="1090613"/>
                  </a:lnTo>
                  <a:lnTo>
                    <a:pt x="1796415" y="1092201"/>
                  </a:lnTo>
                  <a:lnTo>
                    <a:pt x="1793240" y="1093471"/>
                  </a:lnTo>
                  <a:lnTo>
                    <a:pt x="1791653" y="1093788"/>
                  </a:lnTo>
                  <a:lnTo>
                    <a:pt x="1789748" y="1093788"/>
                  </a:lnTo>
                  <a:lnTo>
                    <a:pt x="958532" y="1093788"/>
                  </a:lnTo>
                  <a:lnTo>
                    <a:pt x="956945" y="1093788"/>
                  </a:lnTo>
                  <a:lnTo>
                    <a:pt x="955040" y="1093471"/>
                  </a:lnTo>
                  <a:lnTo>
                    <a:pt x="951865" y="1092201"/>
                  </a:lnTo>
                  <a:lnTo>
                    <a:pt x="949325" y="1090613"/>
                  </a:lnTo>
                  <a:lnTo>
                    <a:pt x="946785" y="1088073"/>
                  </a:lnTo>
                  <a:lnTo>
                    <a:pt x="944562" y="1084898"/>
                  </a:lnTo>
                  <a:lnTo>
                    <a:pt x="942657" y="1081406"/>
                  </a:lnTo>
                  <a:lnTo>
                    <a:pt x="941705" y="1077913"/>
                  </a:lnTo>
                  <a:lnTo>
                    <a:pt x="941387" y="1074103"/>
                  </a:lnTo>
                  <a:lnTo>
                    <a:pt x="941387" y="498158"/>
                  </a:lnTo>
                  <a:lnTo>
                    <a:pt x="941705" y="493713"/>
                  </a:lnTo>
                  <a:lnTo>
                    <a:pt x="942657" y="490221"/>
                  </a:lnTo>
                  <a:lnTo>
                    <a:pt x="944562" y="486728"/>
                  </a:lnTo>
                  <a:lnTo>
                    <a:pt x="946785" y="483871"/>
                  </a:lnTo>
                  <a:lnTo>
                    <a:pt x="949325" y="481648"/>
                  </a:lnTo>
                  <a:lnTo>
                    <a:pt x="951865" y="479743"/>
                  </a:lnTo>
                  <a:lnTo>
                    <a:pt x="955040" y="478156"/>
                  </a:lnTo>
                  <a:lnTo>
                    <a:pt x="956945" y="477838"/>
                  </a:lnTo>
                  <a:close/>
                  <a:moveTo>
                    <a:pt x="138975" y="443230"/>
                  </a:moveTo>
                  <a:lnTo>
                    <a:pt x="130408" y="460375"/>
                  </a:lnTo>
                  <a:lnTo>
                    <a:pt x="122475" y="477838"/>
                  </a:lnTo>
                  <a:lnTo>
                    <a:pt x="114860" y="495300"/>
                  </a:lnTo>
                  <a:lnTo>
                    <a:pt x="107245" y="513080"/>
                  </a:lnTo>
                  <a:lnTo>
                    <a:pt x="100899" y="531178"/>
                  </a:lnTo>
                  <a:lnTo>
                    <a:pt x="94236" y="549593"/>
                  </a:lnTo>
                  <a:lnTo>
                    <a:pt x="88525" y="568008"/>
                  </a:lnTo>
                  <a:lnTo>
                    <a:pt x="83448" y="586740"/>
                  </a:lnTo>
                  <a:lnTo>
                    <a:pt x="78372" y="605473"/>
                  </a:lnTo>
                  <a:lnTo>
                    <a:pt x="74247" y="624523"/>
                  </a:lnTo>
                  <a:lnTo>
                    <a:pt x="70439" y="643890"/>
                  </a:lnTo>
                  <a:lnTo>
                    <a:pt x="67266" y="663258"/>
                  </a:lnTo>
                  <a:lnTo>
                    <a:pt x="64411" y="682943"/>
                  </a:lnTo>
                  <a:lnTo>
                    <a:pt x="62507" y="702628"/>
                  </a:lnTo>
                  <a:lnTo>
                    <a:pt x="60286" y="722948"/>
                  </a:lnTo>
                  <a:lnTo>
                    <a:pt x="59334" y="742950"/>
                  </a:lnTo>
                  <a:lnTo>
                    <a:pt x="214808" y="742950"/>
                  </a:lnTo>
                  <a:lnTo>
                    <a:pt x="215125" y="726758"/>
                  </a:lnTo>
                  <a:lnTo>
                    <a:pt x="216077" y="710565"/>
                  </a:lnTo>
                  <a:lnTo>
                    <a:pt x="217029" y="694373"/>
                  </a:lnTo>
                  <a:lnTo>
                    <a:pt x="218615" y="678498"/>
                  </a:lnTo>
                  <a:lnTo>
                    <a:pt x="220202" y="662623"/>
                  </a:lnTo>
                  <a:lnTo>
                    <a:pt x="221788" y="647065"/>
                  </a:lnTo>
                  <a:lnTo>
                    <a:pt x="223692" y="631190"/>
                  </a:lnTo>
                  <a:lnTo>
                    <a:pt x="225913" y="615950"/>
                  </a:lnTo>
                  <a:lnTo>
                    <a:pt x="228134" y="600710"/>
                  </a:lnTo>
                  <a:lnTo>
                    <a:pt x="230672" y="585470"/>
                  </a:lnTo>
                  <a:lnTo>
                    <a:pt x="233528" y="570230"/>
                  </a:lnTo>
                  <a:lnTo>
                    <a:pt x="236701" y="554990"/>
                  </a:lnTo>
                  <a:lnTo>
                    <a:pt x="239874" y="540068"/>
                  </a:lnTo>
                  <a:lnTo>
                    <a:pt x="243364" y="525145"/>
                  </a:lnTo>
                  <a:lnTo>
                    <a:pt x="247172" y="510540"/>
                  </a:lnTo>
                  <a:lnTo>
                    <a:pt x="250979" y="496253"/>
                  </a:lnTo>
                  <a:lnTo>
                    <a:pt x="235749" y="490220"/>
                  </a:lnTo>
                  <a:lnTo>
                    <a:pt x="220519" y="484188"/>
                  </a:lnTo>
                  <a:lnTo>
                    <a:pt x="205924" y="477520"/>
                  </a:lnTo>
                  <a:lnTo>
                    <a:pt x="191645" y="471170"/>
                  </a:lnTo>
                  <a:lnTo>
                    <a:pt x="177684" y="464820"/>
                  </a:lnTo>
                  <a:lnTo>
                    <a:pt x="164358" y="457518"/>
                  </a:lnTo>
                  <a:lnTo>
                    <a:pt x="151666" y="450850"/>
                  </a:lnTo>
                  <a:lnTo>
                    <a:pt x="138975" y="443230"/>
                  </a:lnTo>
                  <a:close/>
                  <a:moveTo>
                    <a:pt x="577792" y="294005"/>
                  </a:moveTo>
                  <a:lnTo>
                    <a:pt x="570177" y="317500"/>
                  </a:lnTo>
                  <a:lnTo>
                    <a:pt x="562562" y="341630"/>
                  </a:lnTo>
                  <a:lnTo>
                    <a:pt x="555581" y="366713"/>
                  </a:lnTo>
                  <a:lnTo>
                    <a:pt x="549235" y="392748"/>
                  </a:lnTo>
                  <a:lnTo>
                    <a:pt x="542889" y="419100"/>
                  </a:lnTo>
                  <a:lnTo>
                    <a:pt x="537495" y="446405"/>
                  </a:lnTo>
                  <a:lnTo>
                    <a:pt x="532101" y="474345"/>
                  </a:lnTo>
                  <a:lnTo>
                    <a:pt x="527342" y="503238"/>
                  </a:lnTo>
                  <a:lnTo>
                    <a:pt x="553043" y="506413"/>
                  </a:lnTo>
                  <a:lnTo>
                    <a:pt x="578743" y="509588"/>
                  </a:lnTo>
                  <a:lnTo>
                    <a:pt x="605396" y="512128"/>
                  </a:lnTo>
                  <a:lnTo>
                    <a:pt x="631731" y="514668"/>
                  </a:lnTo>
                  <a:lnTo>
                    <a:pt x="659019" y="516573"/>
                  </a:lnTo>
                  <a:lnTo>
                    <a:pt x="686623" y="517843"/>
                  </a:lnTo>
                  <a:lnTo>
                    <a:pt x="714228" y="519113"/>
                  </a:lnTo>
                  <a:lnTo>
                    <a:pt x="742467" y="519748"/>
                  </a:lnTo>
                  <a:lnTo>
                    <a:pt x="742467" y="303848"/>
                  </a:lnTo>
                  <a:lnTo>
                    <a:pt x="721208" y="303213"/>
                  </a:lnTo>
                  <a:lnTo>
                    <a:pt x="699950" y="302578"/>
                  </a:lnTo>
                  <a:lnTo>
                    <a:pt x="679326" y="301625"/>
                  </a:lnTo>
                  <a:lnTo>
                    <a:pt x="658701" y="300673"/>
                  </a:lnTo>
                  <a:lnTo>
                    <a:pt x="638077" y="299403"/>
                  </a:lnTo>
                  <a:lnTo>
                    <a:pt x="618088" y="297815"/>
                  </a:lnTo>
                  <a:lnTo>
                    <a:pt x="597464" y="295910"/>
                  </a:lnTo>
                  <a:lnTo>
                    <a:pt x="577792" y="294005"/>
                  </a:lnTo>
                  <a:close/>
                  <a:moveTo>
                    <a:pt x="418510" y="269240"/>
                  </a:moveTo>
                  <a:lnTo>
                    <a:pt x="411530" y="279718"/>
                  </a:lnTo>
                  <a:lnTo>
                    <a:pt x="404549" y="290513"/>
                  </a:lnTo>
                  <a:lnTo>
                    <a:pt x="397886" y="300990"/>
                  </a:lnTo>
                  <a:lnTo>
                    <a:pt x="391223" y="312103"/>
                  </a:lnTo>
                  <a:lnTo>
                    <a:pt x="384560" y="323533"/>
                  </a:lnTo>
                  <a:lnTo>
                    <a:pt x="378531" y="334645"/>
                  </a:lnTo>
                  <a:lnTo>
                    <a:pt x="371868" y="346393"/>
                  </a:lnTo>
                  <a:lnTo>
                    <a:pt x="366157" y="358458"/>
                  </a:lnTo>
                  <a:lnTo>
                    <a:pt x="360446" y="370205"/>
                  </a:lnTo>
                  <a:lnTo>
                    <a:pt x="354417" y="382270"/>
                  </a:lnTo>
                  <a:lnTo>
                    <a:pt x="349023" y="394653"/>
                  </a:lnTo>
                  <a:lnTo>
                    <a:pt x="343946" y="407035"/>
                  </a:lnTo>
                  <a:lnTo>
                    <a:pt x="338870" y="419735"/>
                  </a:lnTo>
                  <a:lnTo>
                    <a:pt x="333476" y="432753"/>
                  </a:lnTo>
                  <a:lnTo>
                    <a:pt x="328716" y="445770"/>
                  </a:lnTo>
                  <a:lnTo>
                    <a:pt x="324274" y="458788"/>
                  </a:lnTo>
                  <a:lnTo>
                    <a:pt x="341091" y="463868"/>
                  </a:lnTo>
                  <a:lnTo>
                    <a:pt x="358224" y="468948"/>
                  </a:lnTo>
                  <a:lnTo>
                    <a:pt x="375993" y="473393"/>
                  </a:lnTo>
                  <a:lnTo>
                    <a:pt x="393761" y="477838"/>
                  </a:lnTo>
                  <a:lnTo>
                    <a:pt x="412164" y="482283"/>
                  </a:lnTo>
                  <a:lnTo>
                    <a:pt x="430885" y="486410"/>
                  </a:lnTo>
                  <a:lnTo>
                    <a:pt x="449922" y="490220"/>
                  </a:lnTo>
                  <a:lnTo>
                    <a:pt x="469277" y="493713"/>
                  </a:lnTo>
                  <a:lnTo>
                    <a:pt x="472133" y="474663"/>
                  </a:lnTo>
                  <a:lnTo>
                    <a:pt x="475623" y="455930"/>
                  </a:lnTo>
                  <a:lnTo>
                    <a:pt x="479113" y="437515"/>
                  </a:lnTo>
                  <a:lnTo>
                    <a:pt x="482921" y="419418"/>
                  </a:lnTo>
                  <a:lnTo>
                    <a:pt x="486728" y="401320"/>
                  </a:lnTo>
                  <a:lnTo>
                    <a:pt x="490536" y="383540"/>
                  </a:lnTo>
                  <a:lnTo>
                    <a:pt x="495295" y="366395"/>
                  </a:lnTo>
                  <a:lnTo>
                    <a:pt x="499420" y="349250"/>
                  </a:lnTo>
                  <a:lnTo>
                    <a:pt x="503862" y="333058"/>
                  </a:lnTo>
                  <a:lnTo>
                    <a:pt x="508304" y="317183"/>
                  </a:lnTo>
                  <a:lnTo>
                    <a:pt x="513381" y="301943"/>
                  </a:lnTo>
                  <a:lnTo>
                    <a:pt x="518140" y="286703"/>
                  </a:lnTo>
                  <a:lnTo>
                    <a:pt x="492440" y="282893"/>
                  </a:lnTo>
                  <a:lnTo>
                    <a:pt x="467691" y="278765"/>
                  </a:lnTo>
                  <a:lnTo>
                    <a:pt x="442942" y="274320"/>
                  </a:lnTo>
                  <a:lnTo>
                    <a:pt x="418510" y="269240"/>
                  </a:lnTo>
                  <a:close/>
                  <a:moveTo>
                    <a:pt x="299208" y="238125"/>
                  </a:moveTo>
                  <a:lnTo>
                    <a:pt x="283026" y="252730"/>
                  </a:lnTo>
                  <a:lnTo>
                    <a:pt x="275411" y="260033"/>
                  </a:lnTo>
                  <a:lnTo>
                    <a:pt x="267479" y="267653"/>
                  </a:lnTo>
                  <a:lnTo>
                    <a:pt x="253835" y="281940"/>
                  </a:lnTo>
                  <a:lnTo>
                    <a:pt x="240191" y="296863"/>
                  </a:lnTo>
                  <a:lnTo>
                    <a:pt x="227182" y="311785"/>
                  </a:lnTo>
                  <a:lnTo>
                    <a:pt x="214490" y="327343"/>
                  </a:lnTo>
                  <a:lnTo>
                    <a:pt x="202433" y="343218"/>
                  </a:lnTo>
                  <a:lnTo>
                    <a:pt x="190376" y="359093"/>
                  </a:lnTo>
                  <a:lnTo>
                    <a:pt x="178954" y="375603"/>
                  </a:lnTo>
                  <a:lnTo>
                    <a:pt x="168483" y="392430"/>
                  </a:lnTo>
                  <a:lnTo>
                    <a:pt x="178002" y="398145"/>
                  </a:lnTo>
                  <a:lnTo>
                    <a:pt x="188472" y="403860"/>
                  </a:lnTo>
                  <a:lnTo>
                    <a:pt x="198943" y="409575"/>
                  </a:lnTo>
                  <a:lnTo>
                    <a:pt x="210048" y="414973"/>
                  </a:lnTo>
                  <a:lnTo>
                    <a:pt x="221471" y="420053"/>
                  </a:lnTo>
                  <a:lnTo>
                    <a:pt x="232894" y="425450"/>
                  </a:lnTo>
                  <a:lnTo>
                    <a:pt x="245268" y="430848"/>
                  </a:lnTo>
                  <a:lnTo>
                    <a:pt x="257642" y="435610"/>
                  </a:lnTo>
                  <a:lnTo>
                    <a:pt x="268430" y="439738"/>
                  </a:lnTo>
                  <a:lnTo>
                    <a:pt x="277315" y="414655"/>
                  </a:lnTo>
                  <a:lnTo>
                    <a:pt x="287151" y="390208"/>
                  </a:lnTo>
                  <a:lnTo>
                    <a:pt x="297304" y="366078"/>
                  </a:lnTo>
                  <a:lnTo>
                    <a:pt x="302381" y="354330"/>
                  </a:lnTo>
                  <a:lnTo>
                    <a:pt x="308409" y="342900"/>
                  </a:lnTo>
                  <a:lnTo>
                    <a:pt x="313803" y="331153"/>
                  </a:lnTo>
                  <a:lnTo>
                    <a:pt x="319515" y="319723"/>
                  </a:lnTo>
                  <a:lnTo>
                    <a:pt x="325543" y="308610"/>
                  </a:lnTo>
                  <a:lnTo>
                    <a:pt x="331572" y="297498"/>
                  </a:lnTo>
                  <a:lnTo>
                    <a:pt x="337600" y="286703"/>
                  </a:lnTo>
                  <a:lnTo>
                    <a:pt x="344264" y="275908"/>
                  </a:lnTo>
                  <a:lnTo>
                    <a:pt x="350609" y="265430"/>
                  </a:lnTo>
                  <a:lnTo>
                    <a:pt x="357590" y="254953"/>
                  </a:lnTo>
                  <a:lnTo>
                    <a:pt x="349023" y="253048"/>
                  </a:lnTo>
                  <a:lnTo>
                    <a:pt x="323957" y="245745"/>
                  </a:lnTo>
                  <a:lnTo>
                    <a:pt x="299208" y="238125"/>
                  </a:lnTo>
                  <a:close/>
                  <a:moveTo>
                    <a:pt x="1081336" y="129223"/>
                  </a:moveTo>
                  <a:lnTo>
                    <a:pt x="1090538" y="137795"/>
                  </a:lnTo>
                  <a:lnTo>
                    <a:pt x="1099422" y="146368"/>
                  </a:lnTo>
                  <a:lnTo>
                    <a:pt x="1107989" y="155575"/>
                  </a:lnTo>
                  <a:lnTo>
                    <a:pt x="1116873" y="164465"/>
                  </a:lnTo>
                  <a:lnTo>
                    <a:pt x="1125123" y="173990"/>
                  </a:lnTo>
                  <a:lnTo>
                    <a:pt x="1133690" y="183833"/>
                  </a:lnTo>
                  <a:lnTo>
                    <a:pt x="1141622" y="193358"/>
                  </a:lnTo>
                  <a:lnTo>
                    <a:pt x="1149555" y="203518"/>
                  </a:lnTo>
                  <a:lnTo>
                    <a:pt x="1164467" y="199708"/>
                  </a:lnTo>
                  <a:lnTo>
                    <a:pt x="1179380" y="195898"/>
                  </a:lnTo>
                  <a:lnTo>
                    <a:pt x="1188899" y="193358"/>
                  </a:lnTo>
                  <a:lnTo>
                    <a:pt x="1175890" y="184468"/>
                  </a:lnTo>
                  <a:lnTo>
                    <a:pt x="1162881" y="175578"/>
                  </a:lnTo>
                  <a:lnTo>
                    <a:pt x="1149872" y="167323"/>
                  </a:lnTo>
                  <a:lnTo>
                    <a:pt x="1136863" y="159068"/>
                  </a:lnTo>
                  <a:lnTo>
                    <a:pt x="1123219" y="151130"/>
                  </a:lnTo>
                  <a:lnTo>
                    <a:pt x="1109258" y="143510"/>
                  </a:lnTo>
                  <a:lnTo>
                    <a:pt x="1095297" y="136208"/>
                  </a:lnTo>
                  <a:lnTo>
                    <a:pt x="1081336" y="129223"/>
                  </a:lnTo>
                  <a:close/>
                  <a:moveTo>
                    <a:pt x="462297" y="129223"/>
                  </a:moveTo>
                  <a:lnTo>
                    <a:pt x="448336" y="136208"/>
                  </a:lnTo>
                  <a:lnTo>
                    <a:pt x="434375" y="143510"/>
                  </a:lnTo>
                  <a:lnTo>
                    <a:pt x="420731" y="151130"/>
                  </a:lnTo>
                  <a:lnTo>
                    <a:pt x="407088" y="159068"/>
                  </a:lnTo>
                  <a:lnTo>
                    <a:pt x="394079" y="167323"/>
                  </a:lnTo>
                  <a:lnTo>
                    <a:pt x="380752" y="175578"/>
                  </a:lnTo>
                  <a:lnTo>
                    <a:pt x="367743" y="184468"/>
                  </a:lnTo>
                  <a:lnTo>
                    <a:pt x="355052" y="193358"/>
                  </a:lnTo>
                  <a:lnTo>
                    <a:pt x="374406" y="198438"/>
                  </a:lnTo>
                  <a:lnTo>
                    <a:pt x="394079" y="203518"/>
                  </a:lnTo>
                  <a:lnTo>
                    <a:pt x="402011" y="193358"/>
                  </a:lnTo>
                  <a:lnTo>
                    <a:pt x="410261" y="183833"/>
                  </a:lnTo>
                  <a:lnTo>
                    <a:pt x="418510" y="173990"/>
                  </a:lnTo>
                  <a:lnTo>
                    <a:pt x="427077" y="164465"/>
                  </a:lnTo>
                  <a:lnTo>
                    <a:pt x="435644" y="155575"/>
                  </a:lnTo>
                  <a:lnTo>
                    <a:pt x="444528" y="146368"/>
                  </a:lnTo>
                  <a:lnTo>
                    <a:pt x="453095" y="137795"/>
                  </a:lnTo>
                  <a:lnTo>
                    <a:pt x="462297" y="129223"/>
                  </a:lnTo>
                  <a:close/>
                  <a:moveTo>
                    <a:pt x="931891" y="96838"/>
                  </a:moveTo>
                  <a:lnTo>
                    <a:pt x="942045" y="110490"/>
                  </a:lnTo>
                  <a:lnTo>
                    <a:pt x="951881" y="125413"/>
                  </a:lnTo>
                  <a:lnTo>
                    <a:pt x="961717" y="140970"/>
                  </a:lnTo>
                  <a:lnTo>
                    <a:pt x="970918" y="157480"/>
                  </a:lnTo>
                  <a:lnTo>
                    <a:pt x="979803" y="174625"/>
                  </a:lnTo>
                  <a:lnTo>
                    <a:pt x="988369" y="192405"/>
                  </a:lnTo>
                  <a:lnTo>
                    <a:pt x="996936" y="210820"/>
                  </a:lnTo>
                  <a:lnTo>
                    <a:pt x="1004869" y="230188"/>
                  </a:lnTo>
                  <a:lnTo>
                    <a:pt x="1025176" y="227330"/>
                  </a:lnTo>
                  <a:lnTo>
                    <a:pt x="1045165" y="224155"/>
                  </a:lnTo>
                  <a:lnTo>
                    <a:pt x="1065472" y="220980"/>
                  </a:lnTo>
                  <a:lnTo>
                    <a:pt x="1084827" y="217170"/>
                  </a:lnTo>
                  <a:lnTo>
                    <a:pt x="1076260" y="207645"/>
                  </a:lnTo>
                  <a:lnTo>
                    <a:pt x="1067376" y="198120"/>
                  </a:lnTo>
                  <a:lnTo>
                    <a:pt x="1058491" y="188913"/>
                  </a:lnTo>
                  <a:lnTo>
                    <a:pt x="1049607" y="180023"/>
                  </a:lnTo>
                  <a:lnTo>
                    <a:pt x="1040406" y="171450"/>
                  </a:lnTo>
                  <a:lnTo>
                    <a:pt x="1031204" y="163195"/>
                  </a:lnTo>
                  <a:lnTo>
                    <a:pt x="1021685" y="155258"/>
                  </a:lnTo>
                  <a:lnTo>
                    <a:pt x="1011849" y="147320"/>
                  </a:lnTo>
                  <a:lnTo>
                    <a:pt x="1002648" y="140018"/>
                  </a:lnTo>
                  <a:lnTo>
                    <a:pt x="992494" y="133033"/>
                  </a:lnTo>
                  <a:lnTo>
                    <a:pt x="982975" y="126048"/>
                  </a:lnTo>
                  <a:lnTo>
                    <a:pt x="972822" y="119380"/>
                  </a:lnTo>
                  <a:lnTo>
                    <a:pt x="962986" y="113348"/>
                  </a:lnTo>
                  <a:lnTo>
                    <a:pt x="952515" y="107315"/>
                  </a:lnTo>
                  <a:lnTo>
                    <a:pt x="942045" y="101918"/>
                  </a:lnTo>
                  <a:lnTo>
                    <a:pt x="931891" y="96838"/>
                  </a:lnTo>
                  <a:close/>
                  <a:moveTo>
                    <a:pt x="611742" y="96838"/>
                  </a:moveTo>
                  <a:lnTo>
                    <a:pt x="601589" y="101918"/>
                  </a:lnTo>
                  <a:lnTo>
                    <a:pt x="591118" y="107315"/>
                  </a:lnTo>
                  <a:lnTo>
                    <a:pt x="580965" y="113348"/>
                  </a:lnTo>
                  <a:lnTo>
                    <a:pt x="570811" y="119698"/>
                  </a:lnTo>
                  <a:lnTo>
                    <a:pt x="560658" y="126048"/>
                  </a:lnTo>
                  <a:lnTo>
                    <a:pt x="551139" y="133033"/>
                  </a:lnTo>
                  <a:lnTo>
                    <a:pt x="540986" y="140018"/>
                  </a:lnTo>
                  <a:lnTo>
                    <a:pt x="531784" y="147320"/>
                  </a:lnTo>
                  <a:lnTo>
                    <a:pt x="521948" y="155258"/>
                  </a:lnTo>
                  <a:lnTo>
                    <a:pt x="512746" y="163195"/>
                  </a:lnTo>
                  <a:lnTo>
                    <a:pt x="503228" y="171450"/>
                  </a:lnTo>
                  <a:lnTo>
                    <a:pt x="494343" y="180023"/>
                  </a:lnTo>
                  <a:lnTo>
                    <a:pt x="485142" y="189230"/>
                  </a:lnTo>
                  <a:lnTo>
                    <a:pt x="476258" y="198120"/>
                  </a:lnTo>
                  <a:lnTo>
                    <a:pt x="467691" y="207645"/>
                  </a:lnTo>
                  <a:lnTo>
                    <a:pt x="458807" y="217170"/>
                  </a:lnTo>
                  <a:lnTo>
                    <a:pt x="478479" y="220980"/>
                  </a:lnTo>
                  <a:lnTo>
                    <a:pt x="498468" y="224155"/>
                  </a:lnTo>
                  <a:lnTo>
                    <a:pt x="518458" y="227330"/>
                  </a:lnTo>
                  <a:lnTo>
                    <a:pt x="538764" y="230188"/>
                  </a:lnTo>
                  <a:lnTo>
                    <a:pt x="547014" y="210820"/>
                  </a:lnTo>
                  <a:lnTo>
                    <a:pt x="555264" y="192405"/>
                  </a:lnTo>
                  <a:lnTo>
                    <a:pt x="564148" y="174625"/>
                  </a:lnTo>
                  <a:lnTo>
                    <a:pt x="573032" y="157480"/>
                  </a:lnTo>
                  <a:lnTo>
                    <a:pt x="582234" y="140970"/>
                  </a:lnTo>
                  <a:lnTo>
                    <a:pt x="591753" y="125413"/>
                  </a:lnTo>
                  <a:lnTo>
                    <a:pt x="601589" y="110490"/>
                  </a:lnTo>
                  <a:lnTo>
                    <a:pt x="611742" y="96838"/>
                  </a:lnTo>
                  <a:close/>
                  <a:moveTo>
                    <a:pt x="801166" y="63818"/>
                  </a:moveTo>
                  <a:lnTo>
                    <a:pt x="801166" y="245110"/>
                  </a:lnTo>
                  <a:lnTo>
                    <a:pt x="837655" y="244158"/>
                  </a:lnTo>
                  <a:lnTo>
                    <a:pt x="873509" y="242570"/>
                  </a:lnTo>
                  <a:lnTo>
                    <a:pt x="909363" y="240348"/>
                  </a:lnTo>
                  <a:lnTo>
                    <a:pt x="944266" y="237173"/>
                  </a:lnTo>
                  <a:lnTo>
                    <a:pt x="935064" y="216853"/>
                  </a:lnTo>
                  <a:lnTo>
                    <a:pt x="925545" y="197803"/>
                  </a:lnTo>
                  <a:lnTo>
                    <a:pt x="916027" y="179705"/>
                  </a:lnTo>
                  <a:lnTo>
                    <a:pt x="906190" y="162878"/>
                  </a:lnTo>
                  <a:lnTo>
                    <a:pt x="901114" y="155258"/>
                  </a:lnTo>
                  <a:lnTo>
                    <a:pt x="896037" y="147320"/>
                  </a:lnTo>
                  <a:lnTo>
                    <a:pt x="890960" y="140018"/>
                  </a:lnTo>
                  <a:lnTo>
                    <a:pt x="885884" y="133033"/>
                  </a:lnTo>
                  <a:lnTo>
                    <a:pt x="880807" y="126048"/>
                  </a:lnTo>
                  <a:lnTo>
                    <a:pt x="875730" y="119698"/>
                  </a:lnTo>
                  <a:lnTo>
                    <a:pt x="870019" y="113665"/>
                  </a:lnTo>
                  <a:lnTo>
                    <a:pt x="864942" y="107633"/>
                  </a:lnTo>
                  <a:lnTo>
                    <a:pt x="856693" y="99695"/>
                  </a:lnTo>
                  <a:lnTo>
                    <a:pt x="848760" y="92075"/>
                  </a:lnTo>
                  <a:lnTo>
                    <a:pt x="840828" y="85725"/>
                  </a:lnTo>
                  <a:lnTo>
                    <a:pt x="832896" y="79693"/>
                  </a:lnTo>
                  <a:lnTo>
                    <a:pt x="824963" y="74613"/>
                  </a:lnTo>
                  <a:lnTo>
                    <a:pt x="817031" y="70168"/>
                  </a:lnTo>
                  <a:lnTo>
                    <a:pt x="809099" y="66675"/>
                  </a:lnTo>
                  <a:lnTo>
                    <a:pt x="801166" y="63818"/>
                  </a:lnTo>
                  <a:close/>
                  <a:moveTo>
                    <a:pt x="742467" y="63818"/>
                  </a:moveTo>
                  <a:lnTo>
                    <a:pt x="734535" y="66675"/>
                  </a:lnTo>
                  <a:lnTo>
                    <a:pt x="726920" y="70168"/>
                  </a:lnTo>
                  <a:lnTo>
                    <a:pt x="718987" y="74613"/>
                  </a:lnTo>
                  <a:lnTo>
                    <a:pt x="711055" y="79693"/>
                  </a:lnTo>
                  <a:lnTo>
                    <a:pt x="703123" y="85725"/>
                  </a:lnTo>
                  <a:lnTo>
                    <a:pt x="694873" y="92075"/>
                  </a:lnTo>
                  <a:lnTo>
                    <a:pt x="686941" y="99695"/>
                  </a:lnTo>
                  <a:lnTo>
                    <a:pt x="678691" y="107633"/>
                  </a:lnTo>
                  <a:lnTo>
                    <a:pt x="673614" y="113665"/>
                  </a:lnTo>
                  <a:lnTo>
                    <a:pt x="668538" y="119698"/>
                  </a:lnTo>
                  <a:lnTo>
                    <a:pt x="662826" y="126048"/>
                  </a:lnTo>
                  <a:lnTo>
                    <a:pt x="657750" y="133033"/>
                  </a:lnTo>
                  <a:lnTo>
                    <a:pt x="652990" y="140018"/>
                  </a:lnTo>
                  <a:lnTo>
                    <a:pt x="647596" y="147320"/>
                  </a:lnTo>
                  <a:lnTo>
                    <a:pt x="642519" y="154940"/>
                  </a:lnTo>
                  <a:lnTo>
                    <a:pt x="637760" y="162878"/>
                  </a:lnTo>
                  <a:lnTo>
                    <a:pt x="632683" y="171450"/>
                  </a:lnTo>
                  <a:lnTo>
                    <a:pt x="627607" y="179705"/>
                  </a:lnTo>
                  <a:lnTo>
                    <a:pt x="618088" y="197803"/>
                  </a:lnTo>
                  <a:lnTo>
                    <a:pt x="608569" y="216853"/>
                  </a:lnTo>
                  <a:lnTo>
                    <a:pt x="599685" y="237173"/>
                  </a:lnTo>
                  <a:lnTo>
                    <a:pt x="634587" y="240030"/>
                  </a:lnTo>
                  <a:lnTo>
                    <a:pt x="670124" y="242570"/>
                  </a:lnTo>
                  <a:lnTo>
                    <a:pt x="705978" y="244158"/>
                  </a:lnTo>
                  <a:lnTo>
                    <a:pt x="742467" y="245110"/>
                  </a:lnTo>
                  <a:lnTo>
                    <a:pt x="742467" y="63818"/>
                  </a:lnTo>
                  <a:close/>
                  <a:moveTo>
                    <a:pt x="754841" y="0"/>
                  </a:moveTo>
                  <a:lnTo>
                    <a:pt x="771975" y="0"/>
                  </a:lnTo>
                  <a:lnTo>
                    <a:pt x="789109" y="0"/>
                  </a:lnTo>
                  <a:lnTo>
                    <a:pt x="806243" y="635"/>
                  </a:lnTo>
                  <a:lnTo>
                    <a:pt x="823377" y="1588"/>
                  </a:lnTo>
                  <a:lnTo>
                    <a:pt x="840193" y="2858"/>
                  </a:lnTo>
                  <a:lnTo>
                    <a:pt x="856693" y="4445"/>
                  </a:lnTo>
                  <a:lnTo>
                    <a:pt x="873509" y="6350"/>
                  </a:lnTo>
                  <a:lnTo>
                    <a:pt x="890008" y="9208"/>
                  </a:lnTo>
                  <a:lnTo>
                    <a:pt x="906508" y="11748"/>
                  </a:lnTo>
                  <a:lnTo>
                    <a:pt x="923007" y="14923"/>
                  </a:lnTo>
                  <a:lnTo>
                    <a:pt x="939189" y="18098"/>
                  </a:lnTo>
                  <a:lnTo>
                    <a:pt x="955371" y="21908"/>
                  </a:lnTo>
                  <a:lnTo>
                    <a:pt x="971236" y="25718"/>
                  </a:lnTo>
                  <a:lnTo>
                    <a:pt x="987100" y="30480"/>
                  </a:lnTo>
                  <a:lnTo>
                    <a:pt x="1002965" y="35243"/>
                  </a:lnTo>
                  <a:lnTo>
                    <a:pt x="1018512" y="40005"/>
                  </a:lnTo>
                  <a:lnTo>
                    <a:pt x="1034060" y="45720"/>
                  </a:lnTo>
                  <a:lnTo>
                    <a:pt x="1049290" y="51435"/>
                  </a:lnTo>
                  <a:lnTo>
                    <a:pt x="1064520" y="57150"/>
                  </a:lnTo>
                  <a:lnTo>
                    <a:pt x="1079115" y="63818"/>
                  </a:lnTo>
                  <a:lnTo>
                    <a:pt x="1094028" y="70168"/>
                  </a:lnTo>
                  <a:lnTo>
                    <a:pt x="1108624" y="76835"/>
                  </a:lnTo>
                  <a:lnTo>
                    <a:pt x="1123219" y="84455"/>
                  </a:lnTo>
                  <a:lnTo>
                    <a:pt x="1137497" y="91758"/>
                  </a:lnTo>
                  <a:lnTo>
                    <a:pt x="1151458" y="99695"/>
                  </a:lnTo>
                  <a:lnTo>
                    <a:pt x="1165419" y="107633"/>
                  </a:lnTo>
                  <a:lnTo>
                    <a:pt x="1179063" y="116205"/>
                  </a:lnTo>
                  <a:lnTo>
                    <a:pt x="1192707" y="124778"/>
                  </a:lnTo>
                  <a:lnTo>
                    <a:pt x="1206033" y="133668"/>
                  </a:lnTo>
                  <a:lnTo>
                    <a:pt x="1219042" y="142558"/>
                  </a:lnTo>
                  <a:lnTo>
                    <a:pt x="1232051" y="152400"/>
                  </a:lnTo>
                  <a:lnTo>
                    <a:pt x="1244743" y="161925"/>
                  </a:lnTo>
                  <a:lnTo>
                    <a:pt x="1257434" y="171768"/>
                  </a:lnTo>
                  <a:lnTo>
                    <a:pt x="1270126" y="182245"/>
                  </a:lnTo>
                  <a:lnTo>
                    <a:pt x="1282818" y="193358"/>
                  </a:lnTo>
                  <a:lnTo>
                    <a:pt x="1295192" y="204470"/>
                  </a:lnTo>
                  <a:lnTo>
                    <a:pt x="1307567" y="215900"/>
                  </a:lnTo>
                  <a:lnTo>
                    <a:pt x="1323749" y="232093"/>
                  </a:lnTo>
                  <a:lnTo>
                    <a:pt x="1339296" y="248920"/>
                  </a:lnTo>
                  <a:lnTo>
                    <a:pt x="1354844" y="266065"/>
                  </a:lnTo>
                  <a:lnTo>
                    <a:pt x="1369756" y="283528"/>
                  </a:lnTo>
                  <a:lnTo>
                    <a:pt x="1384035" y="301625"/>
                  </a:lnTo>
                  <a:lnTo>
                    <a:pt x="1397995" y="320358"/>
                  </a:lnTo>
                  <a:lnTo>
                    <a:pt x="1411322" y="339090"/>
                  </a:lnTo>
                  <a:lnTo>
                    <a:pt x="1423696" y="358775"/>
                  </a:lnTo>
                  <a:lnTo>
                    <a:pt x="1431629" y="371158"/>
                  </a:lnTo>
                  <a:lnTo>
                    <a:pt x="1439244" y="383858"/>
                  </a:lnTo>
                  <a:lnTo>
                    <a:pt x="1446859" y="396875"/>
                  </a:lnTo>
                  <a:lnTo>
                    <a:pt x="1453839" y="410210"/>
                  </a:lnTo>
                  <a:lnTo>
                    <a:pt x="1463675" y="429260"/>
                  </a:lnTo>
                  <a:lnTo>
                    <a:pt x="1301855" y="429260"/>
                  </a:lnTo>
                  <a:lnTo>
                    <a:pt x="1321528" y="420370"/>
                  </a:lnTo>
                  <a:lnTo>
                    <a:pt x="1340565" y="411480"/>
                  </a:lnTo>
                  <a:lnTo>
                    <a:pt x="1358651" y="401955"/>
                  </a:lnTo>
                  <a:lnTo>
                    <a:pt x="1375785" y="392430"/>
                  </a:lnTo>
                  <a:lnTo>
                    <a:pt x="1364680" y="375603"/>
                  </a:lnTo>
                  <a:lnTo>
                    <a:pt x="1353257" y="359093"/>
                  </a:lnTo>
                  <a:lnTo>
                    <a:pt x="1341517" y="343218"/>
                  </a:lnTo>
                  <a:lnTo>
                    <a:pt x="1329143" y="327343"/>
                  </a:lnTo>
                  <a:lnTo>
                    <a:pt x="1316451" y="311785"/>
                  </a:lnTo>
                  <a:lnTo>
                    <a:pt x="1303442" y="296863"/>
                  </a:lnTo>
                  <a:lnTo>
                    <a:pt x="1290116" y="281940"/>
                  </a:lnTo>
                  <a:lnTo>
                    <a:pt x="1276155" y="267653"/>
                  </a:lnTo>
                  <a:lnTo>
                    <a:pt x="1268222" y="260033"/>
                  </a:lnTo>
                  <a:lnTo>
                    <a:pt x="1260607" y="252730"/>
                  </a:lnTo>
                  <a:lnTo>
                    <a:pt x="1244425" y="238125"/>
                  </a:lnTo>
                  <a:lnTo>
                    <a:pt x="1215869" y="246698"/>
                  </a:lnTo>
                  <a:lnTo>
                    <a:pt x="1200956" y="250825"/>
                  </a:lnTo>
                  <a:lnTo>
                    <a:pt x="1186361" y="254953"/>
                  </a:lnTo>
                  <a:lnTo>
                    <a:pt x="1198735" y="274955"/>
                  </a:lnTo>
                  <a:lnTo>
                    <a:pt x="1210792" y="295275"/>
                  </a:lnTo>
                  <a:lnTo>
                    <a:pt x="1222215" y="316230"/>
                  </a:lnTo>
                  <a:lnTo>
                    <a:pt x="1233003" y="337820"/>
                  </a:lnTo>
                  <a:lnTo>
                    <a:pt x="1243473" y="360045"/>
                  </a:lnTo>
                  <a:lnTo>
                    <a:pt x="1253310" y="382588"/>
                  </a:lnTo>
                  <a:lnTo>
                    <a:pt x="1262828" y="405448"/>
                  </a:lnTo>
                  <a:lnTo>
                    <a:pt x="1271395" y="429260"/>
                  </a:lnTo>
                  <a:lnTo>
                    <a:pt x="1208888" y="429260"/>
                  </a:lnTo>
                  <a:lnTo>
                    <a:pt x="1200004" y="407353"/>
                  </a:lnTo>
                  <a:lnTo>
                    <a:pt x="1190803" y="385763"/>
                  </a:lnTo>
                  <a:lnTo>
                    <a:pt x="1180967" y="365125"/>
                  </a:lnTo>
                  <a:lnTo>
                    <a:pt x="1170813" y="344805"/>
                  </a:lnTo>
                  <a:lnTo>
                    <a:pt x="1160025" y="325120"/>
                  </a:lnTo>
                  <a:lnTo>
                    <a:pt x="1148603" y="306070"/>
                  </a:lnTo>
                  <a:lnTo>
                    <a:pt x="1137180" y="287020"/>
                  </a:lnTo>
                  <a:lnTo>
                    <a:pt x="1125123" y="269240"/>
                  </a:lnTo>
                  <a:lnTo>
                    <a:pt x="1101009" y="274320"/>
                  </a:lnTo>
                  <a:lnTo>
                    <a:pt x="1076260" y="278765"/>
                  </a:lnTo>
                  <a:lnTo>
                    <a:pt x="1051194" y="282893"/>
                  </a:lnTo>
                  <a:lnTo>
                    <a:pt x="1025493" y="286703"/>
                  </a:lnTo>
                  <a:lnTo>
                    <a:pt x="1031204" y="303213"/>
                  </a:lnTo>
                  <a:lnTo>
                    <a:pt x="1036281" y="320040"/>
                  </a:lnTo>
                  <a:lnTo>
                    <a:pt x="1041040" y="337503"/>
                  </a:lnTo>
                  <a:lnTo>
                    <a:pt x="1045800" y="355283"/>
                  </a:lnTo>
                  <a:lnTo>
                    <a:pt x="1050559" y="373063"/>
                  </a:lnTo>
                  <a:lnTo>
                    <a:pt x="1054684" y="391478"/>
                  </a:lnTo>
                  <a:lnTo>
                    <a:pt x="1058809" y="410528"/>
                  </a:lnTo>
                  <a:lnTo>
                    <a:pt x="1062616" y="429260"/>
                  </a:lnTo>
                  <a:lnTo>
                    <a:pt x="1002965" y="429260"/>
                  </a:lnTo>
                  <a:lnTo>
                    <a:pt x="999475" y="412750"/>
                  </a:lnTo>
                  <a:lnTo>
                    <a:pt x="995667" y="396240"/>
                  </a:lnTo>
                  <a:lnTo>
                    <a:pt x="991542" y="380365"/>
                  </a:lnTo>
                  <a:lnTo>
                    <a:pt x="987418" y="364490"/>
                  </a:lnTo>
                  <a:lnTo>
                    <a:pt x="982658" y="346075"/>
                  </a:lnTo>
                  <a:lnTo>
                    <a:pt x="976947" y="328295"/>
                  </a:lnTo>
                  <a:lnTo>
                    <a:pt x="971553" y="311150"/>
                  </a:lnTo>
                  <a:lnTo>
                    <a:pt x="966159" y="294005"/>
                  </a:lnTo>
                  <a:lnTo>
                    <a:pt x="946169" y="295910"/>
                  </a:lnTo>
                  <a:lnTo>
                    <a:pt x="926180" y="297815"/>
                  </a:lnTo>
                  <a:lnTo>
                    <a:pt x="905556" y="299403"/>
                  </a:lnTo>
                  <a:lnTo>
                    <a:pt x="884932" y="300673"/>
                  </a:lnTo>
                  <a:lnTo>
                    <a:pt x="864308" y="301625"/>
                  </a:lnTo>
                  <a:lnTo>
                    <a:pt x="843684" y="302578"/>
                  </a:lnTo>
                  <a:lnTo>
                    <a:pt x="822742" y="303213"/>
                  </a:lnTo>
                  <a:lnTo>
                    <a:pt x="801166" y="303848"/>
                  </a:lnTo>
                  <a:lnTo>
                    <a:pt x="801166" y="519748"/>
                  </a:lnTo>
                  <a:lnTo>
                    <a:pt x="822108" y="519113"/>
                  </a:lnTo>
                  <a:lnTo>
                    <a:pt x="843366" y="518478"/>
                  </a:lnTo>
                  <a:lnTo>
                    <a:pt x="864308" y="517525"/>
                  </a:lnTo>
                  <a:lnTo>
                    <a:pt x="884614" y="516573"/>
                  </a:lnTo>
                  <a:lnTo>
                    <a:pt x="884614" y="575310"/>
                  </a:lnTo>
                  <a:lnTo>
                    <a:pt x="864308" y="576263"/>
                  </a:lnTo>
                  <a:lnTo>
                    <a:pt x="843366" y="577215"/>
                  </a:lnTo>
                  <a:lnTo>
                    <a:pt x="822108" y="577850"/>
                  </a:lnTo>
                  <a:lnTo>
                    <a:pt x="801166" y="578168"/>
                  </a:lnTo>
                  <a:lnTo>
                    <a:pt x="801166" y="742950"/>
                  </a:lnTo>
                  <a:lnTo>
                    <a:pt x="884614" y="742950"/>
                  </a:lnTo>
                  <a:lnTo>
                    <a:pt x="884614" y="801688"/>
                  </a:lnTo>
                  <a:lnTo>
                    <a:pt x="801166" y="801688"/>
                  </a:lnTo>
                  <a:lnTo>
                    <a:pt x="801166" y="965835"/>
                  </a:lnTo>
                  <a:lnTo>
                    <a:pt x="822108" y="966470"/>
                  </a:lnTo>
                  <a:lnTo>
                    <a:pt x="843366" y="967105"/>
                  </a:lnTo>
                  <a:lnTo>
                    <a:pt x="864308" y="968058"/>
                  </a:lnTo>
                  <a:lnTo>
                    <a:pt x="884614" y="969010"/>
                  </a:lnTo>
                  <a:lnTo>
                    <a:pt x="884614" y="1028065"/>
                  </a:lnTo>
                  <a:lnTo>
                    <a:pt x="864308" y="1026795"/>
                  </a:lnTo>
                  <a:lnTo>
                    <a:pt x="843366" y="1025843"/>
                  </a:lnTo>
                  <a:lnTo>
                    <a:pt x="822108" y="1025208"/>
                  </a:lnTo>
                  <a:lnTo>
                    <a:pt x="801166" y="1024890"/>
                  </a:lnTo>
                  <a:lnTo>
                    <a:pt x="801166" y="1240473"/>
                  </a:lnTo>
                  <a:lnTo>
                    <a:pt x="824963" y="1240790"/>
                  </a:lnTo>
                  <a:lnTo>
                    <a:pt x="848126" y="1241743"/>
                  </a:lnTo>
                  <a:lnTo>
                    <a:pt x="832896" y="1300163"/>
                  </a:lnTo>
                  <a:lnTo>
                    <a:pt x="801166" y="1299528"/>
                  </a:lnTo>
                  <a:lnTo>
                    <a:pt x="801166" y="1423353"/>
                  </a:lnTo>
                  <a:lnTo>
                    <a:pt x="771658" y="1538606"/>
                  </a:lnTo>
                  <a:lnTo>
                    <a:pt x="771023" y="1541781"/>
                  </a:lnTo>
                  <a:lnTo>
                    <a:pt x="771023" y="1544638"/>
                  </a:lnTo>
                  <a:lnTo>
                    <a:pt x="753890" y="1544321"/>
                  </a:lnTo>
                  <a:lnTo>
                    <a:pt x="736756" y="1543686"/>
                  </a:lnTo>
                  <a:lnTo>
                    <a:pt x="719622" y="1542733"/>
                  </a:lnTo>
                  <a:lnTo>
                    <a:pt x="702805" y="1541463"/>
                  </a:lnTo>
                  <a:lnTo>
                    <a:pt x="685989" y="1539558"/>
                  </a:lnTo>
                  <a:lnTo>
                    <a:pt x="669489" y="1537653"/>
                  </a:lnTo>
                  <a:lnTo>
                    <a:pt x="652673" y="1535431"/>
                  </a:lnTo>
                  <a:lnTo>
                    <a:pt x="636491" y="1532573"/>
                  </a:lnTo>
                  <a:lnTo>
                    <a:pt x="619992" y="1529716"/>
                  </a:lnTo>
                  <a:lnTo>
                    <a:pt x="603810" y="1526223"/>
                  </a:lnTo>
                  <a:lnTo>
                    <a:pt x="587628" y="1522096"/>
                  </a:lnTo>
                  <a:lnTo>
                    <a:pt x="571763" y="1518286"/>
                  </a:lnTo>
                  <a:lnTo>
                    <a:pt x="555898" y="1513841"/>
                  </a:lnTo>
                  <a:lnTo>
                    <a:pt x="540351" y="1509078"/>
                  </a:lnTo>
                  <a:lnTo>
                    <a:pt x="524486" y="1503998"/>
                  </a:lnTo>
                  <a:lnTo>
                    <a:pt x="509256" y="1498601"/>
                  </a:lnTo>
                  <a:lnTo>
                    <a:pt x="494343" y="1492886"/>
                  </a:lnTo>
                  <a:lnTo>
                    <a:pt x="479113" y="1486853"/>
                  </a:lnTo>
                  <a:lnTo>
                    <a:pt x="464200" y="1480503"/>
                  </a:lnTo>
                  <a:lnTo>
                    <a:pt x="449288" y="1474153"/>
                  </a:lnTo>
                  <a:lnTo>
                    <a:pt x="434692" y="1467168"/>
                  </a:lnTo>
                  <a:lnTo>
                    <a:pt x="420414" y="1459866"/>
                  </a:lnTo>
                  <a:lnTo>
                    <a:pt x="406136" y="1452246"/>
                  </a:lnTo>
                  <a:lnTo>
                    <a:pt x="392175" y="1444626"/>
                  </a:lnTo>
                  <a:lnTo>
                    <a:pt x="378214" y="1436688"/>
                  </a:lnTo>
                  <a:lnTo>
                    <a:pt x="364570" y="1428116"/>
                  </a:lnTo>
                  <a:lnTo>
                    <a:pt x="350927" y="1419861"/>
                  </a:lnTo>
                  <a:lnTo>
                    <a:pt x="337600" y="1410653"/>
                  </a:lnTo>
                  <a:lnTo>
                    <a:pt x="324591" y="1401763"/>
                  </a:lnTo>
                  <a:lnTo>
                    <a:pt x="311582" y="1392238"/>
                  </a:lnTo>
                  <a:lnTo>
                    <a:pt x="298891" y="1382396"/>
                  </a:lnTo>
                  <a:lnTo>
                    <a:pt x="286199" y="1372553"/>
                  </a:lnTo>
                  <a:lnTo>
                    <a:pt x="273507" y="1361758"/>
                  </a:lnTo>
                  <a:lnTo>
                    <a:pt x="260815" y="1351280"/>
                  </a:lnTo>
                  <a:lnTo>
                    <a:pt x="248441" y="1339850"/>
                  </a:lnTo>
                  <a:lnTo>
                    <a:pt x="236701" y="1328420"/>
                  </a:lnTo>
                  <a:lnTo>
                    <a:pt x="220202" y="1311910"/>
                  </a:lnTo>
                  <a:lnTo>
                    <a:pt x="204337" y="1295400"/>
                  </a:lnTo>
                  <a:lnTo>
                    <a:pt x="188790" y="1278255"/>
                  </a:lnTo>
                  <a:lnTo>
                    <a:pt x="173877" y="1260475"/>
                  </a:lnTo>
                  <a:lnTo>
                    <a:pt x="159599" y="1242378"/>
                  </a:lnTo>
                  <a:lnTo>
                    <a:pt x="145638" y="1223963"/>
                  </a:lnTo>
                  <a:lnTo>
                    <a:pt x="132629" y="1204913"/>
                  </a:lnTo>
                  <a:lnTo>
                    <a:pt x="119937" y="1185863"/>
                  </a:lnTo>
                  <a:lnTo>
                    <a:pt x="112005" y="1173163"/>
                  </a:lnTo>
                  <a:lnTo>
                    <a:pt x="104390" y="1160463"/>
                  </a:lnTo>
                  <a:lnTo>
                    <a:pt x="97409" y="1147445"/>
                  </a:lnTo>
                  <a:lnTo>
                    <a:pt x="90111" y="1134428"/>
                  </a:lnTo>
                  <a:lnTo>
                    <a:pt x="79641" y="1114108"/>
                  </a:lnTo>
                  <a:lnTo>
                    <a:pt x="69805" y="1093153"/>
                  </a:lnTo>
                  <a:lnTo>
                    <a:pt x="60286" y="1072198"/>
                  </a:lnTo>
                  <a:lnTo>
                    <a:pt x="51719" y="1050608"/>
                  </a:lnTo>
                  <a:lnTo>
                    <a:pt x="43469" y="1029018"/>
                  </a:lnTo>
                  <a:lnTo>
                    <a:pt x="36172" y="1006793"/>
                  </a:lnTo>
                  <a:lnTo>
                    <a:pt x="29826" y="984568"/>
                  </a:lnTo>
                  <a:lnTo>
                    <a:pt x="23480" y="961708"/>
                  </a:lnTo>
                  <a:lnTo>
                    <a:pt x="18086" y="939165"/>
                  </a:lnTo>
                  <a:lnTo>
                    <a:pt x="13326" y="915988"/>
                  </a:lnTo>
                  <a:lnTo>
                    <a:pt x="9202" y="892493"/>
                  </a:lnTo>
                  <a:lnTo>
                    <a:pt x="6029" y="868998"/>
                  </a:lnTo>
                  <a:lnTo>
                    <a:pt x="3490" y="845185"/>
                  </a:lnTo>
                  <a:lnTo>
                    <a:pt x="1587" y="820738"/>
                  </a:lnTo>
                  <a:lnTo>
                    <a:pt x="317" y="796608"/>
                  </a:lnTo>
                  <a:lnTo>
                    <a:pt x="0" y="772160"/>
                  </a:lnTo>
                  <a:lnTo>
                    <a:pt x="317" y="747713"/>
                  </a:lnTo>
                  <a:lnTo>
                    <a:pt x="1587" y="723583"/>
                  </a:lnTo>
                  <a:lnTo>
                    <a:pt x="3490" y="699453"/>
                  </a:lnTo>
                  <a:lnTo>
                    <a:pt x="6029" y="675640"/>
                  </a:lnTo>
                  <a:lnTo>
                    <a:pt x="9202" y="651828"/>
                  </a:lnTo>
                  <a:lnTo>
                    <a:pt x="13326" y="628650"/>
                  </a:lnTo>
                  <a:lnTo>
                    <a:pt x="18086" y="605473"/>
                  </a:lnTo>
                  <a:lnTo>
                    <a:pt x="23480" y="582295"/>
                  </a:lnTo>
                  <a:lnTo>
                    <a:pt x="29826" y="559753"/>
                  </a:lnTo>
                  <a:lnTo>
                    <a:pt x="36172" y="537528"/>
                  </a:lnTo>
                  <a:lnTo>
                    <a:pt x="43469" y="515620"/>
                  </a:lnTo>
                  <a:lnTo>
                    <a:pt x="51719" y="493713"/>
                  </a:lnTo>
                  <a:lnTo>
                    <a:pt x="60286" y="472440"/>
                  </a:lnTo>
                  <a:lnTo>
                    <a:pt x="69805" y="451168"/>
                  </a:lnTo>
                  <a:lnTo>
                    <a:pt x="79641" y="430530"/>
                  </a:lnTo>
                  <a:lnTo>
                    <a:pt x="90111" y="410210"/>
                  </a:lnTo>
                  <a:lnTo>
                    <a:pt x="97409" y="396875"/>
                  </a:lnTo>
                  <a:lnTo>
                    <a:pt x="104390" y="383858"/>
                  </a:lnTo>
                  <a:lnTo>
                    <a:pt x="112005" y="371158"/>
                  </a:lnTo>
                  <a:lnTo>
                    <a:pt x="119937" y="358775"/>
                  </a:lnTo>
                  <a:lnTo>
                    <a:pt x="132629" y="339090"/>
                  </a:lnTo>
                  <a:lnTo>
                    <a:pt x="145638" y="320040"/>
                  </a:lnTo>
                  <a:lnTo>
                    <a:pt x="159599" y="301625"/>
                  </a:lnTo>
                  <a:lnTo>
                    <a:pt x="173877" y="283528"/>
                  </a:lnTo>
                  <a:lnTo>
                    <a:pt x="188790" y="266065"/>
                  </a:lnTo>
                  <a:lnTo>
                    <a:pt x="204337" y="248920"/>
                  </a:lnTo>
                  <a:lnTo>
                    <a:pt x="220202" y="232093"/>
                  </a:lnTo>
                  <a:lnTo>
                    <a:pt x="236701" y="215900"/>
                  </a:lnTo>
                  <a:lnTo>
                    <a:pt x="248441" y="204470"/>
                  </a:lnTo>
                  <a:lnTo>
                    <a:pt x="260815" y="193358"/>
                  </a:lnTo>
                  <a:lnTo>
                    <a:pt x="273507" y="182245"/>
                  </a:lnTo>
                  <a:lnTo>
                    <a:pt x="286199" y="171768"/>
                  </a:lnTo>
                  <a:lnTo>
                    <a:pt x="298891" y="161925"/>
                  </a:lnTo>
                  <a:lnTo>
                    <a:pt x="311582" y="152400"/>
                  </a:lnTo>
                  <a:lnTo>
                    <a:pt x="324591" y="142558"/>
                  </a:lnTo>
                  <a:lnTo>
                    <a:pt x="337600" y="133668"/>
                  </a:lnTo>
                  <a:lnTo>
                    <a:pt x="350927" y="124460"/>
                  </a:lnTo>
                  <a:lnTo>
                    <a:pt x="364570" y="116205"/>
                  </a:lnTo>
                  <a:lnTo>
                    <a:pt x="378531" y="107633"/>
                  </a:lnTo>
                  <a:lnTo>
                    <a:pt x="392492" y="99695"/>
                  </a:lnTo>
                  <a:lnTo>
                    <a:pt x="406136" y="91758"/>
                  </a:lnTo>
                  <a:lnTo>
                    <a:pt x="420731" y="84455"/>
                  </a:lnTo>
                  <a:lnTo>
                    <a:pt x="435009" y="76835"/>
                  </a:lnTo>
                  <a:lnTo>
                    <a:pt x="449922" y="70168"/>
                  </a:lnTo>
                  <a:lnTo>
                    <a:pt x="464518" y="63818"/>
                  </a:lnTo>
                  <a:lnTo>
                    <a:pt x="479748" y="57150"/>
                  </a:lnTo>
                  <a:lnTo>
                    <a:pt x="494661" y="51118"/>
                  </a:lnTo>
                  <a:lnTo>
                    <a:pt x="509573" y="45720"/>
                  </a:lnTo>
                  <a:lnTo>
                    <a:pt x="525121" y="40005"/>
                  </a:lnTo>
                  <a:lnTo>
                    <a:pt x="540668" y="35243"/>
                  </a:lnTo>
                  <a:lnTo>
                    <a:pt x="556533" y="30480"/>
                  </a:lnTo>
                  <a:lnTo>
                    <a:pt x="572398" y="25718"/>
                  </a:lnTo>
                  <a:lnTo>
                    <a:pt x="588262" y="21908"/>
                  </a:lnTo>
                  <a:lnTo>
                    <a:pt x="604444" y="18098"/>
                  </a:lnTo>
                  <a:lnTo>
                    <a:pt x="620626" y="14605"/>
                  </a:lnTo>
                  <a:lnTo>
                    <a:pt x="637125" y="11748"/>
                  </a:lnTo>
                  <a:lnTo>
                    <a:pt x="653625" y="9208"/>
                  </a:lnTo>
                  <a:lnTo>
                    <a:pt x="670124" y="6350"/>
                  </a:lnTo>
                  <a:lnTo>
                    <a:pt x="686941" y="4445"/>
                  </a:lnTo>
                  <a:lnTo>
                    <a:pt x="703757" y="2858"/>
                  </a:lnTo>
                  <a:lnTo>
                    <a:pt x="720574" y="1588"/>
                  </a:lnTo>
                  <a:lnTo>
                    <a:pt x="737708" y="635"/>
                  </a:lnTo>
                  <a:lnTo>
                    <a:pt x="754841"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eaLnBrk="1" fontAlgn="auto" hangingPunct="1">
                <a:defRPr/>
              </a:pPr>
              <a:endParaRPr lang="zh-CN" altLang="en-US" noProof="1">
                <a:solidFill>
                  <a:srgbClr val="FFFFFF"/>
                </a:solidFill>
              </a:endParaRPr>
            </a:p>
          </p:txBody>
        </p:sp>
      </p:grpSp>
      <p:sp>
        <p:nvSpPr>
          <p:cNvPr id="10" name="KSO_GT1.1">
            <a:extLst>
              <a:ext uri="{FF2B5EF4-FFF2-40B4-BE49-F238E27FC236}">
                <a16:creationId xmlns:a16="http://schemas.microsoft.com/office/drawing/2014/main" id="{98442627-4929-4A22-8629-391BF4F01F4D}"/>
              </a:ext>
            </a:extLst>
          </p:cNvPr>
          <p:cNvSpPr>
            <a:spLocks noChangeArrowheads="1"/>
          </p:cNvSpPr>
          <p:nvPr/>
        </p:nvSpPr>
        <p:spPr bwMode="auto">
          <a:xfrm>
            <a:off x="3834608" y="1155809"/>
            <a:ext cx="304958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000" b="1" dirty="0"/>
              <a:t>Project Completion Status</a:t>
            </a:r>
          </a:p>
          <a:p>
            <a:br>
              <a:rPr lang="en-US" altLang="zh-CN" sz="2000" dirty="0"/>
            </a:b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p:transition spd="slow" advClick="0" advTm="8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nodeType="afterGroup">
                            <p:stCondLst>
                              <p:cond delay="500"/>
                            </p:stCondLst>
                            <p:childTnLst>
                              <p:par>
                                <p:cTn id="9" presetID="49" presetClass="entr" presetSubtype="0" decel="10000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1000" fill="hold"/>
                                        <p:tgtEl>
                                          <p:spTgt spid="2"/>
                                        </p:tgtEl>
                                        <p:attrNameLst>
                                          <p:attrName>ppt_w</p:attrName>
                                        </p:attrNameLst>
                                      </p:cBhvr>
                                      <p:tavLst>
                                        <p:tav tm="0">
                                          <p:val>
                                            <p:fltVal val="0"/>
                                          </p:val>
                                        </p:tav>
                                        <p:tav tm="100000">
                                          <p:val>
                                            <p:strVal val="#ppt_w"/>
                                          </p:val>
                                        </p:tav>
                                      </p:tavLst>
                                    </p:anim>
                                    <p:anim calcmode="lin" valueType="num">
                                      <p:cBhvr>
                                        <p:cTn id="12" dur="1000" fill="hold"/>
                                        <p:tgtEl>
                                          <p:spTgt spid="2"/>
                                        </p:tgtEl>
                                        <p:attrNameLst>
                                          <p:attrName>ppt_h</p:attrName>
                                        </p:attrNameLst>
                                      </p:cBhvr>
                                      <p:tavLst>
                                        <p:tav tm="0">
                                          <p:val>
                                            <p:fltVal val="0"/>
                                          </p:val>
                                        </p:tav>
                                        <p:tav tm="100000">
                                          <p:val>
                                            <p:strVal val="#ppt_h"/>
                                          </p:val>
                                        </p:tav>
                                      </p:tavLst>
                                    </p:anim>
                                    <p:anim calcmode="lin" valueType="num">
                                      <p:cBhvr>
                                        <p:cTn id="13" dur="1000" fill="hold"/>
                                        <p:tgtEl>
                                          <p:spTgt spid="2"/>
                                        </p:tgtEl>
                                        <p:attrNameLst>
                                          <p:attrName>style.rotation</p:attrName>
                                        </p:attrNameLst>
                                      </p:cBhvr>
                                      <p:tavLst>
                                        <p:tav tm="0">
                                          <p:val>
                                            <p:fltVal val="360"/>
                                          </p:val>
                                        </p:tav>
                                        <p:tav tm="100000">
                                          <p:val>
                                            <p:fltVal val="0"/>
                                          </p:val>
                                        </p:tav>
                                      </p:tavLst>
                                    </p:anim>
                                    <p:animEffect transition="in" filter="fade">
                                      <p:cBhvr>
                                        <p:cTn id="14" dur="1000"/>
                                        <p:tgtEl>
                                          <p:spTgt spid="2"/>
                                        </p:tgtEl>
                                      </p:cBhvr>
                                    </p:animEffect>
                                  </p:childTnLst>
                                </p:cTn>
                              </p:par>
                              <p:par>
                                <p:cTn id="15" presetID="21" presetClass="entr" presetSubtype="1"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wheel(1)">
                                      <p:cBhvr>
                                        <p:cTn id="17" dur="1000"/>
                                        <p:tgtEl>
                                          <p:spTgt spid="41"/>
                                        </p:tgtEl>
                                      </p:cBhvr>
                                    </p:animEffect>
                                  </p:childTnLst>
                                </p:cTn>
                              </p:par>
                            </p:childTnLst>
                          </p:cTn>
                        </p:par>
                        <p:par>
                          <p:cTn id="18" fill="hold" nodeType="afterGroup">
                            <p:stCondLst>
                              <p:cond delay="1500"/>
                            </p:stCondLst>
                            <p:childTnLst>
                              <p:par>
                                <p:cTn id="19" presetID="49" presetClass="entr" presetSubtype="0" decel="100000"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 calcmode="lin" valueType="num">
                                      <p:cBhvr>
                                        <p:cTn id="23" dur="500" fill="hold"/>
                                        <p:tgtEl>
                                          <p:spTgt spid="4"/>
                                        </p:tgtEl>
                                        <p:attrNameLst>
                                          <p:attrName>style.rotation</p:attrName>
                                        </p:attrNameLst>
                                      </p:cBhvr>
                                      <p:tavLst>
                                        <p:tav tm="0">
                                          <p:val>
                                            <p:fltVal val="360"/>
                                          </p:val>
                                        </p:tav>
                                        <p:tav tm="100000">
                                          <p:val>
                                            <p:fltVal val="0"/>
                                          </p:val>
                                        </p:tav>
                                      </p:tavLst>
                                    </p:anim>
                                    <p:animEffect transition="in" filter="fade">
                                      <p:cBhvr>
                                        <p:cTn id="24" dur="500"/>
                                        <p:tgtEl>
                                          <p:spTgt spid="4"/>
                                        </p:tgtEl>
                                      </p:cBhvr>
                                    </p:animEffect>
                                  </p:childTnLst>
                                </p:cTn>
                              </p:par>
                              <p:par>
                                <p:cTn id="25" presetID="2" presetClass="entr" presetSubtype="2" fill="hold" grpId="0" nodeType="withEffect">
                                  <p:stCondLst>
                                    <p:cond delay="250"/>
                                  </p:stCondLst>
                                  <p:childTnLst>
                                    <p:set>
                                      <p:cBhvr>
                                        <p:cTn id="26" dur="1" fill="hold">
                                          <p:stCondLst>
                                            <p:cond delay="0"/>
                                          </p:stCondLst>
                                        </p:cTn>
                                        <p:tgtEl>
                                          <p:spTgt spid="42"/>
                                        </p:tgtEl>
                                        <p:attrNameLst>
                                          <p:attrName>style.visibility</p:attrName>
                                        </p:attrNameLst>
                                      </p:cBhvr>
                                      <p:to>
                                        <p:strVal val="visible"/>
                                      </p:to>
                                    </p:set>
                                    <p:anim calcmode="lin" valueType="num">
                                      <p:cBhvr>
                                        <p:cTn id="27" dur="500" fill="hold"/>
                                        <p:tgtEl>
                                          <p:spTgt spid="42"/>
                                        </p:tgtEl>
                                        <p:attrNameLst>
                                          <p:attrName>ppt_x</p:attrName>
                                        </p:attrNameLst>
                                      </p:cBhvr>
                                      <p:tavLst>
                                        <p:tav tm="0">
                                          <p:val>
                                            <p:strVal val="1+#ppt_w/2"/>
                                          </p:val>
                                        </p:tav>
                                        <p:tav tm="100000">
                                          <p:val>
                                            <p:strVal val="#ppt_x"/>
                                          </p:val>
                                        </p:tav>
                                      </p:tavLst>
                                    </p:anim>
                                    <p:anim calcmode="lin" valueType="num">
                                      <p:cBhvr>
                                        <p:cTn id="28" dur="500" fill="hold"/>
                                        <p:tgtEl>
                                          <p:spTgt spid="42"/>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2250"/>
                            </p:stCondLst>
                            <p:childTnLst>
                              <p:par>
                                <p:cTn id="30" presetID="49" presetClass="entr" presetSubtype="0" decel="100000"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p:cTn id="32" dur="500" fill="hold"/>
                                        <p:tgtEl>
                                          <p:spTgt spid="5"/>
                                        </p:tgtEl>
                                        <p:attrNameLst>
                                          <p:attrName>ppt_w</p:attrName>
                                        </p:attrNameLst>
                                      </p:cBhvr>
                                      <p:tavLst>
                                        <p:tav tm="0">
                                          <p:val>
                                            <p:fltVal val="0"/>
                                          </p:val>
                                        </p:tav>
                                        <p:tav tm="100000">
                                          <p:val>
                                            <p:strVal val="#ppt_w"/>
                                          </p:val>
                                        </p:tav>
                                      </p:tavLst>
                                    </p:anim>
                                    <p:anim calcmode="lin" valueType="num">
                                      <p:cBhvr>
                                        <p:cTn id="33" dur="500" fill="hold"/>
                                        <p:tgtEl>
                                          <p:spTgt spid="5"/>
                                        </p:tgtEl>
                                        <p:attrNameLst>
                                          <p:attrName>ppt_h</p:attrName>
                                        </p:attrNameLst>
                                      </p:cBhvr>
                                      <p:tavLst>
                                        <p:tav tm="0">
                                          <p:val>
                                            <p:fltVal val="0"/>
                                          </p:val>
                                        </p:tav>
                                        <p:tav tm="100000">
                                          <p:val>
                                            <p:strVal val="#ppt_h"/>
                                          </p:val>
                                        </p:tav>
                                      </p:tavLst>
                                    </p:anim>
                                    <p:anim calcmode="lin" valueType="num">
                                      <p:cBhvr>
                                        <p:cTn id="34" dur="500" fill="hold"/>
                                        <p:tgtEl>
                                          <p:spTgt spid="5"/>
                                        </p:tgtEl>
                                        <p:attrNameLst>
                                          <p:attrName>style.rotation</p:attrName>
                                        </p:attrNameLst>
                                      </p:cBhvr>
                                      <p:tavLst>
                                        <p:tav tm="0">
                                          <p:val>
                                            <p:fltVal val="360"/>
                                          </p:val>
                                        </p:tav>
                                        <p:tav tm="100000">
                                          <p:val>
                                            <p:fltVal val="0"/>
                                          </p:val>
                                        </p:tav>
                                      </p:tavLst>
                                    </p:anim>
                                    <p:animEffect transition="in" filter="fade">
                                      <p:cBhvr>
                                        <p:cTn id="35" dur="500"/>
                                        <p:tgtEl>
                                          <p:spTgt spid="5"/>
                                        </p:tgtEl>
                                      </p:cBhvr>
                                    </p:animEffect>
                                  </p:childTnLst>
                                </p:cTn>
                              </p:par>
                              <p:par>
                                <p:cTn id="36" presetID="2" presetClass="entr" presetSubtype="2" fill="hold" grpId="0" nodeType="withEffect">
                                  <p:stCondLst>
                                    <p:cond delay="250"/>
                                  </p:stCondLst>
                                  <p:childTnLst>
                                    <p:set>
                                      <p:cBhvr>
                                        <p:cTn id="37" dur="1" fill="hold">
                                          <p:stCondLst>
                                            <p:cond delay="0"/>
                                          </p:stCondLst>
                                        </p:cTn>
                                        <p:tgtEl>
                                          <p:spTgt spid="43"/>
                                        </p:tgtEl>
                                        <p:attrNameLst>
                                          <p:attrName>style.visibility</p:attrName>
                                        </p:attrNameLst>
                                      </p:cBhvr>
                                      <p:to>
                                        <p:strVal val="visible"/>
                                      </p:to>
                                    </p:set>
                                    <p:anim calcmode="lin" valueType="num">
                                      <p:cBhvr>
                                        <p:cTn id="38" dur="500" fill="hold"/>
                                        <p:tgtEl>
                                          <p:spTgt spid="43"/>
                                        </p:tgtEl>
                                        <p:attrNameLst>
                                          <p:attrName>ppt_x</p:attrName>
                                        </p:attrNameLst>
                                      </p:cBhvr>
                                      <p:tavLst>
                                        <p:tav tm="0">
                                          <p:val>
                                            <p:strVal val="1+#ppt_w/2"/>
                                          </p:val>
                                        </p:tav>
                                        <p:tav tm="100000">
                                          <p:val>
                                            <p:strVal val="#ppt_x"/>
                                          </p:val>
                                        </p:tav>
                                      </p:tavLst>
                                    </p:anim>
                                    <p:anim calcmode="lin" valueType="num">
                                      <p:cBhvr>
                                        <p:cTn id="39" dur="500" fill="hold"/>
                                        <p:tgtEl>
                                          <p:spTgt spid="43"/>
                                        </p:tgtEl>
                                        <p:attrNameLst>
                                          <p:attrName>ppt_y</p:attrName>
                                        </p:attrNameLst>
                                      </p:cBhvr>
                                      <p:tavLst>
                                        <p:tav tm="0">
                                          <p:val>
                                            <p:strVal val="#ppt_y"/>
                                          </p:val>
                                        </p:tav>
                                        <p:tav tm="100000">
                                          <p:val>
                                            <p:strVal val="#ppt_y"/>
                                          </p:val>
                                        </p:tav>
                                      </p:tavLst>
                                    </p:anim>
                                  </p:childTnLst>
                                </p:cTn>
                              </p:par>
                            </p:childTnLst>
                          </p:cTn>
                        </p:par>
                        <p:par>
                          <p:cTn id="40" fill="hold" nodeType="afterGroup">
                            <p:stCondLst>
                              <p:cond delay="3000"/>
                            </p:stCondLst>
                            <p:childTnLst>
                              <p:par>
                                <p:cTn id="41" presetID="49" presetClass="entr" presetSubtype="0" decel="100000" fill="hold" nodeType="after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p:cTn id="43" dur="500" fill="hold"/>
                                        <p:tgtEl>
                                          <p:spTgt spid="6"/>
                                        </p:tgtEl>
                                        <p:attrNameLst>
                                          <p:attrName>ppt_w</p:attrName>
                                        </p:attrNameLst>
                                      </p:cBhvr>
                                      <p:tavLst>
                                        <p:tav tm="0">
                                          <p:val>
                                            <p:fltVal val="0"/>
                                          </p:val>
                                        </p:tav>
                                        <p:tav tm="100000">
                                          <p:val>
                                            <p:strVal val="#ppt_w"/>
                                          </p:val>
                                        </p:tav>
                                      </p:tavLst>
                                    </p:anim>
                                    <p:anim calcmode="lin" valueType="num">
                                      <p:cBhvr>
                                        <p:cTn id="44" dur="500" fill="hold"/>
                                        <p:tgtEl>
                                          <p:spTgt spid="6"/>
                                        </p:tgtEl>
                                        <p:attrNameLst>
                                          <p:attrName>ppt_h</p:attrName>
                                        </p:attrNameLst>
                                      </p:cBhvr>
                                      <p:tavLst>
                                        <p:tav tm="0">
                                          <p:val>
                                            <p:fltVal val="0"/>
                                          </p:val>
                                        </p:tav>
                                        <p:tav tm="100000">
                                          <p:val>
                                            <p:strVal val="#ppt_h"/>
                                          </p:val>
                                        </p:tav>
                                      </p:tavLst>
                                    </p:anim>
                                    <p:anim calcmode="lin" valueType="num">
                                      <p:cBhvr>
                                        <p:cTn id="45" dur="500" fill="hold"/>
                                        <p:tgtEl>
                                          <p:spTgt spid="6"/>
                                        </p:tgtEl>
                                        <p:attrNameLst>
                                          <p:attrName>style.rotation</p:attrName>
                                        </p:attrNameLst>
                                      </p:cBhvr>
                                      <p:tavLst>
                                        <p:tav tm="0">
                                          <p:val>
                                            <p:fltVal val="360"/>
                                          </p:val>
                                        </p:tav>
                                        <p:tav tm="100000">
                                          <p:val>
                                            <p:fltVal val="0"/>
                                          </p:val>
                                        </p:tav>
                                      </p:tavLst>
                                    </p:anim>
                                    <p:animEffect transition="in" filter="fade">
                                      <p:cBhvr>
                                        <p:cTn id="46" dur="500"/>
                                        <p:tgtEl>
                                          <p:spTgt spid="6"/>
                                        </p:tgtEl>
                                      </p:cBhvr>
                                    </p:animEffect>
                                  </p:childTnLst>
                                </p:cTn>
                              </p:par>
                              <p:par>
                                <p:cTn id="47" presetID="2" presetClass="entr" presetSubtype="2" fill="hold" grpId="0" nodeType="withEffect">
                                  <p:stCondLst>
                                    <p:cond delay="250"/>
                                  </p:stCondLst>
                                  <p:childTnLst>
                                    <p:set>
                                      <p:cBhvr>
                                        <p:cTn id="48" dur="1" fill="hold">
                                          <p:stCondLst>
                                            <p:cond delay="0"/>
                                          </p:stCondLst>
                                        </p:cTn>
                                        <p:tgtEl>
                                          <p:spTgt spid="44"/>
                                        </p:tgtEl>
                                        <p:attrNameLst>
                                          <p:attrName>style.visibility</p:attrName>
                                        </p:attrNameLst>
                                      </p:cBhvr>
                                      <p:to>
                                        <p:strVal val="visible"/>
                                      </p:to>
                                    </p:set>
                                    <p:anim calcmode="lin" valueType="num">
                                      <p:cBhvr>
                                        <p:cTn id="49" dur="500" fill="hold"/>
                                        <p:tgtEl>
                                          <p:spTgt spid="44"/>
                                        </p:tgtEl>
                                        <p:attrNameLst>
                                          <p:attrName>ppt_x</p:attrName>
                                        </p:attrNameLst>
                                      </p:cBhvr>
                                      <p:tavLst>
                                        <p:tav tm="0">
                                          <p:val>
                                            <p:strVal val="1+#ppt_w/2"/>
                                          </p:val>
                                        </p:tav>
                                        <p:tav tm="100000">
                                          <p:val>
                                            <p:strVal val="#ppt_x"/>
                                          </p:val>
                                        </p:tav>
                                      </p:tavLst>
                                    </p:anim>
                                    <p:anim calcmode="lin" valueType="num">
                                      <p:cBhvr>
                                        <p:cTn id="50" dur="500" fill="hold"/>
                                        <p:tgtEl>
                                          <p:spTgt spid="44"/>
                                        </p:tgtEl>
                                        <p:attrNameLst>
                                          <p:attrName>ppt_y</p:attrName>
                                        </p:attrNameLst>
                                      </p:cBhvr>
                                      <p:tavLst>
                                        <p:tav tm="0">
                                          <p:val>
                                            <p:strVal val="#ppt_y"/>
                                          </p:val>
                                        </p:tav>
                                        <p:tav tm="100000">
                                          <p:val>
                                            <p:strVal val="#ppt_y"/>
                                          </p:val>
                                        </p:tav>
                                      </p:tavLst>
                                    </p:anim>
                                  </p:childTnLst>
                                </p:cTn>
                              </p:par>
                            </p:childTnLst>
                          </p:cTn>
                        </p:par>
                        <p:par>
                          <p:cTn id="51" fill="hold" nodeType="afterGroup">
                            <p:stCondLst>
                              <p:cond delay="3750"/>
                            </p:stCondLst>
                            <p:childTnLst>
                              <p:par>
                                <p:cTn id="52" presetID="49" presetClass="entr" presetSubtype="0" decel="100000" fill="hold" nodeType="afterEffect">
                                  <p:stCondLst>
                                    <p:cond delay="0"/>
                                  </p:stCondLst>
                                  <p:childTnLst>
                                    <p:set>
                                      <p:cBhvr>
                                        <p:cTn id="53" dur="1" fill="hold">
                                          <p:stCondLst>
                                            <p:cond delay="0"/>
                                          </p:stCondLst>
                                        </p:cTn>
                                        <p:tgtEl>
                                          <p:spTgt spid="7"/>
                                        </p:tgtEl>
                                        <p:attrNameLst>
                                          <p:attrName>style.visibility</p:attrName>
                                        </p:attrNameLst>
                                      </p:cBhvr>
                                      <p:to>
                                        <p:strVal val="visible"/>
                                      </p:to>
                                    </p:set>
                                    <p:anim calcmode="lin" valueType="num">
                                      <p:cBhvr>
                                        <p:cTn id="54" dur="500" fill="hold"/>
                                        <p:tgtEl>
                                          <p:spTgt spid="7"/>
                                        </p:tgtEl>
                                        <p:attrNameLst>
                                          <p:attrName>ppt_w</p:attrName>
                                        </p:attrNameLst>
                                      </p:cBhvr>
                                      <p:tavLst>
                                        <p:tav tm="0">
                                          <p:val>
                                            <p:fltVal val="0"/>
                                          </p:val>
                                        </p:tav>
                                        <p:tav tm="100000">
                                          <p:val>
                                            <p:strVal val="#ppt_w"/>
                                          </p:val>
                                        </p:tav>
                                      </p:tavLst>
                                    </p:anim>
                                    <p:anim calcmode="lin" valueType="num">
                                      <p:cBhvr>
                                        <p:cTn id="55" dur="500" fill="hold"/>
                                        <p:tgtEl>
                                          <p:spTgt spid="7"/>
                                        </p:tgtEl>
                                        <p:attrNameLst>
                                          <p:attrName>ppt_h</p:attrName>
                                        </p:attrNameLst>
                                      </p:cBhvr>
                                      <p:tavLst>
                                        <p:tav tm="0">
                                          <p:val>
                                            <p:fltVal val="0"/>
                                          </p:val>
                                        </p:tav>
                                        <p:tav tm="100000">
                                          <p:val>
                                            <p:strVal val="#ppt_h"/>
                                          </p:val>
                                        </p:tav>
                                      </p:tavLst>
                                    </p:anim>
                                    <p:anim calcmode="lin" valueType="num">
                                      <p:cBhvr>
                                        <p:cTn id="56" dur="500" fill="hold"/>
                                        <p:tgtEl>
                                          <p:spTgt spid="7"/>
                                        </p:tgtEl>
                                        <p:attrNameLst>
                                          <p:attrName>style.rotation</p:attrName>
                                        </p:attrNameLst>
                                      </p:cBhvr>
                                      <p:tavLst>
                                        <p:tav tm="0">
                                          <p:val>
                                            <p:fltVal val="360"/>
                                          </p:val>
                                        </p:tav>
                                        <p:tav tm="100000">
                                          <p:val>
                                            <p:fltVal val="0"/>
                                          </p:val>
                                        </p:tav>
                                      </p:tavLst>
                                    </p:anim>
                                    <p:animEffect transition="in" filter="fade">
                                      <p:cBhvr>
                                        <p:cTn id="57" dur="500"/>
                                        <p:tgtEl>
                                          <p:spTgt spid="7"/>
                                        </p:tgtEl>
                                      </p:cBhvr>
                                    </p:animEffect>
                                  </p:childTnLst>
                                </p:cTn>
                              </p:par>
                            </p:childTnLst>
                          </p:cTn>
                        </p:par>
                        <p:par>
                          <p:cTn id="58" fill="hold" nodeType="afterGroup">
                            <p:stCondLst>
                              <p:cond delay="4250"/>
                            </p:stCondLst>
                            <p:childTnLst>
                              <p:par>
                                <p:cTn id="59" presetID="49" presetClass="entr" presetSubtype="0" decel="100000" fill="hold" nodeType="afterEffect">
                                  <p:stCondLst>
                                    <p:cond delay="0"/>
                                  </p:stCondLst>
                                  <p:childTnLst>
                                    <p:set>
                                      <p:cBhvr>
                                        <p:cTn id="60" dur="1" fill="hold">
                                          <p:stCondLst>
                                            <p:cond delay="0"/>
                                          </p:stCondLst>
                                        </p:cTn>
                                        <p:tgtEl>
                                          <p:spTgt spid="8"/>
                                        </p:tgtEl>
                                        <p:attrNameLst>
                                          <p:attrName>style.visibility</p:attrName>
                                        </p:attrNameLst>
                                      </p:cBhvr>
                                      <p:to>
                                        <p:strVal val="visible"/>
                                      </p:to>
                                    </p:set>
                                    <p:anim calcmode="lin" valueType="num">
                                      <p:cBhvr>
                                        <p:cTn id="61" dur="500" fill="hold"/>
                                        <p:tgtEl>
                                          <p:spTgt spid="8"/>
                                        </p:tgtEl>
                                        <p:attrNameLst>
                                          <p:attrName>ppt_w</p:attrName>
                                        </p:attrNameLst>
                                      </p:cBhvr>
                                      <p:tavLst>
                                        <p:tav tm="0">
                                          <p:val>
                                            <p:fltVal val="0"/>
                                          </p:val>
                                        </p:tav>
                                        <p:tav tm="100000">
                                          <p:val>
                                            <p:strVal val="#ppt_w"/>
                                          </p:val>
                                        </p:tav>
                                      </p:tavLst>
                                    </p:anim>
                                    <p:anim calcmode="lin" valueType="num">
                                      <p:cBhvr>
                                        <p:cTn id="62" dur="500" fill="hold"/>
                                        <p:tgtEl>
                                          <p:spTgt spid="8"/>
                                        </p:tgtEl>
                                        <p:attrNameLst>
                                          <p:attrName>ppt_h</p:attrName>
                                        </p:attrNameLst>
                                      </p:cBhvr>
                                      <p:tavLst>
                                        <p:tav tm="0">
                                          <p:val>
                                            <p:fltVal val="0"/>
                                          </p:val>
                                        </p:tav>
                                        <p:tav tm="100000">
                                          <p:val>
                                            <p:strVal val="#ppt_h"/>
                                          </p:val>
                                        </p:tav>
                                      </p:tavLst>
                                    </p:anim>
                                    <p:anim calcmode="lin" valueType="num">
                                      <p:cBhvr>
                                        <p:cTn id="63" dur="500" fill="hold"/>
                                        <p:tgtEl>
                                          <p:spTgt spid="8"/>
                                        </p:tgtEl>
                                        <p:attrNameLst>
                                          <p:attrName>style.rotation</p:attrName>
                                        </p:attrNameLst>
                                      </p:cBhvr>
                                      <p:tavLst>
                                        <p:tav tm="0">
                                          <p:val>
                                            <p:fltVal val="360"/>
                                          </p:val>
                                        </p:tav>
                                        <p:tav tm="100000">
                                          <p:val>
                                            <p:fltVal val="0"/>
                                          </p:val>
                                        </p:tav>
                                      </p:tavLst>
                                    </p:anim>
                                    <p:animEffect transition="in" filter="fade">
                                      <p:cBhvr>
                                        <p:cTn id="64" dur="500"/>
                                        <p:tgtEl>
                                          <p:spTgt spid="8"/>
                                        </p:tgtEl>
                                      </p:cBhvr>
                                    </p:animEffect>
                                  </p:childTnLst>
                                </p:cTn>
                              </p:par>
                              <p:par>
                                <p:cTn id="65" presetID="2" presetClass="entr" presetSubtype="2" fill="hold" grpId="0" nodeType="withEffect">
                                  <p:stCondLst>
                                    <p:cond delay="250"/>
                                  </p:stCondLst>
                                  <p:childTnLst>
                                    <p:set>
                                      <p:cBhvr>
                                        <p:cTn id="66" dur="1" fill="hold">
                                          <p:stCondLst>
                                            <p:cond delay="0"/>
                                          </p:stCondLst>
                                        </p:cTn>
                                        <p:tgtEl>
                                          <p:spTgt spid="46"/>
                                        </p:tgtEl>
                                        <p:attrNameLst>
                                          <p:attrName>style.visibility</p:attrName>
                                        </p:attrNameLst>
                                      </p:cBhvr>
                                      <p:to>
                                        <p:strVal val="visible"/>
                                      </p:to>
                                    </p:set>
                                    <p:anim calcmode="lin" valueType="num">
                                      <p:cBhvr>
                                        <p:cTn id="67" dur="500" fill="hold"/>
                                        <p:tgtEl>
                                          <p:spTgt spid="46"/>
                                        </p:tgtEl>
                                        <p:attrNameLst>
                                          <p:attrName>ppt_x</p:attrName>
                                        </p:attrNameLst>
                                      </p:cBhvr>
                                      <p:tavLst>
                                        <p:tav tm="0">
                                          <p:val>
                                            <p:strVal val="1+#ppt_w/2"/>
                                          </p:val>
                                        </p:tav>
                                        <p:tav tm="100000">
                                          <p:val>
                                            <p:strVal val="#ppt_x"/>
                                          </p:val>
                                        </p:tav>
                                      </p:tavLst>
                                    </p:anim>
                                    <p:anim calcmode="lin" valueType="num">
                                      <p:cBhvr>
                                        <p:cTn id="68" dur="500" fill="hold"/>
                                        <p:tgtEl>
                                          <p:spTgt spid="46"/>
                                        </p:tgtEl>
                                        <p:attrNameLst>
                                          <p:attrName>ppt_y</p:attrName>
                                        </p:attrNameLst>
                                      </p:cBhvr>
                                      <p:tavLst>
                                        <p:tav tm="0">
                                          <p:val>
                                            <p:strVal val="#ppt_y"/>
                                          </p:val>
                                        </p:tav>
                                        <p:tav tm="100000">
                                          <p:val>
                                            <p:strVal val="#ppt_y"/>
                                          </p:val>
                                        </p:tav>
                                      </p:tavLst>
                                    </p:anim>
                                  </p:childTnLst>
                                </p:cTn>
                              </p:par>
                            </p:childTnLst>
                          </p:cTn>
                        </p:par>
                        <p:par>
                          <p:cTn id="69" fill="hold" nodeType="afterGroup">
                            <p:stCondLst>
                              <p:cond delay="5000"/>
                            </p:stCondLst>
                            <p:childTnLst>
                              <p:par>
                                <p:cTn id="70" presetID="49" presetClass="entr" presetSubtype="0" decel="100000" fill="hold" nodeType="afterEffect">
                                  <p:stCondLst>
                                    <p:cond delay="0"/>
                                  </p:stCondLst>
                                  <p:childTnLst>
                                    <p:set>
                                      <p:cBhvr>
                                        <p:cTn id="71" dur="1" fill="hold">
                                          <p:stCondLst>
                                            <p:cond delay="0"/>
                                          </p:stCondLst>
                                        </p:cTn>
                                        <p:tgtEl>
                                          <p:spTgt spid="9"/>
                                        </p:tgtEl>
                                        <p:attrNameLst>
                                          <p:attrName>style.visibility</p:attrName>
                                        </p:attrNameLst>
                                      </p:cBhvr>
                                      <p:to>
                                        <p:strVal val="visible"/>
                                      </p:to>
                                    </p:set>
                                    <p:anim calcmode="lin" valueType="num">
                                      <p:cBhvr>
                                        <p:cTn id="72" dur="500" fill="hold"/>
                                        <p:tgtEl>
                                          <p:spTgt spid="9"/>
                                        </p:tgtEl>
                                        <p:attrNameLst>
                                          <p:attrName>ppt_w</p:attrName>
                                        </p:attrNameLst>
                                      </p:cBhvr>
                                      <p:tavLst>
                                        <p:tav tm="0">
                                          <p:val>
                                            <p:fltVal val="0"/>
                                          </p:val>
                                        </p:tav>
                                        <p:tav tm="100000">
                                          <p:val>
                                            <p:strVal val="#ppt_w"/>
                                          </p:val>
                                        </p:tav>
                                      </p:tavLst>
                                    </p:anim>
                                    <p:anim calcmode="lin" valueType="num">
                                      <p:cBhvr>
                                        <p:cTn id="73" dur="500" fill="hold"/>
                                        <p:tgtEl>
                                          <p:spTgt spid="9"/>
                                        </p:tgtEl>
                                        <p:attrNameLst>
                                          <p:attrName>ppt_h</p:attrName>
                                        </p:attrNameLst>
                                      </p:cBhvr>
                                      <p:tavLst>
                                        <p:tav tm="0">
                                          <p:val>
                                            <p:fltVal val="0"/>
                                          </p:val>
                                        </p:tav>
                                        <p:tav tm="100000">
                                          <p:val>
                                            <p:strVal val="#ppt_h"/>
                                          </p:val>
                                        </p:tav>
                                      </p:tavLst>
                                    </p:anim>
                                    <p:anim calcmode="lin" valueType="num">
                                      <p:cBhvr>
                                        <p:cTn id="74" dur="500" fill="hold"/>
                                        <p:tgtEl>
                                          <p:spTgt spid="9"/>
                                        </p:tgtEl>
                                        <p:attrNameLst>
                                          <p:attrName>style.rotation</p:attrName>
                                        </p:attrNameLst>
                                      </p:cBhvr>
                                      <p:tavLst>
                                        <p:tav tm="0">
                                          <p:val>
                                            <p:fltVal val="360"/>
                                          </p:val>
                                        </p:tav>
                                        <p:tav tm="100000">
                                          <p:val>
                                            <p:fltVal val="0"/>
                                          </p:val>
                                        </p:tav>
                                      </p:tavLst>
                                    </p:anim>
                                    <p:animEffect transition="in" filter="fade">
                                      <p:cBhvr>
                                        <p:cTn id="75" dur="500"/>
                                        <p:tgtEl>
                                          <p:spTgt spid="9"/>
                                        </p:tgtEl>
                                      </p:cBhvr>
                                    </p:animEffect>
                                  </p:childTnLst>
                                </p:cTn>
                              </p:par>
                              <p:par>
                                <p:cTn id="76" presetID="2" presetClass="entr" presetSubtype="2" fill="hold" grpId="0" nodeType="withEffect">
                                  <p:stCondLst>
                                    <p:cond delay="250"/>
                                  </p:stCondLst>
                                  <p:childTnLst>
                                    <p:set>
                                      <p:cBhvr>
                                        <p:cTn id="77" dur="1" fill="hold">
                                          <p:stCondLst>
                                            <p:cond delay="0"/>
                                          </p:stCondLst>
                                        </p:cTn>
                                        <p:tgtEl>
                                          <p:spTgt spid="47"/>
                                        </p:tgtEl>
                                        <p:attrNameLst>
                                          <p:attrName>style.visibility</p:attrName>
                                        </p:attrNameLst>
                                      </p:cBhvr>
                                      <p:to>
                                        <p:strVal val="visible"/>
                                      </p:to>
                                    </p:set>
                                    <p:anim calcmode="lin" valueType="num">
                                      <p:cBhvr>
                                        <p:cTn id="78" dur="500" fill="hold"/>
                                        <p:tgtEl>
                                          <p:spTgt spid="47"/>
                                        </p:tgtEl>
                                        <p:attrNameLst>
                                          <p:attrName>ppt_x</p:attrName>
                                        </p:attrNameLst>
                                      </p:cBhvr>
                                      <p:tavLst>
                                        <p:tav tm="0">
                                          <p:val>
                                            <p:strVal val="1+#ppt_w/2"/>
                                          </p:val>
                                        </p:tav>
                                        <p:tav tm="100000">
                                          <p:val>
                                            <p:strVal val="#ppt_x"/>
                                          </p:val>
                                        </p:tav>
                                      </p:tavLst>
                                    </p:anim>
                                    <p:anim calcmode="lin" valueType="num">
                                      <p:cBhvr>
                                        <p:cTn id="79" dur="500" fill="hold"/>
                                        <p:tgtEl>
                                          <p:spTgt spid="47"/>
                                        </p:tgtEl>
                                        <p:attrNameLst>
                                          <p:attrName>ppt_y</p:attrName>
                                        </p:attrNameLst>
                                      </p:cBhvr>
                                      <p:tavLst>
                                        <p:tav tm="0">
                                          <p:val>
                                            <p:strVal val="#ppt_y"/>
                                          </p:val>
                                        </p:tav>
                                        <p:tav tm="100000">
                                          <p:val>
                                            <p:strVal val="#ppt_y"/>
                                          </p:val>
                                        </p:tav>
                                      </p:tavLst>
                                    </p:anim>
                                  </p:childTnLst>
                                </p:cTn>
                              </p:par>
                            </p:childTnLst>
                          </p:cTn>
                        </p:par>
                        <p:par>
                          <p:cTn id="80" fill="hold" nodeType="afterGroup">
                            <p:stCondLst>
                              <p:cond delay="5750"/>
                            </p:stCondLst>
                            <p:childTnLst>
                              <p:par>
                                <p:cTn id="81" presetID="22" presetClass="entr" presetSubtype="8" fill="hold" grpId="0" nodeType="afterEffect">
                                  <p:stCondLst>
                                    <p:cond delay="250"/>
                                  </p:stCondLst>
                                  <p:childTnLst>
                                    <p:set>
                                      <p:cBhvr>
                                        <p:cTn id="82" dur="1" fill="hold">
                                          <p:stCondLst>
                                            <p:cond delay="0"/>
                                          </p:stCondLst>
                                        </p:cTn>
                                        <p:tgtEl>
                                          <p:spTgt spid="40"/>
                                        </p:tgtEl>
                                        <p:attrNameLst>
                                          <p:attrName>style.visibility</p:attrName>
                                        </p:attrNameLst>
                                      </p:cBhvr>
                                      <p:to>
                                        <p:strVal val="visible"/>
                                      </p:to>
                                    </p:set>
                                    <p:animEffect transition="in" filter="wipe(left)">
                                      <p:cBhvr>
                                        <p:cTn id="83" dur="500"/>
                                        <p:tgtEl>
                                          <p:spTgt spid="40"/>
                                        </p:tgtEl>
                                      </p:cBhvr>
                                    </p:animEffect>
                                  </p:childTnLst>
                                </p:cTn>
                              </p:par>
                              <p:par>
                                <p:cTn id="84" presetID="2" presetClass="entr" presetSubtype="2" fill="hold" grpId="0" nodeType="withEffect">
                                  <p:stCondLst>
                                    <p:cond delay="250"/>
                                  </p:stCondLst>
                                  <p:childTnLst>
                                    <p:set>
                                      <p:cBhvr>
                                        <p:cTn id="85" dur="1" fill="hold">
                                          <p:stCondLst>
                                            <p:cond delay="0"/>
                                          </p:stCondLst>
                                        </p:cTn>
                                        <p:tgtEl>
                                          <p:spTgt spid="10"/>
                                        </p:tgtEl>
                                        <p:attrNameLst>
                                          <p:attrName>style.visibility</p:attrName>
                                        </p:attrNameLst>
                                      </p:cBhvr>
                                      <p:to>
                                        <p:strVal val="visible"/>
                                      </p:to>
                                    </p:set>
                                    <p:anim calcmode="lin" valueType="num">
                                      <p:cBhvr>
                                        <p:cTn id="86" dur="500" fill="hold"/>
                                        <p:tgtEl>
                                          <p:spTgt spid="10"/>
                                        </p:tgtEl>
                                        <p:attrNameLst>
                                          <p:attrName>ppt_x</p:attrName>
                                        </p:attrNameLst>
                                      </p:cBhvr>
                                      <p:tavLst>
                                        <p:tav tm="0">
                                          <p:val>
                                            <p:strVal val="1+#ppt_w/2"/>
                                          </p:val>
                                        </p:tav>
                                        <p:tav tm="100000">
                                          <p:val>
                                            <p:strVal val="#ppt_x"/>
                                          </p:val>
                                        </p:tav>
                                      </p:tavLst>
                                    </p:anim>
                                    <p:anim calcmode="lin" valueType="num">
                                      <p:cBhvr>
                                        <p:cTn id="87"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40" grpId="0" animBg="1"/>
      <p:bldP spid="41" grpId="0" animBg="1"/>
      <p:bldP spid="42" grpId="0"/>
      <p:bldP spid="43" grpId="0"/>
      <p:bldP spid="44" grpId="0"/>
      <p:bldP spid="46" grpId="0"/>
      <p:bldP spid="47"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6912161-F06F-4AE5-5724-B6515E784CFA}"/>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B295AE1D-97B5-CC8C-3E42-E2201A3BC890}"/>
              </a:ext>
            </a:extLst>
          </p:cNvPr>
          <p:cNvSpPr/>
          <p:nvPr/>
        </p:nvSpPr>
        <p:spPr>
          <a:xfrm>
            <a:off x="0" y="1389063"/>
            <a:ext cx="1476375" cy="1152525"/>
          </a:xfrm>
          <a:prstGeom prst="rect">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2" name="矩形 31">
            <a:extLst>
              <a:ext uri="{FF2B5EF4-FFF2-40B4-BE49-F238E27FC236}">
                <a16:creationId xmlns:a16="http://schemas.microsoft.com/office/drawing/2014/main" id="{2B5101A4-2669-F10B-3AE9-A32956216981}"/>
              </a:ext>
            </a:extLst>
          </p:cNvPr>
          <p:cNvSpPr/>
          <p:nvPr/>
        </p:nvSpPr>
        <p:spPr>
          <a:xfrm>
            <a:off x="5940113" y="1389063"/>
            <a:ext cx="3215145" cy="1152525"/>
          </a:xfrm>
          <a:prstGeom prst="rect">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60" name="TextBox 59">
            <a:extLst>
              <a:ext uri="{FF2B5EF4-FFF2-40B4-BE49-F238E27FC236}">
                <a16:creationId xmlns:a16="http://schemas.microsoft.com/office/drawing/2014/main" id="{3969E9F9-62EC-1368-9C96-D831A2F44592}"/>
              </a:ext>
            </a:extLst>
          </p:cNvPr>
          <p:cNvSpPr txBox="1">
            <a:spLocks noChangeArrowheads="1"/>
          </p:cNvSpPr>
          <p:nvPr/>
        </p:nvSpPr>
        <p:spPr bwMode="auto">
          <a:xfrm>
            <a:off x="1403736" y="1633398"/>
            <a:ext cx="5112426"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t>Project Completion Status</a:t>
            </a:r>
          </a:p>
          <a:p>
            <a:pPr eaLnBrk="1" hangingPunct="1"/>
            <a:endParaRPr lang="zh-CN" altLang="en-US" sz="3200" b="1" dirty="0">
              <a:latin typeface="微软雅黑" panose="020B0503020204020204" pitchFamily="34" charset="-122"/>
              <a:ea typeface="微软雅黑" panose="020B0503020204020204" pitchFamily="34" charset="-122"/>
            </a:endParaRPr>
          </a:p>
        </p:txBody>
      </p:sp>
      <p:grpSp>
        <p:nvGrpSpPr>
          <p:cNvPr id="6" name="组合 72">
            <a:extLst>
              <a:ext uri="{FF2B5EF4-FFF2-40B4-BE49-F238E27FC236}">
                <a16:creationId xmlns:a16="http://schemas.microsoft.com/office/drawing/2014/main" id="{BF16DCA8-0E0F-B2D1-B114-1908ED273BF6}"/>
              </a:ext>
            </a:extLst>
          </p:cNvPr>
          <p:cNvGrpSpPr/>
          <p:nvPr/>
        </p:nvGrpSpPr>
        <p:grpSpPr>
          <a:xfrm>
            <a:off x="280698" y="1526656"/>
            <a:ext cx="914260" cy="876852"/>
            <a:chOff x="683568" y="1489348"/>
            <a:chExt cx="2638425" cy="2530475"/>
          </a:xfrm>
          <a:solidFill>
            <a:schemeClr val="bg1"/>
          </a:solidFill>
        </p:grpSpPr>
        <p:sp>
          <p:nvSpPr>
            <p:cNvPr id="74" name="Freeform 7">
              <a:extLst>
                <a:ext uri="{FF2B5EF4-FFF2-40B4-BE49-F238E27FC236}">
                  <a16:creationId xmlns:a16="http://schemas.microsoft.com/office/drawing/2014/main" id="{3E389B80-DE75-3CF8-A8C5-1A8DDCF9C0BB}"/>
                </a:ext>
              </a:extLst>
            </p:cNvPr>
            <p:cNvSpPr/>
            <p:nvPr/>
          </p:nvSpPr>
          <p:spPr bwMode="auto">
            <a:xfrm>
              <a:off x="683568" y="1489348"/>
              <a:ext cx="2638425" cy="1771650"/>
            </a:xfrm>
            <a:custGeom>
              <a:avLst/>
              <a:gdLst>
                <a:gd name="T0" fmla="*/ 0 w 16620"/>
                <a:gd name="T1" fmla="*/ 4462 h 11158"/>
                <a:gd name="T2" fmla="*/ 65 w 16620"/>
                <a:gd name="T3" fmla="*/ 4480 h 11158"/>
                <a:gd name="T4" fmla="*/ 128 w 16620"/>
                <a:gd name="T5" fmla="*/ 4494 h 11158"/>
                <a:gd name="T6" fmla="*/ 188 w 16620"/>
                <a:gd name="T7" fmla="*/ 4509 h 11158"/>
                <a:gd name="T8" fmla="*/ 246 w 16620"/>
                <a:gd name="T9" fmla="*/ 4521 h 11158"/>
                <a:gd name="T10" fmla="*/ 353 w 16620"/>
                <a:gd name="T11" fmla="*/ 4545 h 11158"/>
                <a:gd name="T12" fmla="*/ 450 w 16620"/>
                <a:gd name="T13" fmla="*/ 4568 h 11158"/>
                <a:gd name="T14" fmla="*/ 495 w 16620"/>
                <a:gd name="T15" fmla="*/ 4580 h 11158"/>
                <a:gd name="T16" fmla="*/ 538 w 16620"/>
                <a:gd name="T17" fmla="*/ 4591 h 11158"/>
                <a:gd name="T18" fmla="*/ 579 w 16620"/>
                <a:gd name="T19" fmla="*/ 4603 h 11158"/>
                <a:gd name="T20" fmla="*/ 616 w 16620"/>
                <a:gd name="T21" fmla="*/ 4616 h 11158"/>
                <a:gd name="T22" fmla="*/ 652 w 16620"/>
                <a:gd name="T23" fmla="*/ 4631 h 11158"/>
                <a:gd name="T24" fmla="*/ 686 w 16620"/>
                <a:gd name="T25" fmla="*/ 4645 h 11158"/>
                <a:gd name="T26" fmla="*/ 717 w 16620"/>
                <a:gd name="T27" fmla="*/ 4663 h 11158"/>
                <a:gd name="T28" fmla="*/ 747 w 16620"/>
                <a:gd name="T29" fmla="*/ 4682 h 11158"/>
                <a:gd name="T30" fmla="*/ 774 w 16620"/>
                <a:gd name="T31" fmla="*/ 4702 h 11158"/>
                <a:gd name="T32" fmla="*/ 799 w 16620"/>
                <a:gd name="T33" fmla="*/ 4725 h 11158"/>
                <a:gd name="T34" fmla="*/ 822 w 16620"/>
                <a:gd name="T35" fmla="*/ 4750 h 11158"/>
                <a:gd name="T36" fmla="*/ 843 w 16620"/>
                <a:gd name="T37" fmla="*/ 4779 h 11158"/>
                <a:gd name="T38" fmla="*/ 862 w 16620"/>
                <a:gd name="T39" fmla="*/ 4810 h 11158"/>
                <a:gd name="T40" fmla="*/ 880 w 16620"/>
                <a:gd name="T41" fmla="*/ 4845 h 11158"/>
                <a:gd name="T42" fmla="*/ 895 w 16620"/>
                <a:gd name="T43" fmla="*/ 4882 h 11158"/>
                <a:gd name="T44" fmla="*/ 909 w 16620"/>
                <a:gd name="T45" fmla="*/ 4924 h 11158"/>
                <a:gd name="T46" fmla="*/ 921 w 16620"/>
                <a:gd name="T47" fmla="*/ 4969 h 11158"/>
                <a:gd name="T48" fmla="*/ 932 w 16620"/>
                <a:gd name="T49" fmla="*/ 5019 h 11158"/>
                <a:gd name="T50" fmla="*/ 940 w 16620"/>
                <a:gd name="T51" fmla="*/ 5073 h 11158"/>
                <a:gd name="T52" fmla="*/ 947 w 16620"/>
                <a:gd name="T53" fmla="*/ 5133 h 11158"/>
                <a:gd name="T54" fmla="*/ 953 w 16620"/>
                <a:gd name="T55" fmla="*/ 5196 h 11158"/>
                <a:gd name="T56" fmla="*/ 956 w 16620"/>
                <a:gd name="T57" fmla="*/ 5264 h 11158"/>
                <a:gd name="T58" fmla="*/ 958 w 16620"/>
                <a:gd name="T59" fmla="*/ 5339 h 11158"/>
                <a:gd name="T60" fmla="*/ 959 w 16620"/>
                <a:gd name="T61" fmla="*/ 5419 h 11158"/>
                <a:gd name="T62" fmla="*/ 959 w 16620"/>
                <a:gd name="T63" fmla="*/ 11158 h 11158"/>
                <a:gd name="T64" fmla="*/ 1598 w 16620"/>
                <a:gd name="T65" fmla="*/ 11158 h 11158"/>
                <a:gd name="T66" fmla="*/ 1598 w 16620"/>
                <a:gd name="T67" fmla="*/ 5419 h 11158"/>
                <a:gd name="T68" fmla="*/ 8330 w 16620"/>
                <a:gd name="T69" fmla="*/ 9211 h 11158"/>
                <a:gd name="T70" fmla="*/ 16517 w 16620"/>
                <a:gd name="T71" fmla="*/ 4292 h 11158"/>
                <a:gd name="T72" fmla="*/ 16620 w 16620"/>
                <a:gd name="T73" fmla="*/ 3825 h 11158"/>
                <a:gd name="T74" fmla="*/ 8310 w 16620"/>
                <a:gd name="T75" fmla="*/ 0 h 11158"/>
                <a:gd name="T76" fmla="*/ 0 w 16620"/>
                <a:gd name="T77" fmla="*/ 3825 h 11158"/>
                <a:gd name="T78" fmla="*/ 0 w 16620"/>
                <a:gd name="T79" fmla="*/ 4462 h 11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grpFill/>
            <a:ln>
              <a:noFill/>
            </a:ln>
          </p:spPr>
          <p:txBody>
            <a:bodyPr/>
            <a:lstStyle/>
            <a:p>
              <a:pPr eaLnBrk="1" fontAlgn="auto" hangingPunct="1">
                <a:defRPr/>
              </a:pPr>
              <a:endParaRPr lang="zh-CN" altLang="en-US" noProof="1"/>
            </a:p>
          </p:txBody>
        </p:sp>
        <p:sp>
          <p:nvSpPr>
            <p:cNvPr id="75" name="Freeform 8">
              <a:extLst>
                <a:ext uri="{FF2B5EF4-FFF2-40B4-BE49-F238E27FC236}">
                  <a16:creationId xmlns:a16="http://schemas.microsoft.com/office/drawing/2014/main" id="{E6FF57DB-46B9-6EC8-7DDB-132F3DDD5AAC}"/>
                </a:ext>
              </a:extLst>
            </p:cNvPr>
            <p:cNvSpPr/>
            <p:nvPr/>
          </p:nvSpPr>
          <p:spPr bwMode="auto">
            <a:xfrm>
              <a:off x="1039168" y="2502173"/>
              <a:ext cx="1927225" cy="1517650"/>
            </a:xfrm>
            <a:custGeom>
              <a:avLst/>
              <a:gdLst>
                <a:gd name="T0" fmla="*/ 11030 w 12146"/>
                <a:gd name="T1" fmla="*/ 4122 h 9555"/>
                <a:gd name="T2" fmla="*/ 11252 w 12146"/>
                <a:gd name="T3" fmla="*/ 4107 h 9555"/>
                <a:gd name="T4" fmla="*/ 11385 w 12146"/>
                <a:gd name="T5" fmla="*/ 4096 h 9555"/>
                <a:gd name="T6" fmla="*/ 11507 w 12146"/>
                <a:gd name="T7" fmla="*/ 4083 h 9555"/>
                <a:gd name="T8" fmla="*/ 11617 w 12146"/>
                <a:gd name="T9" fmla="*/ 4065 h 9555"/>
                <a:gd name="T10" fmla="*/ 11717 w 12146"/>
                <a:gd name="T11" fmla="*/ 4041 h 9555"/>
                <a:gd name="T12" fmla="*/ 11805 w 12146"/>
                <a:gd name="T13" fmla="*/ 4010 h 9555"/>
                <a:gd name="T14" fmla="*/ 11883 w 12146"/>
                <a:gd name="T15" fmla="*/ 3968 h 9555"/>
                <a:gd name="T16" fmla="*/ 11949 w 12146"/>
                <a:gd name="T17" fmla="*/ 3916 h 9555"/>
                <a:gd name="T18" fmla="*/ 12006 w 12146"/>
                <a:gd name="T19" fmla="*/ 3851 h 9555"/>
                <a:gd name="T20" fmla="*/ 12053 w 12146"/>
                <a:gd name="T21" fmla="*/ 3771 h 9555"/>
                <a:gd name="T22" fmla="*/ 12090 w 12146"/>
                <a:gd name="T23" fmla="*/ 3673 h 9555"/>
                <a:gd name="T24" fmla="*/ 12117 w 12146"/>
                <a:gd name="T25" fmla="*/ 3559 h 9555"/>
                <a:gd name="T26" fmla="*/ 12136 w 12146"/>
                <a:gd name="T27" fmla="*/ 3423 h 9555"/>
                <a:gd name="T28" fmla="*/ 12144 w 12146"/>
                <a:gd name="T29" fmla="*/ 3266 h 9555"/>
                <a:gd name="T30" fmla="*/ 12146 w 12146"/>
                <a:gd name="T31" fmla="*/ 309 h 9555"/>
                <a:gd name="T32" fmla="*/ 6081 w 12146"/>
                <a:gd name="T33" fmla="*/ 3512 h 9555"/>
                <a:gd name="T34" fmla="*/ 0 w 12146"/>
                <a:gd name="T35" fmla="*/ 309 h 9555"/>
                <a:gd name="T36" fmla="*/ 0 w 12146"/>
                <a:gd name="T37" fmla="*/ 3259 h 9555"/>
                <a:gd name="T38" fmla="*/ 7 w 12146"/>
                <a:gd name="T39" fmla="*/ 3402 h 9555"/>
                <a:gd name="T40" fmla="*/ 19 w 12146"/>
                <a:gd name="T41" fmla="*/ 3524 h 9555"/>
                <a:gd name="T42" fmla="*/ 38 w 12146"/>
                <a:gd name="T43" fmla="*/ 3628 h 9555"/>
                <a:gd name="T44" fmla="*/ 64 w 12146"/>
                <a:gd name="T45" fmla="*/ 3715 h 9555"/>
                <a:gd name="T46" fmla="*/ 97 w 12146"/>
                <a:gd name="T47" fmla="*/ 3788 h 9555"/>
                <a:gd name="T48" fmla="*/ 137 w 12146"/>
                <a:gd name="T49" fmla="*/ 3847 h 9555"/>
                <a:gd name="T50" fmla="*/ 185 w 12146"/>
                <a:gd name="T51" fmla="*/ 3896 h 9555"/>
                <a:gd name="T52" fmla="*/ 241 w 12146"/>
                <a:gd name="T53" fmla="*/ 3935 h 9555"/>
                <a:gd name="T54" fmla="*/ 307 w 12146"/>
                <a:gd name="T55" fmla="*/ 3967 h 9555"/>
                <a:gd name="T56" fmla="*/ 381 w 12146"/>
                <a:gd name="T57" fmla="*/ 3994 h 9555"/>
                <a:gd name="T58" fmla="*/ 464 w 12146"/>
                <a:gd name="T59" fmla="*/ 4018 h 9555"/>
                <a:gd name="T60" fmla="*/ 606 w 12146"/>
                <a:gd name="T61" fmla="*/ 4051 h 9555"/>
                <a:gd name="T62" fmla="*/ 771 w 12146"/>
                <a:gd name="T63" fmla="*/ 4089 h 9555"/>
                <a:gd name="T64" fmla="*/ 894 w 12146"/>
                <a:gd name="T65" fmla="*/ 4118 h 9555"/>
                <a:gd name="T66" fmla="*/ 959 w 12146"/>
                <a:gd name="T67" fmla="*/ 7005 h 9555"/>
                <a:gd name="T68" fmla="*/ 2557 w 12146"/>
                <a:gd name="T69" fmla="*/ 9555 h 9555"/>
                <a:gd name="T70" fmla="*/ 4794 w 12146"/>
                <a:gd name="T71" fmla="*/ 7005 h 9555"/>
                <a:gd name="T72" fmla="*/ 7352 w 12146"/>
                <a:gd name="T73" fmla="*/ 9555 h 9555"/>
                <a:gd name="T74" fmla="*/ 9589 w 12146"/>
                <a:gd name="T75" fmla="*/ 7005 h 9555"/>
                <a:gd name="T76" fmla="*/ 10867 w 12146"/>
                <a:gd name="T77" fmla="*/ 4135 h 9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grpFill/>
            <a:ln>
              <a:noFill/>
            </a:ln>
          </p:spPr>
          <p:txBody>
            <a:bodyPr/>
            <a:lstStyle/>
            <a:p>
              <a:pPr eaLnBrk="1" fontAlgn="auto" hangingPunct="1">
                <a:defRPr/>
              </a:pPr>
              <a:endParaRPr lang="zh-CN" altLang="en-US" noProof="1"/>
            </a:p>
          </p:txBody>
        </p:sp>
      </p:grpSp>
    </p:spTree>
    <p:extLst>
      <p:ext uri="{BB962C8B-B14F-4D97-AF65-F5344CB8AC3E}">
        <p14:creationId xmlns:p14="http://schemas.microsoft.com/office/powerpoint/2010/main" val="3388707168"/>
      </p:ext>
    </p:extLst>
  </p:cSld>
  <p:clrMapOvr>
    <a:masterClrMapping/>
  </p:clrMapOvr>
  <p:transition spd="slow" advClick="0" advTm="3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1000"/>
                                        <p:tgtEl>
                                          <p:spTgt spid="60"/>
                                        </p:tgtEl>
                                      </p:cBhvr>
                                    </p:animEffect>
                                    <p:anim calcmode="lin" valueType="num">
                                      <p:cBhvr>
                                        <p:cTn id="8" dur="1000" fill="hold"/>
                                        <p:tgtEl>
                                          <p:spTgt spid="60"/>
                                        </p:tgtEl>
                                        <p:attrNameLst>
                                          <p:attrName>ppt_x</p:attrName>
                                        </p:attrNameLst>
                                      </p:cBhvr>
                                      <p:tavLst>
                                        <p:tav tm="0">
                                          <p:val>
                                            <p:strVal val="#ppt_x"/>
                                          </p:val>
                                        </p:tav>
                                        <p:tav tm="100000">
                                          <p:val>
                                            <p:strVal val="#ppt_x"/>
                                          </p:val>
                                        </p:tav>
                                      </p:tavLst>
                                    </p:anim>
                                    <p:anim calcmode="lin" valueType="num">
                                      <p:cBhvr>
                                        <p:cTn id="9"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94CF8F3-533D-1DC1-827F-A41FE4305CE7}"/>
            </a:ext>
          </a:extLst>
        </p:cNvPr>
        <p:cNvGrpSpPr/>
        <p:nvPr/>
      </p:nvGrpSpPr>
      <p:grpSpPr>
        <a:xfrm>
          <a:off x="0" y="0"/>
          <a:ext cx="0" cy="0"/>
          <a:chOff x="0" y="0"/>
          <a:chExt cx="0" cy="0"/>
        </a:xfrm>
      </p:grpSpPr>
      <p:grpSp>
        <p:nvGrpSpPr>
          <p:cNvPr id="3" name="组合 6">
            <a:extLst>
              <a:ext uri="{FF2B5EF4-FFF2-40B4-BE49-F238E27FC236}">
                <a16:creationId xmlns:a16="http://schemas.microsoft.com/office/drawing/2014/main" id="{0FB6429D-D3A5-2599-C106-DC34E8CDC7EB}"/>
              </a:ext>
            </a:extLst>
          </p:cNvPr>
          <p:cNvGrpSpPr>
            <a:grpSpLocks/>
          </p:cNvGrpSpPr>
          <p:nvPr/>
        </p:nvGrpSpPr>
        <p:grpSpPr bwMode="auto">
          <a:xfrm>
            <a:off x="1043706" y="1129356"/>
            <a:ext cx="4398962" cy="655638"/>
            <a:chOff x="4420480" y="1273324"/>
            <a:chExt cx="4399670" cy="656275"/>
          </a:xfrm>
        </p:grpSpPr>
        <p:grpSp>
          <p:nvGrpSpPr>
            <p:cNvPr id="24601" name="组合 7">
              <a:extLst>
                <a:ext uri="{FF2B5EF4-FFF2-40B4-BE49-F238E27FC236}">
                  <a16:creationId xmlns:a16="http://schemas.microsoft.com/office/drawing/2014/main" id="{F0C35265-A894-C41E-4689-6F8D4958850A}"/>
                </a:ext>
              </a:extLst>
            </p:cNvPr>
            <p:cNvGrpSpPr>
              <a:grpSpLocks/>
            </p:cNvGrpSpPr>
            <p:nvPr/>
          </p:nvGrpSpPr>
          <p:grpSpPr bwMode="auto">
            <a:xfrm>
              <a:off x="4420480" y="1346031"/>
              <a:ext cx="583568" cy="583568"/>
              <a:chOff x="4820276" y="1417340"/>
              <a:chExt cx="792088" cy="792088"/>
            </a:xfrm>
          </p:grpSpPr>
          <p:sp>
            <p:nvSpPr>
              <p:cNvPr id="10" name="椭圆 9">
                <a:extLst>
                  <a:ext uri="{FF2B5EF4-FFF2-40B4-BE49-F238E27FC236}">
                    <a16:creationId xmlns:a16="http://schemas.microsoft.com/office/drawing/2014/main" id="{54CF2117-5F64-CCFA-632C-21284C854F69}"/>
                  </a:ext>
                </a:extLst>
              </p:cNvPr>
              <p:cNvSpPr/>
              <p:nvPr/>
            </p:nvSpPr>
            <p:spPr>
              <a:xfrm>
                <a:off x="4820276" y="1417869"/>
                <a:ext cx="793074" cy="791559"/>
              </a:xfrm>
              <a:prstGeom prst="ellipse">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ea typeface="微软雅黑"/>
                </a:endParaRPr>
              </a:p>
            </p:txBody>
          </p:sp>
          <p:pic>
            <p:nvPicPr>
              <p:cNvPr id="24604" name="组合 52">
                <a:extLst>
                  <a:ext uri="{FF2B5EF4-FFF2-40B4-BE49-F238E27FC236}">
                    <a16:creationId xmlns:a16="http://schemas.microsoft.com/office/drawing/2014/main" id="{5311A810-4843-D525-0E1E-CFE4C16F38A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3874" y="1561356"/>
                <a:ext cx="324892" cy="437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 name="TextBox 8">
              <a:extLst>
                <a:ext uri="{FF2B5EF4-FFF2-40B4-BE49-F238E27FC236}">
                  <a16:creationId xmlns:a16="http://schemas.microsoft.com/office/drawing/2014/main" id="{60D0E2A7-FA10-7C3D-69A7-0CE50B80CC61}"/>
                </a:ext>
              </a:extLst>
            </p:cNvPr>
            <p:cNvSpPr txBox="1"/>
            <p:nvPr/>
          </p:nvSpPr>
          <p:spPr>
            <a:xfrm>
              <a:off x="5147672" y="1273324"/>
              <a:ext cx="3672478" cy="295432"/>
            </a:xfrm>
            <a:prstGeom prst="rect">
              <a:avLst/>
            </a:prstGeom>
            <a:noFill/>
          </p:spPr>
          <p:txBody>
            <a:bodyPr>
              <a:spAutoFit/>
            </a:bodyPr>
            <a:lstStyle/>
            <a:p>
              <a:pPr algn="just" eaLnBrk="1" fontAlgn="auto" hangingPunct="1">
                <a:lnSpc>
                  <a:spcPct val="120000"/>
                </a:lnSpc>
                <a:defRPr/>
              </a:pPr>
              <a:endParaRPr lang="en-US" altLang="zh-CN" sz="1200" noProof="1">
                <a:gradFill>
                  <a:gsLst>
                    <a:gs pos="0">
                      <a:srgbClr val="595959"/>
                    </a:gs>
                    <a:gs pos="100000">
                      <a:srgbClr val="595959"/>
                    </a:gs>
                  </a:gsLst>
                  <a:lin ang="5400000" scaled="0"/>
                </a:gradFill>
                <a:latin typeface="微软雅黑"/>
                <a:ea typeface="微软雅黑"/>
              </a:endParaRPr>
            </a:p>
          </p:txBody>
        </p:sp>
      </p:grpSp>
      <p:grpSp>
        <p:nvGrpSpPr>
          <p:cNvPr id="8" name="组合 11">
            <a:extLst>
              <a:ext uri="{FF2B5EF4-FFF2-40B4-BE49-F238E27FC236}">
                <a16:creationId xmlns:a16="http://schemas.microsoft.com/office/drawing/2014/main" id="{8BB115C3-2C68-536C-5DD6-32DAF3076F0C}"/>
              </a:ext>
            </a:extLst>
          </p:cNvPr>
          <p:cNvGrpSpPr>
            <a:grpSpLocks/>
          </p:cNvGrpSpPr>
          <p:nvPr/>
        </p:nvGrpSpPr>
        <p:grpSpPr bwMode="auto">
          <a:xfrm>
            <a:off x="1011650" y="2381687"/>
            <a:ext cx="4398962" cy="652462"/>
            <a:chOff x="4420480" y="2281436"/>
            <a:chExt cx="4399670" cy="652874"/>
          </a:xfrm>
        </p:grpSpPr>
        <p:grpSp>
          <p:nvGrpSpPr>
            <p:cNvPr id="24597" name="组合 12">
              <a:extLst>
                <a:ext uri="{FF2B5EF4-FFF2-40B4-BE49-F238E27FC236}">
                  <a16:creationId xmlns:a16="http://schemas.microsoft.com/office/drawing/2014/main" id="{6EE7C024-B4FD-19A5-4EF4-94098C060578}"/>
                </a:ext>
              </a:extLst>
            </p:cNvPr>
            <p:cNvGrpSpPr>
              <a:grpSpLocks/>
            </p:cNvGrpSpPr>
            <p:nvPr/>
          </p:nvGrpSpPr>
          <p:grpSpPr bwMode="auto">
            <a:xfrm>
              <a:off x="4420480" y="2355844"/>
              <a:ext cx="583568" cy="578466"/>
              <a:chOff x="4820276" y="2329061"/>
              <a:chExt cx="792088" cy="785164"/>
            </a:xfrm>
          </p:grpSpPr>
          <p:sp>
            <p:nvSpPr>
              <p:cNvPr id="15" name="椭圆 14">
                <a:extLst>
                  <a:ext uri="{FF2B5EF4-FFF2-40B4-BE49-F238E27FC236}">
                    <a16:creationId xmlns:a16="http://schemas.microsoft.com/office/drawing/2014/main" id="{FF40468E-75DF-DCA3-482C-7F70A0E6F718}"/>
                  </a:ext>
                </a:extLst>
              </p:cNvPr>
              <p:cNvSpPr/>
              <p:nvPr/>
            </p:nvSpPr>
            <p:spPr>
              <a:xfrm>
                <a:off x="4820276" y="2329402"/>
                <a:ext cx="793074" cy="784823"/>
              </a:xfrm>
              <a:prstGeom prst="ellipse">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ea typeface="微软雅黑"/>
                </a:endParaRPr>
              </a:p>
            </p:txBody>
          </p:sp>
          <p:sp>
            <p:nvSpPr>
              <p:cNvPr id="24600" name="Freeform 536">
                <a:extLst>
                  <a:ext uri="{FF2B5EF4-FFF2-40B4-BE49-F238E27FC236}">
                    <a16:creationId xmlns:a16="http://schemas.microsoft.com/office/drawing/2014/main" id="{4E397EAE-3635-E0BA-AF00-A6A7F468596C}"/>
                  </a:ext>
                </a:extLst>
              </p:cNvPr>
              <p:cNvSpPr>
                <a:spLocks noChangeArrowheads="1"/>
              </p:cNvSpPr>
              <p:nvPr/>
            </p:nvSpPr>
            <p:spPr bwMode="auto">
              <a:xfrm>
                <a:off x="4961544" y="2546459"/>
                <a:ext cx="509553" cy="311041"/>
              </a:xfrm>
              <a:custGeom>
                <a:avLst/>
                <a:gdLst>
                  <a:gd name="T0" fmla="*/ 398554 w 684"/>
                  <a:gd name="T1" fmla="*/ 89294 h 418"/>
                  <a:gd name="T2" fmla="*/ 393339 w 684"/>
                  <a:gd name="T3" fmla="*/ 90038 h 418"/>
                  <a:gd name="T4" fmla="*/ 273401 w 684"/>
                  <a:gd name="T5" fmla="*/ 0 h 418"/>
                  <a:gd name="T6" fmla="*/ 154952 w 684"/>
                  <a:gd name="T7" fmla="*/ 84829 h 418"/>
                  <a:gd name="T8" fmla="*/ 124408 w 684"/>
                  <a:gd name="T9" fmla="*/ 75156 h 418"/>
                  <a:gd name="T10" fmla="*/ 71516 w 684"/>
                  <a:gd name="T11" fmla="*/ 127244 h 418"/>
                  <a:gd name="T12" fmla="*/ 0 w 684"/>
                  <a:gd name="T13" fmla="*/ 218026 h 418"/>
                  <a:gd name="T14" fmla="*/ 93120 w 684"/>
                  <a:gd name="T15" fmla="*/ 311041 h 418"/>
                  <a:gd name="T16" fmla="*/ 95355 w 684"/>
                  <a:gd name="T17" fmla="*/ 311041 h 418"/>
                  <a:gd name="T18" fmla="*/ 97590 w 684"/>
                  <a:gd name="T19" fmla="*/ 311041 h 418"/>
                  <a:gd name="T20" fmla="*/ 398554 w 684"/>
                  <a:gd name="T21" fmla="*/ 311041 h 418"/>
                  <a:gd name="T22" fmla="*/ 509553 w 684"/>
                  <a:gd name="T23" fmla="*/ 200168 h 418"/>
                  <a:gd name="T24" fmla="*/ 398554 w 684"/>
                  <a:gd name="T25" fmla="*/ 89294 h 4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4"/>
                  <a:gd name="T40" fmla="*/ 0 h 418"/>
                  <a:gd name="T41" fmla="*/ 684 w 684"/>
                  <a:gd name="T42" fmla="*/ 418 h 4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4" h="418">
                    <a:moveTo>
                      <a:pt x="535" y="120"/>
                    </a:moveTo>
                    <a:cubicBezTo>
                      <a:pt x="533" y="120"/>
                      <a:pt x="531" y="121"/>
                      <a:pt x="528" y="121"/>
                    </a:cubicBezTo>
                    <a:cubicBezTo>
                      <a:pt x="508" y="51"/>
                      <a:pt x="443" y="0"/>
                      <a:pt x="367" y="0"/>
                    </a:cubicBezTo>
                    <a:cubicBezTo>
                      <a:pt x="293" y="0"/>
                      <a:pt x="230" y="48"/>
                      <a:pt x="208" y="114"/>
                    </a:cubicBezTo>
                    <a:cubicBezTo>
                      <a:pt x="196" y="106"/>
                      <a:pt x="182" y="101"/>
                      <a:pt x="167" y="101"/>
                    </a:cubicBezTo>
                    <a:cubicBezTo>
                      <a:pt x="128" y="101"/>
                      <a:pt x="96" y="132"/>
                      <a:pt x="96" y="171"/>
                    </a:cubicBezTo>
                    <a:cubicBezTo>
                      <a:pt x="41" y="185"/>
                      <a:pt x="0" y="234"/>
                      <a:pt x="0" y="293"/>
                    </a:cubicBezTo>
                    <a:cubicBezTo>
                      <a:pt x="0" y="362"/>
                      <a:pt x="56" y="418"/>
                      <a:pt x="125" y="418"/>
                    </a:cubicBezTo>
                    <a:cubicBezTo>
                      <a:pt x="126" y="418"/>
                      <a:pt x="126" y="418"/>
                      <a:pt x="128" y="418"/>
                    </a:cubicBezTo>
                    <a:cubicBezTo>
                      <a:pt x="129" y="418"/>
                      <a:pt x="130" y="418"/>
                      <a:pt x="131" y="418"/>
                    </a:cubicBezTo>
                    <a:lnTo>
                      <a:pt x="535" y="418"/>
                    </a:lnTo>
                    <a:cubicBezTo>
                      <a:pt x="618" y="418"/>
                      <a:pt x="684" y="351"/>
                      <a:pt x="684" y="269"/>
                    </a:cubicBezTo>
                    <a:cubicBezTo>
                      <a:pt x="684" y="187"/>
                      <a:pt x="618" y="120"/>
                      <a:pt x="535" y="12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4" name="TextBox 13">
              <a:extLst>
                <a:ext uri="{FF2B5EF4-FFF2-40B4-BE49-F238E27FC236}">
                  <a16:creationId xmlns:a16="http://schemas.microsoft.com/office/drawing/2014/main" id="{21E017F7-7049-259C-8A13-5DF7D7419AD0}"/>
                </a:ext>
              </a:extLst>
            </p:cNvPr>
            <p:cNvSpPr txBox="1"/>
            <p:nvPr/>
          </p:nvSpPr>
          <p:spPr>
            <a:xfrm>
              <a:off x="5147672" y="2281436"/>
              <a:ext cx="3672478" cy="295331"/>
            </a:xfrm>
            <a:prstGeom prst="rect">
              <a:avLst/>
            </a:prstGeom>
            <a:noFill/>
          </p:spPr>
          <p:txBody>
            <a:bodyPr>
              <a:spAutoFit/>
            </a:bodyPr>
            <a:lstStyle/>
            <a:p>
              <a:pPr algn="just" eaLnBrk="1" fontAlgn="auto" hangingPunct="1">
                <a:lnSpc>
                  <a:spcPct val="120000"/>
                </a:lnSpc>
                <a:defRPr/>
              </a:pPr>
              <a:endParaRPr lang="en-US" altLang="zh-CN" sz="1200" noProof="1">
                <a:gradFill>
                  <a:gsLst>
                    <a:gs pos="0">
                      <a:srgbClr val="595959"/>
                    </a:gs>
                    <a:gs pos="100000">
                      <a:srgbClr val="595959"/>
                    </a:gs>
                  </a:gsLst>
                  <a:lin ang="5400000" scaled="0"/>
                </a:gradFill>
                <a:latin typeface="微软雅黑"/>
                <a:ea typeface="微软雅黑"/>
              </a:endParaRPr>
            </a:p>
          </p:txBody>
        </p:sp>
      </p:grpSp>
      <p:grpSp>
        <p:nvGrpSpPr>
          <p:cNvPr id="24593" name="组合 17">
            <a:extLst>
              <a:ext uri="{FF2B5EF4-FFF2-40B4-BE49-F238E27FC236}">
                <a16:creationId xmlns:a16="http://schemas.microsoft.com/office/drawing/2014/main" id="{3809DDB2-8D23-ECE1-6B2E-51D0B1248EAF}"/>
              </a:ext>
            </a:extLst>
          </p:cNvPr>
          <p:cNvGrpSpPr>
            <a:grpSpLocks/>
          </p:cNvGrpSpPr>
          <p:nvPr/>
        </p:nvGrpSpPr>
        <p:grpSpPr bwMode="auto">
          <a:xfrm>
            <a:off x="1043706" y="3620849"/>
            <a:ext cx="583474" cy="583099"/>
            <a:chOff x="4820276" y="3289548"/>
            <a:chExt cx="792088" cy="792088"/>
          </a:xfrm>
        </p:grpSpPr>
        <p:sp>
          <p:nvSpPr>
            <p:cNvPr id="20" name="椭圆 19">
              <a:extLst>
                <a:ext uri="{FF2B5EF4-FFF2-40B4-BE49-F238E27FC236}">
                  <a16:creationId xmlns:a16="http://schemas.microsoft.com/office/drawing/2014/main" id="{B037F6E1-8AAC-E0CD-0734-6CBB02487EA3}"/>
                </a:ext>
              </a:extLst>
            </p:cNvPr>
            <p:cNvSpPr/>
            <p:nvPr/>
          </p:nvSpPr>
          <p:spPr>
            <a:xfrm>
              <a:off x="4820276" y="3290211"/>
              <a:ext cx="793074" cy="791425"/>
            </a:xfrm>
            <a:prstGeom prst="ellipse">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ea typeface="微软雅黑"/>
              </a:endParaRPr>
            </a:p>
          </p:txBody>
        </p:sp>
        <p:pic>
          <p:nvPicPr>
            <p:cNvPr id="24596" name="组合 61">
              <a:extLst>
                <a:ext uri="{FF2B5EF4-FFF2-40B4-BE49-F238E27FC236}">
                  <a16:creationId xmlns:a16="http://schemas.microsoft.com/office/drawing/2014/main" id="{FE22A562-71E7-FFC9-069E-595843AA120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9929" y="3446175"/>
              <a:ext cx="352660" cy="381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 name="组合 27">
            <a:extLst>
              <a:ext uri="{FF2B5EF4-FFF2-40B4-BE49-F238E27FC236}">
                <a16:creationId xmlns:a16="http://schemas.microsoft.com/office/drawing/2014/main" id="{BBBC6297-2C58-8B28-36FB-0B310159C09E}"/>
              </a:ext>
            </a:extLst>
          </p:cNvPr>
          <p:cNvGrpSpPr>
            <a:grpSpLocks/>
          </p:cNvGrpSpPr>
          <p:nvPr/>
        </p:nvGrpSpPr>
        <p:grpSpPr bwMode="auto">
          <a:xfrm>
            <a:off x="274638" y="217488"/>
            <a:ext cx="3937000" cy="725822"/>
            <a:chOff x="274214" y="217809"/>
            <a:chExt cx="3937746" cy="724771"/>
          </a:xfrm>
        </p:grpSpPr>
        <p:grpSp>
          <p:nvGrpSpPr>
            <p:cNvPr id="24585" name="组合 28">
              <a:extLst>
                <a:ext uri="{FF2B5EF4-FFF2-40B4-BE49-F238E27FC236}">
                  <a16:creationId xmlns:a16="http://schemas.microsoft.com/office/drawing/2014/main" id="{315B787A-61F2-2077-81B0-27025330F95E}"/>
                </a:ext>
              </a:extLst>
            </p:cNvPr>
            <p:cNvGrpSpPr>
              <a:grpSpLocks/>
            </p:cNvGrpSpPr>
            <p:nvPr/>
          </p:nvGrpSpPr>
          <p:grpSpPr bwMode="auto">
            <a:xfrm>
              <a:off x="274214" y="217809"/>
              <a:ext cx="454527" cy="435930"/>
              <a:chOff x="683568" y="1489348"/>
              <a:chExt cx="2638425" cy="2530475"/>
            </a:xfrm>
          </p:grpSpPr>
          <p:sp>
            <p:nvSpPr>
              <p:cNvPr id="24587" name="Freeform 7">
                <a:extLst>
                  <a:ext uri="{FF2B5EF4-FFF2-40B4-BE49-F238E27FC236}">
                    <a16:creationId xmlns:a16="http://schemas.microsoft.com/office/drawing/2014/main" id="{04E1AF06-7B4F-B0BF-8B2E-DA2AC9994341}"/>
                  </a:ext>
                </a:extLst>
              </p:cNvPr>
              <p:cNvSpPr>
                <a:spLocks noChangeArrowheads="1"/>
              </p:cNvSpPr>
              <p:nvPr/>
            </p:nvSpPr>
            <p:spPr bwMode="auto">
              <a:xfrm>
                <a:off x="683568" y="1489348"/>
                <a:ext cx="2638425" cy="1771650"/>
              </a:xfrm>
              <a:custGeom>
                <a:avLst/>
                <a:gdLst>
                  <a:gd name="T0" fmla="*/ 0 w 16620"/>
                  <a:gd name="T1" fmla="*/ 708469 h 11158"/>
                  <a:gd name="T2" fmla="*/ 10319 w 16620"/>
                  <a:gd name="T3" fmla="*/ 711327 h 11158"/>
                  <a:gd name="T4" fmla="*/ 20320 w 16620"/>
                  <a:gd name="T5" fmla="*/ 713550 h 11158"/>
                  <a:gd name="T6" fmla="*/ 29845 w 16620"/>
                  <a:gd name="T7" fmla="*/ 715932 h 11158"/>
                  <a:gd name="T8" fmla="*/ 39053 w 16620"/>
                  <a:gd name="T9" fmla="*/ 717837 h 11158"/>
                  <a:gd name="T10" fmla="*/ 56039 w 16620"/>
                  <a:gd name="T11" fmla="*/ 721648 h 11158"/>
                  <a:gd name="T12" fmla="*/ 71438 w 16620"/>
                  <a:gd name="T13" fmla="*/ 725300 h 11158"/>
                  <a:gd name="T14" fmla="*/ 78581 w 16620"/>
                  <a:gd name="T15" fmla="*/ 727205 h 11158"/>
                  <a:gd name="T16" fmla="*/ 85408 w 16620"/>
                  <a:gd name="T17" fmla="*/ 728952 h 11158"/>
                  <a:gd name="T18" fmla="*/ 91916 w 16620"/>
                  <a:gd name="T19" fmla="*/ 730857 h 11158"/>
                  <a:gd name="T20" fmla="*/ 97790 w 16620"/>
                  <a:gd name="T21" fmla="*/ 732921 h 11158"/>
                  <a:gd name="T22" fmla="*/ 103505 w 16620"/>
                  <a:gd name="T23" fmla="*/ 735303 h 11158"/>
                  <a:gd name="T24" fmla="*/ 108903 w 16620"/>
                  <a:gd name="T25" fmla="*/ 737526 h 11158"/>
                  <a:gd name="T26" fmla="*/ 113824 w 16620"/>
                  <a:gd name="T27" fmla="*/ 740384 h 11158"/>
                  <a:gd name="T28" fmla="*/ 118586 w 16620"/>
                  <a:gd name="T29" fmla="*/ 743401 h 11158"/>
                  <a:gd name="T30" fmla="*/ 122873 w 16620"/>
                  <a:gd name="T31" fmla="*/ 746576 h 11158"/>
                  <a:gd name="T32" fmla="*/ 126841 w 16620"/>
                  <a:gd name="T33" fmla="*/ 750228 h 11158"/>
                  <a:gd name="T34" fmla="*/ 130493 w 16620"/>
                  <a:gd name="T35" fmla="*/ 754198 h 11158"/>
                  <a:gd name="T36" fmla="*/ 133826 w 16620"/>
                  <a:gd name="T37" fmla="*/ 758802 h 11158"/>
                  <a:gd name="T38" fmla="*/ 136843 w 16620"/>
                  <a:gd name="T39" fmla="*/ 763724 h 11158"/>
                  <a:gd name="T40" fmla="*/ 139700 w 16620"/>
                  <a:gd name="T41" fmla="*/ 769282 h 11158"/>
                  <a:gd name="T42" fmla="*/ 142081 w 16620"/>
                  <a:gd name="T43" fmla="*/ 775156 h 11158"/>
                  <a:gd name="T44" fmla="*/ 144304 w 16620"/>
                  <a:gd name="T45" fmla="*/ 781825 h 11158"/>
                  <a:gd name="T46" fmla="*/ 146209 w 16620"/>
                  <a:gd name="T47" fmla="*/ 788970 h 11158"/>
                  <a:gd name="T48" fmla="*/ 147955 w 16620"/>
                  <a:gd name="T49" fmla="*/ 796909 h 11158"/>
                  <a:gd name="T50" fmla="*/ 149225 w 16620"/>
                  <a:gd name="T51" fmla="*/ 805483 h 11158"/>
                  <a:gd name="T52" fmla="*/ 150336 w 16620"/>
                  <a:gd name="T53" fmla="*/ 815010 h 11158"/>
                  <a:gd name="T54" fmla="*/ 151289 w 16620"/>
                  <a:gd name="T55" fmla="*/ 825013 h 11158"/>
                  <a:gd name="T56" fmla="*/ 151765 w 16620"/>
                  <a:gd name="T57" fmla="*/ 835810 h 11158"/>
                  <a:gd name="T58" fmla="*/ 152083 w 16620"/>
                  <a:gd name="T59" fmla="*/ 847718 h 11158"/>
                  <a:gd name="T60" fmla="*/ 152241 w 16620"/>
                  <a:gd name="T61" fmla="*/ 860420 h 11158"/>
                  <a:gd name="T62" fmla="*/ 152241 w 16620"/>
                  <a:gd name="T63" fmla="*/ 1771650 h 11158"/>
                  <a:gd name="T64" fmla="*/ 253683 w 16620"/>
                  <a:gd name="T65" fmla="*/ 1771650 h 11158"/>
                  <a:gd name="T66" fmla="*/ 253683 w 16620"/>
                  <a:gd name="T67" fmla="*/ 860420 h 11158"/>
                  <a:gd name="T68" fmla="*/ 1322388 w 16620"/>
                  <a:gd name="T69" fmla="*/ 1462508 h 11158"/>
                  <a:gd name="T70" fmla="*/ 2622074 w 16620"/>
                  <a:gd name="T71" fmla="*/ 681477 h 11158"/>
                  <a:gd name="T72" fmla="*/ 2638425 w 16620"/>
                  <a:gd name="T73" fmla="*/ 607328 h 11158"/>
                  <a:gd name="T74" fmla="*/ 1319213 w 16620"/>
                  <a:gd name="T75" fmla="*/ 0 h 11158"/>
                  <a:gd name="T76" fmla="*/ 0 w 16620"/>
                  <a:gd name="T77" fmla="*/ 607328 h 11158"/>
                  <a:gd name="T78" fmla="*/ 0 w 16620"/>
                  <a:gd name="T79" fmla="*/ 708469 h 111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620"/>
                  <a:gd name="T121" fmla="*/ 0 h 11158"/>
                  <a:gd name="T122" fmla="*/ 16620 w 16620"/>
                  <a:gd name="T123" fmla="*/ 11158 h 1115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88" name="Freeform 8">
                <a:extLst>
                  <a:ext uri="{FF2B5EF4-FFF2-40B4-BE49-F238E27FC236}">
                    <a16:creationId xmlns:a16="http://schemas.microsoft.com/office/drawing/2014/main" id="{0826D2D7-BCBC-6236-1CAB-84BCD17E1A31}"/>
                  </a:ext>
                </a:extLst>
              </p:cNvPr>
              <p:cNvSpPr>
                <a:spLocks noChangeArrowheads="1"/>
              </p:cNvSpPr>
              <p:nvPr/>
            </p:nvSpPr>
            <p:spPr bwMode="auto">
              <a:xfrm>
                <a:off x="1039168" y="2502173"/>
                <a:ext cx="1927225" cy="1517650"/>
              </a:xfrm>
              <a:custGeom>
                <a:avLst/>
                <a:gdLst>
                  <a:gd name="T0" fmla="*/ 1750148 w 12146"/>
                  <a:gd name="T1" fmla="*/ 654710 h 9555"/>
                  <a:gd name="T2" fmla="*/ 1785373 w 12146"/>
                  <a:gd name="T3" fmla="*/ 652327 h 9555"/>
                  <a:gd name="T4" fmla="*/ 1806476 w 12146"/>
                  <a:gd name="T5" fmla="*/ 650580 h 9555"/>
                  <a:gd name="T6" fmla="*/ 1825834 w 12146"/>
                  <a:gd name="T7" fmla="*/ 648515 h 9555"/>
                  <a:gd name="T8" fmla="*/ 1843288 w 12146"/>
                  <a:gd name="T9" fmla="*/ 645656 h 9555"/>
                  <a:gd name="T10" fmla="*/ 1859155 w 12146"/>
                  <a:gd name="T11" fmla="*/ 641844 h 9555"/>
                  <a:gd name="T12" fmla="*/ 1873118 w 12146"/>
                  <a:gd name="T13" fmla="*/ 636921 h 9555"/>
                  <a:gd name="T14" fmla="*/ 1885494 w 12146"/>
                  <a:gd name="T15" fmla="*/ 630250 h 9555"/>
                  <a:gd name="T16" fmla="*/ 1895967 w 12146"/>
                  <a:gd name="T17" fmla="*/ 621990 h 9555"/>
                  <a:gd name="T18" fmla="*/ 1905011 w 12146"/>
                  <a:gd name="T19" fmla="*/ 611666 h 9555"/>
                  <a:gd name="T20" fmla="*/ 1912469 w 12146"/>
                  <a:gd name="T21" fmla="*/ 598960 h 9555"/>
                  <a:gd name="T22" fmla="*/ 1918339 w 12146"/>
                  <a:gd name="T23" fmla="*/ 583394 h 9555"/>
                  <a:gd name="T24" fmla="*/ 1922624 w 12146"/>
                  <a:gd name="T25" fmla="*/ 565287 h 9555"/>
                  <a:gd name="T26" fmla="*/ 1925638 w 12146"/>
                  <a:gd name="T27" fmla="*/ 543686 h 9555"/>
                  <a:gd name="T28" fmla="*/ 1926908 w 12146"/>
                  <a:gd name="T29" fmla="*/ 518749 h 9555"/>
                  <a:gd name="T30" fmla="*/ 1927225 w 12146"/>
                  <a:gd name="T31" fmla="*/ 49079 h 9555"/>
                  <a:gd name="T32" fmla="*/ 964882 w 12146"/>
                  <a:gd name="T33" fmla="*/ 557822 h 9555"/>
                  <a:gd name="T34" fmla="*/ 0 w 12146"/>
                  <a:gd name="T35" fmla="*/ 49079 h 9555"/>
                  <a:gd name="T36" fmla="*/ 0 w 12146"/>
                  <a:gd name="T37" fmla="*/ 517637 h 9555"/>
                  <a:gd name="T38" fmla="*/ 1111 w 12146"/>
                  <a:gd name="T39" fmla="*/ 540350 h 9555"/>
                  <a:gd name="T40" fmla="*/ 3015 w 12146"/>
                  <a:gd name="T41" fmla="*/ 559728 h 9555"/>
                  <a:gd name="T42" fmla="*/ 6030 w 12146"/>
                  <a:gd name="T43" fmla="*/ 576246 h 9555"/>
                  <a:gd name="T44" fmla="*/ 10155 w 12146"/>
                  <a:gd name="T45" fmla="*/ 590065 h 9555"/>
                  <a:gd name="T46" fmla="*/ 15391 w 12146"/>
                  <a:gd name="T47" fmla="*/ 601660 h 9555"/>
                  <a:gd name="T48" fmla="*/ 21738 w 12146"/>
                  <a:gd name="T49" fmla="*/ 611031 h 9555"/>
                  <a:gd name="T50" fmla="*/ 29354 w 12146"/>
                  <a:gd name="T51" fmla="*/ 618814 h 9555"/>
                  <a:gd name="T52" fmla="*/ 38240 w 12146"/>
                  <a:gd name="T53" fmla="*/ 625008 h 9555"/>
                  <a:gd name="T54" fmla="*/ 48712 w 12146"/>
                  <a:gd name="T55" fmla="*/ 630091 h 9555"/>
                  <a:gd name="T56" fmla="*/ 60454 w 12146"/>
                  <a:gd name="T57" fmla="*/ 634379 h 9555"/>
                  <a:gd name="T58" fmla="*/ 73624 w 12146"/>
                  <a:gd name="T59" fmla="*/ 638191 h 9555"/>
                  <a:gd name="T60" fmla="*/ 96155 w 12146"/>
                  <a:gd name="T61" fmla="*/ 643433 h 9555"/>
                  <a:gd name="T62" fmla="*/ 122336 w 12146"/>
                  <a:gd name="T63" fmla="*/ 649468 h 9555"/>
                  <a:gd name="T64" fmla="*/ 141852 w 12146"/>
                  <a:gd name="T65" fmla="*/ 654075 h 9555"/>
                  <a:gd name="T66" fmla="*/ 152166 w 12146"/>
                  <a:gd name="T67" fmla="*/ 1112626 h 9555"/>
                  <a:gd name="T68" fmla="*/ 405723 w 12146"/>
                  <a:gd name="T69" fmla="*/ 1517650 h 9555"/>
                  <a:gd name="T70" fmla="*/ 760672 w 12146"/>
                  <a:gd name="T71" fmla="*/ 1112626 h 9555"/>
                  <a:gd name="T72" fmla="*/ 1166553 w 12146"/>
                  <a:gd name="T73" fmla="*/ 1517650 h 9555"/>
                  <a:gd name="T74" fmla="*/ 1521502 w 12146"/>
                  <a:gd name="T75" fmla="*/ 1112626 h 9555"/>
                  <a:gd name="T76" fmla="*/ 1724284 w 12146"/>
                  <a:gd name="T77" fmla="*/ 656775 h 95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46"/>
                  <a:gd name="T118" fmla="*/ 0 h 9555"/>
                  <a:gd name="T119" fmla="*/ 12146 w 12146"/>
                  <a:gd name="T120" fmla="*/ 9555 h 95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4586" name="TextBox 29">
              <a:extLst>
                <a:ext uri="{FF2B5EF4-FFF2-40B4-BE49-F238E27FC236}">
                  <a16:creationId xmlns:a16="http://schemas.microsoft.com/office/drawing/2014/main" id="{EFFB398E-4DDA-465C-F7F6-887B02173F14}"/>
                </a:ext>
              </a:extLst>
            </p:cNvPr>
            <p:cNvSpPr txBox="1">
              <a:spLocks noChangeArrowheads="1"/>
            </p:cNvSpPr>
            <p:nvPr/>
          </p:nvSpPr>
          <p:spPr bwMode="auto">
            <a:xfrm>
              <a:off x="728742" y="235719"/>
              <a:ext cx="3483218" cy="706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t>Project Completion Status.</a:t>
              </a:r>
              <a:r>
                <a:rPr lang="en-US" altLang="zh-CN" sz="2000" dirty="0"/>
                <a:t> division of labor</a:t>
              </a:r>
              <a:endParaRPr lang="en-US" altLang="zh-CN" sz="2000" b="1" dirty="0"/>
            </a:p>
          </p:txBody>
        </p:sp>
      </p:grpSp>
      <p:sp>
        <p:nvSpPr>
          <p:cNvPr id="7" name="Rectangle 1">
            <a:extLst>
              <a:ext uri="{FF2B5EF4-FFF2-40B4-BE49-F238E27FC236}">
                <a16:creationId xmlns:a16="http://schemas.microsoft.com/office/drawing/2014/main" id="{F9E44751-2E41-5CE1-4939-794E9A5B8D78}"/>
              </a:ext>
            </a:extLst>
          </p:cNvPr>
          <p:cNvSpPr>
            <a:spLocks noChangeArrowheads="1"/>
          </p:cNvSpPr>
          <p:nvPr/>
        </p:nvSpPr>
        <p:spPr bwMode="auto">
          <a:xfrm>
            <a:off x="1627180" y="1129356"/>
            <a:ext cx="684057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b="1" dirty="0">
                <a:latin typeface="Arial" panose="020B0604020202020204" pitchFamily="34" charset="0"/>
              </a:rPr>
              <a:t>朱峻桐</a:t>
            </a:r>
            <a:endParaRPr kumimoji="0" lang="zh-CN" altLang="zh-CN"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Arial" panose="020B0604020202020204" pitchFamily="34" charset="0"/>
              </a:rPr>
              <a:t> Designed the Character hierarchy and implemented compare With() methods. </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33EA759E-49B2-81EE-3810-65E5EE143939}"/>
              </a:ext>
            </a:extLst>
          </p:cNvPr>
          <p:cNvSpPr>
            <a:spLocks noChangeArrowheads="1"/>
          </p:cNvSpPr>
          <p:nvPr/>
        </p:nvSpPr>
        <p:spPr bwMode="auto">
          <a:xfrm>
            <a:off x="1627180" y="2337514"/>
            <a:ext cx="684057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b="1" dirty="0">
                <a:latin typeface="Arial" panose="020B0604020202020204" pitchFamily="34" charset="0"/>
              </a:rPr>
              <a:t>刘静</a:t>
            </a:r>
            <a:endParaRPr kumimoji="0" lang="zh-CN" altLang="zh-CN"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Arial" panose="020B0604020202020204" pitchFamily="34" charset="0"/>
              </a:rPr>
              <a:t>Developed the main menu (Page 1 Main Menu) and difficulty control logic.</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46A1FB02-8943-06AC-49D4-31B73B35AB20}"/>
              </a:ext>
            </a:extLst>
          </p:cNvPr>
          <p:cNvSpPr>
            <a:spLocks noChangeArrowheads="1"/>
          </p:cNvSpPr>
          <p:nvPr/>
        </p:nvSpPr>
        <p:spPr bwMode="auto">
          <a:xfrm>
            <a:off x="1641823" y="3517450"/>
            <a:ext cx="684057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a:ln>
                  <a:noFill/>
                </a:ln>
                <a:solidFill>
                  <a:schemeClr val="tx1"/>
                </a:solidFill>
                <a:effectLst/>
                <a:latin typeface="Arial" panose="020B0604020202020204" pitchFamily="34" charset="0"/>
              </a:rPr>
              <a:t>汪子淇</a:t>
            </a:r>
            <a:endParaRPr kumimoji="0" lang="zh-CN" altLang="zh-CN"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Arial" panose="020B0604020202020204" pitchFamily="34" charset="0"/>
              </a:rPr>
              <a:t>Built the CSV parser and data loading module (Player Data Storage).</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71742966"/>
      </p:ext>
    </p:extLst>
  </p:cSld>
  <p:clrMapOvr>
    <a:masterClrMapping/>
  </p:clrMapOvr>
  <p:transition spd="slow" advClick="0" advTm="6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nodeType="afterGroup">
                            <p:stCondLst>
                              <p:cond delay="500"/>
                            </p:stCondLst>
                            <p:childTnLst>
                              <p:par>
                                <p:cTn id="9" presetID="42"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25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000"/>
                                        <p:tgtEl>
                                          <p:spTgt spid="8"/>
                                        </p:tgtEl>
                                      </p:cBhvr>
                                    </p:animEffect>
                                    <p:anim calcmode="lin" valueType="num">
                                      <p:cBhvr>
                                        <p:cTn id="17" dur="1000" fill="hold"/>
                                        <p:tgtEl>
                                          <p:spTgt spid="8"/>
                                        </p:tgtEl>
                                        <p:attrNameLst>
                                          <p:attrName>ppt_x</p:attrName>
                                        </p:attrNameLst>
                                      </p:cBhvr>
                                      <p:tavLst>
                                        <p:tav tm="0">
                                          <p:val>
                                            <p:strVal val="#ppt_x"/>
                                          </p:val>
                                        </p:tav>
                                        <p:tav tm="100000">
                                          <p:val>
                                            <p:strVal val="#ppt_x"/>
                                          </p:val>
                                        </p:tav>
                                      </p:tavLst>
                                    </p:anim>
                                    <p:anim calcmode="lin" valueType="num">
                                      <p:cBhvr>
                                        <p:cTn id="1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7B5F282-E006-AD44-661D-88FBFB240EDC}"/>
            </a:ext>
          </a:extLst>
        </p:cNvPr>
        <p:cNvGrpSpPr/>
        <p:nvPr/>
      </p:nvGrpSpPr>
      <p:grpSpPr>
        <a:xfrm>
          <a:off x="0" y="0"/>
          <a:ext cx="0" cy="0"/>
          <a:chOff x="0" y="0"/>
          <a:chExt cx="0" cy="0"/>
        </a:xfrm>
      </p:grpSpPr>
      <p:grpSp>
        <p:nvGrpSpPr>
          <p:cNvPr id="3" name="组合 6">
            <a:extLst>
              <a:ext uri="{FF2B5EF4-FFF2-40B4-BE49-F238E27FC236}">
                <a16:creationId xmlns:a16="http://schemas.microsoft.com/office/drawing/2014/main" id="{A242982B-4FCA-E69B-C685-77C43C3D0C63}"/>
              </a:ext>
            </a:extLst>
          </p:cNvPr>
          <p:cNvGrpSpPr>
            <a:grpSpLocks/>
          </p:cNvGrpSpPr>
          <p:nvPr/>
        </p:nvGrpSpPr>
        <p:grpSpPr bwMode="auto">
          <a:xfrm>
            <a:off x="1043706" y="1129356"/>
            <a:ext cx="4398962" cy="655638"/>
            <a:chOff x="4420480" y="1273324"/>
            <a:chExt cx="4399670" cy="656275"/>
          </a:xfrm>
        </p:grpSpPr>
        <p:grpSp>
          <p:nvGrpSpPr>
            <p:cNvPr id="24601" name="组合 7">
              <a:extLst>
                <a:ext uri="{FF2B5EF4-FFF2-40B4-BE49-F238E27FC236}">
                  <a16:creationId xmlns:a16="http://schemas.microsoft.com/office/drawing/2014/main" id="{5E509A32-9707-8398-E3A8-6777817B1A87}"/>
                </a:ext>
              </a:extLst>
            </p:cNvPr>
            <p:cNvGrpSpPr>
              <a:grpSpLocks/>
            </p:cNvGrpSpPr>
            <p:nvPr/>
          </p:nvGrpSpPr>
          <p:grpSpPr bwMode="auto">
            <a:xfrm>
              <a:off x="4420480" y="1346031"/>
              <a:ext cx="583568" cy="583568"/>
              <a:chOff x="4820276" y="1417340"/>
              <a:chExt cx="792088" cy="792088"/>
            </a:xfrm>
          </p:grpSpPr>
          <p:sp>
            <p:nvSpPr>
              <p:cNvPr id="10" name="椭圆 9">
                <a:extLst>
                  <a:ext uri="{FF2B5EF4-FFF2-40B4-BE49-F238E27FC236}">
                    <a16:creationId xmlns:a16="http://schemas.microsoft.com/office/drawing/2014/main" id="{20D8433C-E80C-E175-4C32-F0159F9E25D5}"/>
                  </a:ext>
                </a:extLst>
              </p:cNvPr>
              <p:cNvSpPr/>
              <p:nvPr/>
            </p:nvSpPr>
            <p:spPr>
              <a:xfrm>
                <a:off x="4820276" y="1417869"/>
                <a:ext cx="793074" cy="791559"/>
              </a:xfrm>
              <a:prstGeom prst="ellipse">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ea typeface="微软雅黑"/>
                </a:endParaRPr>
              </a:p>
            </p:txBody>
          </p:sp>
          <p:pic>
            <p:nvPicPr>
              <p:cNvPr id="24604" name="组合 52">
                <a:extLst>
                  <a:ext uri="{FF2B5EF4-FFF2-40B4-BE49-F238E27FC236}">
                    <a16:creationId xmlns:a16="http://schemas.microsoft.com/office/drawing/2014/main" id="{739FA0BB-F856-ADB0-A92C-187AE1D0802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3874" y="1561356"/>
                <a:ext cx="324892" cy="437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 name="TextBox 8">
              <a:extLst>
                <a:ext uri="{FF2B5EF4-FFF2-40B4-BE49-F238E27FC236}">
                  <a16:creationId xmlns:a16="http://schemas.microsoft.com/office/drawing/2014/main" id="{55817BCF-706D-C504-2322-30AB50750CF3}"/>
                </a:ext>
              </a:extLst>
            </p:cNvPr>
            <p:cNvSpPr txBox="1"/>
            <p:nvPr/>
          </p:nvSpPr>
          <p:spPr>
            <a:xfrm>
              <a:off x="5147672" y="1273324"/>
              <a:ext cx="3672478" cy="295432"/>
            </a:xfrm>
            <a:prstGeom prst="rect">
              <a:avLst/>
            </a:prstGeom>
            <a:noFill/>
          </p:spPr>
          <p:txBody>
            <a:bodyPr>
              <a:spAutoFit/>
            </a:bodyPr>
            <a:lstStyle/>
            <a:p>
              <a:pPr algn="just" eaLnBrk="1" fontAlgn="auto" hangingPunct="1">
                <a:lnSpc>
                  <a:spcPct val="120000"/>
                </a:lnSpc>
                <a:defRPr/>
              </a:pPr>
              <a:endParaRPr lang="en-US" altLang="zh-CN" sz="1200" noProof="1">
                <a:gradFill>
                  <a:gsLst>
                    <a:gs pos="0">
                      <a:srgbClr val="595959"/>
                    </a:gs>
                    <a:gs pos="100000">
                      <a:srgbClr val="595959"/>
                    </a:gs>
                  </a:gsLst>
                  <a:lin ang="5400000" scaled="0"/>
                </a:gradFill>
                <a:latin typeface="微软雅黑"/>
                <a:ea typeface="微软雅黑"/>
              </a:endParaRPr>
            </a:p>
          </p:txBody>
        </p:sp>
      </p:grpSp>
      <p:grpSp>
        <p:nvGrpSpPr>
          <p:cNvPr id="8" name="组合 11">
            <a:extLst>
              <a:ext uri="{FF2B5EF4-FFF2-40B4-BE49-F238E27FC236}">
                <a16:creationId xmlns:a16="http://schemas.microsoft.com/office/drawing/2014/main" id="{62CDF1A4-7F45-96EA-CB45-148604DEE4CA}"/>
              </a:ext>
            </a:extLst>
          </p:cNvPr>
          <p:cNvGrpSpPr>
            <a:grpSpLocks/>
          </p:cNvGrpSpPr>
          <p:nvPr/>
        </p:nvGrpSpPr>
        <p:grpSpPr bwMode="auto">
          <a:xfrm>
            <a:off x="1011650" y="2381687"/>
            <a:ext cx="4398962" cy="652462"/>
            <a:chOff x="4420480" y="2281436"/>
            <a:chExt cx="4399670" cy="652874"/>
          </a:xfrm>
        </p:grpSpPr>
        <p:grpSp>
          <p:nvGrpSpPr>
            <p:cNvPr id="24597" name="组合 12">
              <a:extLst>
                <a:ext uri="{FF2B5EF4-FFF2-40B4-BE49-F238E27FC236}">
                  <a16:creationId xmlns:a16="http://schemas.microsoft.com/office/drawing/2014/main" id="{D266FEED-2859-909F-97D5-5101282852D7}"/>
                </a:ext>
              </a:extLst>
            </p:cNvPr>
            <p:cNvGrpSpPr>
              <a:grpSpLocks/>
            </p:cNvGrpSpPr>
            <p:nvPr/>
          </p:nvGrpSpPr>
          <p:grpSpPr bwMode="auto">
            <a:xfrm>
              <a:off x="4420480" y="2355844"/>
              <a:ext cx="583568" cy="578466"/>
              <a:chOff x="4820276" y="2329061"/>
              <a:chExt cx="792088" cy="785164"/>
            </a:xfrm>
          </p:grpSpPr>
          <p:sp>
            <p:nvSpPr>
              <p:cNvPr id="15" name="椭圆 14">
                <a:extLst>
                  <a:ext uri="{FF2B5EF4-FFF2-40B4-BE49-F238E27FC236}">
                    <a16:creationId xmlns:a16="http://schemas.microsoft.com/office/drawing/2014/main" id="{8EC08A9C-8FD6-EE9D-F901-BC7CA2899DE4}"/>
                  </a:ext>
                </a:extLst>
              </p:cNvPr>
              <p:cNvSpPr/>
              <p:nvPr/>
            </p:nvSpPr>
            <p:spPr>
              <a:xfrm>
                <a:off x="4820276" y="2329402"/>
                <a:ext cx="793074" cy="784823"/>
              </a:xfrm>
              <a:prstGeom prst="ellipse">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ea typeface="微软雅黑"/>
                </a:endParaRPr>
              </a:p>
            </p:txBody>
          </p:sp>
          <p:sp>
            <p:nvSpPr>
              <p:cNvPr id="24600" name="Freeform 536">
                <a:extLst>
                  <a:ext uri="{FF2B5EF4-FFF2-40B4-BE49-F238E27FC236}">
                    <a16:creationId xmlns:a16="http://schemas.microsoft.com/office/drawing/2014/main" id="{792F7A64-CB89-262E-183D-81AC6C8C2C28}"/>
                  </a:ext>
                </a:extLst>
              </p:cNvPr>
              <p:cNvSpPr>
                <a:spLocks noChangeArrowheads="1"/>
              </p:cNvSpPr>
              <p:nvPr/>
            </p:nvSpPr>
            <p:spPr bwMode="auto">
              <a:xfrm>
                <a:off x="4961544" y="2546459"/>
                <a:ext cx="509553" cy="311041"/>
              </a:xfrm>
              <a:custGeom>
                <a:avLst/>
                <a:gdLst>
                  <a:gd name="T0" fmla="*/ 398554 w 684"/>
                  <a:gd name="T1" fmla="*/ 89294 h 418"/>
                  <a:gd name="T2" fmla="*/ 393339 w 684"/>
                  <a:gd name="T3" fmla="*/ 90038 h 418"/>
                  <a:gd name="T4" fmla="*/ 273401 w 684"/>
                  <a:gd name="T5" fmla="*/ 0 h 418"/>
                  <a:gd name="T6" fmla="*/ 154952 w 684"/>
                  <a:gd name="T7" fmla="*/ 84829 h 418"/>
                  <a:gd name="T8" fmla="*/ 124408 w 684"/>
                  <a:gd name="T9" fmla="*/ 75156 h 418"/>
                  <a:gd name="T10" fmla="*/ 71516 w 684"/>
                  <a:gd name="T11" fmla="*/ 127244 h 418"/>
                  <a:gd name="T12" fmla="*/ 0 w 684"/>
                  <a:gd name="T13" fmla="*/ 218026 h 418"/>
                  <a:gd name="T14" fmla="*/ 93120 w 684"/>
                  <a:gd name="T15" fmla="*/ 311041 h 418"/>
                  <a:gd name="T16" fmla="*/ 95355 w 684"/>
                  <a:gd name="T17" fmla="*/ 311041 h 418"/>
                  <a:gd name="T18" fmla="*/ 97590 w 684"/>
                  <a:gd name="T19" fmla="*/ 311041 h 418"/>
                  <a:gd name="T20" fmla="*/ 398554 w 684"/>
                  <a:gd name="T21" fmla="*/ 311041 h 418"/>
                  <a:gd name="T22" fmla="*/ 509553 w 684"/>
                  <a:gd name="T23" fmla="*/ 200168 h 418"/>
                  <a:gd name="T24" fmla="*/ 398554 w 684"/>
                  <a:gd name="T25" fmla="*/ 89294 h 4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4"/>
                  <a:gd name="T40" fmla="*/ 0 h 418"/>
                  <a:gd name="T41" fmla="*/ 684 w 684"/>
                  <a:gd name="T42" fmla="*/ 418 h 4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4" h="418">
                    <a:moveTo>
                      <a:pt x="535" y="120"/>
                    </a:moveTo>
                    <a:cubicBezTo>
                      <a:pt x="533" y="120"/>
                      <a:pt x="531" y="121"/>
                      <a:pt x="528" y="121"/>
                    </a:cubicBezTo>
                    <a:cubicBezTo>
                      <a:pt x="508" y="51"/>
                      <a:pt x="443" y="0"/>
                      <a:pt x="367" y="0"/>
                    </a:cubicBezTo>
                    <a:cubicBezTo>
                      <a:pt x="293" y="0"/>
                      <a:pt x="230" y="48"/>
                      <a:pt x="208" y="114"/>
                    </a:cubicBezTo>
                    <a:cubicBezTo>
                      <a:pt x="196" y="106"/>
                      <a:pt x="182" y="101"/>
                      <a:pt x="167" y="101"/>
                    </a:cubicBezTo>
                    <a:cubicBezTo>
                      <a:pt x="128" y="101"/>
                      <a:pt x="96" y="132"/>
                      <a:pt x="96" y="171"/>
                    </a:cubicBezTo>
                    <a:cubicBezTo>
                      <a:pt x="41" y="185"/>
                      <a:pt x="0" y="234"/>
                      <a:pt x="0" y="293"/>
                    </a:cubicBezTo>
                    <a:cubicBezTo>
                      <a:pt x="0" y="362"/>
                      <a:pt x="56" y="418"/>
                      <a:pt x="125" y="418"/>
                    </a:cubicBezTo>
                    <a:cubicBezTo>
                      <a:pt x="126" y="418"/>
                      <a:pt x="126" y="418"/>
                      <a:pt x="128" y="418"/>
                    </a:cubicBezTo>
                    <a:cubicBezTo>
                      <a:pt x="129" y="418"/>
                      <a:pt x="130" y="418"/>
                      <a:pt x="131" y="418"/>
                    </a:cubicBezTo>
                    <a:lnTo>
                      <a:pt x="535" y="418"/>
                    </a:lnTo>
                    <a:cubicBezTo>
                      <a:pt x="618" y="418"/>
                      <a:pt x="684" y="351"/>
                      <a:pt x="684" y="269"/>
                    </a:cubicBezTo>
                    <a:cubicBezTo>
                      <a:pt x="684" y="187"/>
                      <a:pt x="618" y="120"/>
                      <a:pt x="535" y="12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4" name="TextBox 13">
              <a:extLst>
                <a:ext uri="{FF2B5EF4-FFF2-40B4-BE49-F238E27FC236}">
                  <a16:creationId xmlns:a16="http://schemas.microsoft.com/office/drawing/2014/main" id="{F63A9CF6-8D02-EE35-E469-E2F73B3B4B32}"/>
                </a:ext>
              </a:extLst>
            </p:cNvPr>
            <p:cNvSpPr txBox="1"/>
            <p:nvPr/>
          </p:nvSpPr>
          <p:spPr>
            <a:xfrm>
              <a:off x="5147672" y="2281436"/>
              <a:ext cx="3672478" cy="295331"/>
            </a:xfrm>
            <a:prstGeom prst="rect">
              <a:avLst/>
            </a:prstGeom>
            <a:noFill/>
          </p:spPr>
          <p:txBody>
            <a:bodyPr>
              <a:spAutoFit/>
            </a:bodyPr>
            <a:lstStyle/>
            <a:p>
              <a:pPr algn="just" eaLnBrk="1" fontAlgn="auto" hangingPunct="1">
                <a:lnSpc>
                  <a:spcPct val="120000"/>
                </a:lnSpc>
                <a:defRPr/>
              </a:pPr>
              <a:endParaRPr lang="en-US" altLang="zh-CN" sz="1200" noProof="1">
                <a:gradFill>
                  <a:gsLst>
                    <a:gs pos="0">
                      <a:srgbClr val="595959"/>
                    </a:gs>
                    <a:gs pos="100000">
                      <a:srgbClr val="595959"/>
                    </a:gs>
                  </a:gsLst>
                  <a:lin ang="5400000" scaled="0"/>
                </a:gradFill>
                <a:latin typeface="微软雅黑"/>
                <a:ea typeface="微软雅黑"/>
              </a:endParaRPr>
            </a:p>
          </p:txBody>
        </p:sp>
      </p:grpSp>
      <p:grpSp>
        <p:nvGrpSpPr>
          <p:cNvPr id="24593" name="组合 17">
            <a:extLst>
              <a:ext uri="{FF2B5EF4-FFF2-40B4-BE49-F238E27FC236}">
                <a16:creationId xmlns:a16="http://schemas.microsoft.com/office/drawing/2014/main" id="{859474D5-5AA1-FC09-A394-D6111721CE30}"/>
              </a:ext>
            </a:extLst>
          </p:cNvPr>
          <p:cNvGrpSpPr>
            <a:grpSpLocks/>
          </p:cNvGrpSpPr>
          <p:nvPr/>
        </p:nvGrpSpPr>
        <p:grpSpPr bwMode="auto">
          <a:xfrm>
            <a:off x="1043706" y="3620849"/>
            <a:ext cx="583474" cy="583099"/>
            <a:chOff x="4820276" y="3289548"/>
            <a:chExt cx="792088" cy="792088"/>
          </a:xfrm>
        </p:grpSpPr>
        <p:sp>
          <p:nvSpPr>
            <p:cNvPr id="20" name="椭圆 19">
              <a:extLst>
                <a:ext uri="{FF2B5EF4-FFF2-40B4-BE49-F238E27FC236}">
                  <a16:creationId xmlns:a16="http://schemas.microsoft.com/office/drawing/2014/main" id="{BCF498F5-2B5A-8CD9-9BF9-9666AA89BCEA}"/>
                </a:ext>
              </a:extLst>
            </p:cNvPr>
            <p:cNvSpPr/>
            <p:nvPr/>
          </p:nvSpPr>
          <p:spPr>
            <a:xfrm>
              <a:off x="4820276" y="3290211"/>
              <a:ext cx="793074" cy="791425"/>
            </a:xfrm>
            <a:prstGeom prst="ellipse">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ea typeface="微软雅黑"/>
              </a:endParaRPr>
            </a:p>
          </p:txBody>
        </p:sp>
        <p:pic>
          <p:nvPicPr>
            <p:cNvPr id="24596" name="组合 61">
              <a:extLst>
                <a:ext uri="{FF2B5EF4-FFF2-40B4-BE49-F238E27FC236}">
                  <a16:creationId xmlns:a16="http://schemas.microsoft.com/office/drawing/2014/main" id="{4A5781C8-D7F0-A5E2-FCA3-8E3A0AF4F02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9929" y="3446175"/>
              <a:ext cx="352660" cy="381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 name="组合 27">
            <a:extLst>
              <a:ext uri="{FF2B5EF4-FFF2-40B4-BE49-F238E27FC236}">
                <a16:creationId xmlns:a16="http://schemas.microsoft.com/office/drawing/2014/main" id="{327142D8-E086-4868-3088-E896C93860D9}"/>
              </a:ext>
            </a:extLst>
          </p:cNvPr>
          <p:cNvGrpSpPr>
            <a:grpSpLocks/>
          </p:cNvGrpSpPr>
          <p:nvPr/>
        </p:nvGrpSpPr>
        <p:grpSpPr bwMode="auto">
          <a:xfrm>
            <a:off x="274638" y="217488"/>
            <a:ext cx="3937000" cy="725822"/>
            <a:chOff x="274214" y="217809"/>
            <a:chExt cx="3937746" cy="724771"/>
          </a:xfrm>
        </p:grpSpPr>
        <p:grpSp>
          <p:nvGrpSpPr>
            <p:cNvPr id="24585" name="组合 28">
              <a:extLst>
                <a:ext uri="{FF2B5EF4-FFF2-40B4-BE49-F238E27FC236}">
                  <a16:creationId xmlns:a16="http://schemas.microsoft.com/office/drawing/2014/main" id="{1631CCA1-DB09-58CF-98A2-CCD5848201EE}"/>
                </a:ext>
              </a:extLst>
            </p:cNvPr>
            <p:cNvGrpSpPr>
              <a:grpSpLocks/>
            </p:cNvGrpSpPr>
            <p:nvPr/>
          </p:nvGrpSpPr>
          <p:grpSpPr bwMode="auto">
            <a:xfrm>
              <a:off x="274214" y="217809"/>
              <a:ext cx="454527" cy="435930"/>
              <a:chOff x="683568" y="1489348"/>
              <a:chExt cx="2638425" cy="2530475"/>
            </a:xfrm>
          </p:grpSpPr>
          <p:sp>
            <p:nvSpPr>
              <p:cNvPr id="24587" name="Freeform 7">
                <a:extLst>
                  <a:ext uri="{FF2B5EF4-FFF2-40B4-BE49-F238E27FC236}">
                    <a16:creationId xmlns:a16="http://schemas.microsoft.com/office/drawing/2014/main" id="{BECC3D0E-4C00-2035-EEC0-60E5B8874F4A}"/>
                  </a:ext>
                </a:extLst>
              </p:cNvPr>
              <p:cNvSpPr>
                <a:spLocks noChangeArrowheads="1"/>
              </p:cNvSpPr>
              <p:nvPr/>
            </p:nvSpPr>
            <p:spPr bwMode="auto">
              <a:xfrm>
                <a:off x="683568" y="1489348"/>
                <a:ext cx="2638425" cy="1771650"/>
              </a:xfrm>
              <a:custGeom>
                <a:avLst/>
                <a:gdLst>
                  <a:gd name="T0" fmla="*/ 0 w 16620"/>
                  <a:gd name="T1" fmla="*/ 708469 h 11158"/>
                  <a:gd name="T2" fmla="*/ 10319 w 16620"/>
                  <a:gd name="T3" fmla="*/ 711327 h 11158"/>
                  <a:gd name="T4" fmla="*/ 20320 w 16620"/>
                  <a:gd name="T5" fmla="*/ 713550 h 11158"/>
                  <a:gd name="T6" fmla="*/ 29845 w 16620"/>
                  <a:gd name="T7" fmla="*/ 715932 h 11158"/>
                  <a:gd name="T8" fmla="*/ 39053 w 16620"/>
                  <a:gd name="T9" fmla="*/ 717837 h 11158"/>
                  <a:gd name="T10" fmla="*/ 56039 w 16620"/>
                  <a:gd name="T11" fmla="*/ 721648 h 11158"/>
                  <a:gd name="T12" fmla="*/ 71438 w 16620"/>
                  <a:gd name="T13" fmla="*/ 725300 h 11158"/>
                  <a:gd name="T14" fmla="*/ 78581 w 16620"/>
                  <a:gd name="T15" fmla="*/ 727205 h 11158"/>
                  <a:gd name="T16" fmla="*/ 85408 w 16620"/>
                  <a:gd name="T17" fmla="*/ 728952 h 11158"/>
                  <a:gd name="T18" fmla="*/ 91916 w 16620"/>
                  <a:gd name="T19" fmla="*/ 730857 h 11158"/>
                  <a:gd name="T20" fmla="*/ 97790 w 16620"/>
                  <a:gd name="T21" fmla="*/ 732921 h 11158"/>
                  <a:gd name="T22" fmla="*/ 103505 w 16620"/>
                  <a:gd name="T23" fmla="*/ 735303 h 11158"/>
                  <a:gd name="T24" fmla="*/ 108903 w 16620"/>
                  <a:gd name="T25" fmla="*/ 737526 h 11158"/>
                  <a:gd name="T26" fmla="*/ 113824 w 16620"/>
                  <a:gd name="T27" fmla="*/ 740384 h 11158"/>
                  <a:gd name="T28" fmla="*/ 118586 w 16620"/>
                  <a:gd name="T29" fmla="*/ 743401 h 11158"/>
                  <a:gd name="T30" fmla="*/ 122873 w 16620"/>
                  <a:gd name="T31" fmla="*/ 746576 h 11158"/>
                  <a:gd name="T32" fmla="*/ 126841 w 16620"/>
                  <a:gd name="T33" fmla="*/ 750228 h 11158"/>
                  <a:gd name="T34" fmla="*/ 130493 w 16620"/>
                  <a:gd name="T35" fmla="*/ 754198 h 11158"/>
                  <a:gd name="T36" fmla="*/ 133826 w 16620"/>
                  <a:gd name="T37" fmla="*/ 758802 h 11158"/>
                  <a:gd name="T38" fmla="*/ 136843 w 16620"/>
                  <a:gd name="T39" fmla="*/ 763724 h 11158"/>
                  <a:gd name="T40" fmla="*/ 139700 w 16620"/>
                  <a:gd name="T41" fmla="*/ 769282 h 11158"/>
                  <a:gd name="T42" fmla="*/ 142081 w 16620"/>
                  <a:gd name="T43" fmla="*/ 775156 h 11158"/>
                  <a:gd name="T44" fmla="*/ 144304 w 16620"/>
                  <a:gd name="T45" fmla="*/ 781825 h 11158"/>
                  <a:gd name="T46" fmla="*/ 146209 w 16620"/>
                  <a:gd name="T47" fmla="*/ 788970 h 11158"/>
                  <a:gd name="T48" fmla="*/ 147955 w 16620"/>
                  <a:gd name="T49" fmla="*/ 796909 h 11158"/>
                  <a:gd name="T50" fmla="*/ 149225 w 16620"/>
                  <a:gd name="T51" fmla="*/ 805483 h 11158"/>
                  <a:gd name="T52" fmla="*/ 150336 w 16620"/>
                  <a:gd name="T53" fmla="*/ 815010 h 11158"/>
                  <a:gd name="T54" fmla="*/ 151289 w 16620"/>
                  <a:gd name="T55" fmla="*/ 825013 h 11158"/>
                  <a:gd name="T56" fmla="*/ 151765 w 16620"/>
                  <a:gd name="T57" fmla="*/ 835810 h 11158"/>
                  <a:gd name="T58" fmla="*/ 152083 w 16620"/>
                  <a:gd name="T59" fmla="*/ 847718 h 11158"/>
                  <a:gd name="T60" fmla="*/ 152241 w 16620"/>
                  <a:gd name="T61" fmla="*/ 860420 h 11158"/>
                  <a:gd name="T62" fmla="*/ 152241 w 16620"/>
                  <a:gd name="T63" fmla="*/ 1771650 h 11158"/>
                  <a:gd name="T64" fmla="*/ 253683 w 16620"/>
                  <a:gd name="T65" fmla="*/ 1771650 h 11158"/>
                  <a:gd name="T66" fmla="*/ 253683 w 16620"/>
                  <a:gd name="T67" fmla="*/ 860420 h 11158"/>
                  <a:gd name="T68" fmla="*/ 1322388 w 16620"/>
                  <a:gd name="T69" fmla="*/ 1462508 h 11158"/>
                  <a:gd name="T70" fmla="*/ 2622074 w 16620"/>
                  <a:gd name="T71" fmla="*/ 681477 h 11158"/>
                  <a:gd name="T72" fmla="*/ 2638425 w 16620"/>
                  <a:gd name="T73" fmla="*/ 607328 h 11158"/>
                  <a:gd name="T74" fmla="*/ 1319213 w 16620"/>
                  <a:gd name="T75" fmla="*/ 0 h 11158"/>
                  <a:gd name="T76" fmla="*/ 0 w 16620"/>
                  <a:gd name="T77" fmla="*/ 607328 h 11158"/>
                  <a:gd name="T78" fmla="*/ 0 w 16620"/>
                  <a:gd name="T79" fmla="*/ 708469 h 111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620"/>
                  <a:gd name="T121" fmla="*/ 0 h 11158"/>
                  <a:gd name="T122" fmla="*/ 16620 w 16620"/>
                  <a:gd name="T123" fmla="*/ 11158 h 1115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88" name="Freeform 8">
                <a:extLst>
                  <a:ext uri="{FF2B5EF4-FFF2-40B4-BE49-F238E27FC236}">
                    <a16:creationId xmlns:a16="http://schemas.microsoft.com/office/drawing/2014/main" id="{7F8B0A92-F4AE-9A99-36CD-5BFF4F836990}"/>
                  </a:ext>
                </a:extLst>
              </p:cNvPr>
              <p:cNvSpPr>
                <a:spLocks noChangeArrowheads="1"/>
              </p:cNvSpPr>
              <p:nvPr/>
            </p:nvSpPr>
            <p:spPr bwMode="auto">
              <a:xfrm>
                <a:off x="1039168" y="2502173"/>
                <a:ext cx="1927225" cy="1517650"/>
              </a:xfrm>
              <a:custGeom>
                <a:avLst/>
                <a:gdLst>
                  <a:gd name="T0" fmla="*/ 1750148 w 12146"/>
                  <a:gd name="T1" fmla="*/ 654710 h 9555"/>
                  <a:gd name="T2" fmla="*/ 1785373 w 12146"/>
                  <a:gd name="T3" fmla="*/ 652327 h 9555"/>
                  <a:gd name="T4" fmla="*/ 1806476 w 12146"/>
                  <a:gd name="T5" fmla="*/ 650580 h 9555"/>
                  <a:gd name="T6" fmla="*/ 1825834 w 12146"/>
                  <a:gd name="T7" fmla="*/ 648515 h 9555"/>
                  <a:gd name="T8" fmla="*/ 1843288 w 12146"/>
                  <a:gd name="T9" fmla="*/ 645656 h 9555"/>
                  <a:gd name="T10" fmla="*/ 1859155 w 12146"/>
                  <a:gd name="T11" fmla="*/ 641844 h 9555"/>
                  <a:gd name="T12" fmla="*/ 1873118 w 12146"/>
                  <a:gd name="T13" fmla="*/ 636921 h 9555"/>
                  <a:gd name="T14" fmla="*/ 1885494 w 12146"/>
                  <a:gd name="T15" fmla="*/ 630250 h 9555"/>
                  <a:gd name="T16" fmla="*/ 1895967 w 12146"/>
                  <a:gd name="T17" fmla="*/ 621990 h 9555"/>
                  <a:gd name="T18" fmla="*/ 1905011 w 12146"/>
                  <a:gd name="T19" fmla="*/ 611666 h 9555"/>
                  <a:gd name="T20" fmla="*/ 1912469 w 12146"/>
                  <a:gd name="T21" fmla="*/ 598960 h 9555"/>
                  <a:gd name="T22" fmla="*/ 1918339 w 12146"/>
                  <a:gd name="T23" fmla="*/ 583394 h 9555"/>
                  <a:gd name="T24" fmla="*/ 1922624 w 12146"/>
                  <a:gd name="T25" fmla="*/ 565287 h 9555"/>
                  <a:gd name="T26" fmla="*/ 1925638 w 12146"/>
                  <a:gd name="T27" fmla="*/ 543686 h 9555"/>
                  <a:gd name="T28" fmla="*/ 1926908 w 12146"/>
                  <a:gd name="T29" fmla="*/ 518749 h 9555"/>
                  <a:gd name="T30" fmla="*/ 1927225 w 12146"/>
                  <a:gd name="T31" fmla="*/ 49079 h 9555"/>
                  <a:gd name="T32" fmla="*/ 964882 w 12146"/>
                  <a:gd name="T33" fmla="*/ 557822 h 9555"/>
                  <a:gd name="T34" fmla="*/ 0 w 12146"/>
                  <a:gd name="T35" fmla="*/ 49079 h 9555"/>
                  <a:gd name="T36" fmla="*/ 0 w 12146"/>
                  <a:gd name="T37" fmla="*/ 517637 h 9555"/>
                  <a:gd name="T38" fmla="*/ 1111 w 12146"/>
                  <a:gd name="T39" fmla="*/ 540350 h 9555"/>
                  <a:gd name="T40" fmla="*/ 3015 w 12146"/>
                  <a:gd name="T41" fmla="*/ 559728 h 9555"/>
                  <a:gd name="T42" fmla="*/ 6030 w 12146"/>
                  <a:gd name="T43" fmla="*/ 576246 h 9555"/>
                  <a:gd name="T44" fmla="*/ 10155 w 12146"/>
                  <a:gd name="T45" fmla="*/ 590065 h 9555"/>
                  <a:gd name="T46" fmla="*/ 15391 w 12146"/>
                  <a:gd name="T47" fmla="*/ 601660 h 9555"/>
                  <a:gd name="T48" fmla="*/ 21738 w 12146"/>
                  <a:gd name="T49" fmla="*/ 611031 h 9555"/>
                  <a:gd name="T50" fmla="*/ 29354 w 12146"/>
                  <a:gd name="T51" fmla="*/ 618814 h 9555"/>
                  <a:gd name="T52" fmla="*/ 38240 w 12146"/>
                  <a:gd name="T53" fmla="*/ 625008 h 9555"/>
                  <a:gd name="T54" fmla="*/ 48712 w 12146"/>
                  <a:gd name="T55" fmla="*/ 630091 h 9555"/>
                  <a:gd name="T56" fmla="*/ 60454 w 12146"/>
                  <a:gd name="T57" fmla="*/ 634379 h 9555"/>
                  <a:gd name="T58" fmla="*/ 73624 w 12146"/>
                  <a:gd name="T59" fmla="*/ 638191 h 9555"/>
                  <a:gd name="T60" fmla="*/ 96155 w 12146"/>
                  <a:gd name="T61" fmla="*/ 643433 h 9555"/>
                  <a:gd name="T62" fmla="*/ 122336 w 12146"/>
                  <a:gd name="T63" fmla="*/ 649468 h 9555"/>
                  <a:gd name="T64" fmla="*/ 141852 w 12146"/>
                  <a:gd name="T65" fmla="*/ 654075 h 9555"/>
                  <a:gd name="T66" fmla="*/ 152166 w 12146"/>
                  <a:gd name="T67" fmla="*/ 1112626 h 9555"/>
                  <a:gd name="T68" fmla="*/ 405723 w 12146"/>
                  <a:gd name="T69" fmla="*/ 1517650 h 9555"/>
                  <a:gd name="T70" fmla="*/ 760672 w 12146"/>
                  <a:gd name="T71" fmla="*/ 1112626 h 9555"/>
                  <a:gd name="T72" fmla="*/ 1166553 w 12146"/>
                  <a:gd name="T73" fmla="*/ 1517650 h 9555"/>
                  <a:gd name="T74" fmla="*/ 1521502 w 12146"/>
                  <a:gd name="T75" fmla="*/ 1112626 h 9555"/>
                  <a:gd name="T76" fmla="*/ 1724284 w 12146"/>
                  <a:gd name="T77" fmla="*/ 656775 h 95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46"/>
                  <a:gd name="T118" fmla="*/ 0 h 9555"/>
                  <a:gd name="T119" fmla="*/ 12146 w 12146"/>
                  <a:gd name="T120" fmla="*/ 9555 h 95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4586" name="TextBox 29">
              <a:extLst>
                <a:ext uri="{FF2B5EF4-FFF2-40B4-BE49-F238E27FC236}">
                  <a16:creationId xmlns:a16="http://schemas.microsoft.com/office/drawing/2014/main" id="{BFD8A502-3248-E248-A01C-7BC593DFD3A2}"/>
                </a:ext>
              </a:extLst>
            </p:cNvPr>
            <p:cNvSpPr txBox="1">
              <a:spLocks noChangeArrowheads="1"/>
            </p:cNvSpPr>
            <p:nvPr/>
          </p:nvSpPr>
          <p:spPr bwMode="auto">
            <a:xfrm>
              <a:off x="728742" y="235719"/>
              <a:ext cx="3483218" cy="706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t>Project Completion Status.</a:t>
              </a:r>
              <a:r>
                <a:rPr lang="en-US" altLang="zh-CN" sz="2000" dirty="0"/>
                <a:t> division of labor</a:t>
              </a:r>
              <a:endParaRPr lang="en-US" altLang="zh-CN" sz="2000" b="1" dirty="0"/>
            </a:p>
          </p:txBody>
        </p:sp>
      </p:grpSp>
      <p:sp>
        <p:nvSpPr>
          <p:cNvPr id="7" name="Rectangle 1">
            <a:extLst>
              <a:ext uri="{FF2B5EF4-FFF2-40B4-BE49-F238E27FC236}">
                <a16:creationId xmlns:a16="http://schemas.microsoft.com/office/drawing/2014/main" id="{E8C3D5AA-57D2-7D31-8830-6961C8FFE7C2}"/>
              </a:ext>
            </a:extLst>
          </p:cNvPr>
          <p:cNvSpPr>
            <a:spLocks noChangeArrowheads="1"/>
          </p:cNvSpPr>
          <p:nvPr/>
        </p:nvSpPr>
        <p:spPr bwMode="auto">
          <a:xfrm>
            <a:off x="1627180" y="1129356"/>
            <a:ext cx="684057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b="1" dirty="0">
                <a:latin typeface="Arial" panose="020B0604020202020204" pitchFamily="34" charset="0"/>
              </a:rPr>
              <a:t>蒋思卿</a:t>
            </a:r>
            <a:endParaRPr kumimoji="0" lang="zh-CN" altLang="zh-CN"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Arial" panose="020B0604020202020204" pitchFamily="34" charset="0"/>
              </a:rPr>
              <a:t> Implemented the core game logic for Page 3 </a:t>
            </a:r>
            <a:r>
              <a:rPr kumimoji="0" lang="en-US" altLang="zh-CN" b="0" i="0" u="none" strike="noStrike" cap="none" normalizeH="0" baseline="0" dirty="0" err="1">
                <a:ln>
                  <a:noFill/>
                </a:ln>
                <a:solidFill>
                  <a:schemeClr val="tx1"/>
                </a:solidFill>
                <a:effectLst/>
                <a:latin typeface="Arial" panose="020B0604020202020204" pitchFamily="34" charset="0"/>
              </a:rPr>
              <a:t>GuessLOL</a:t>
            </a:r>
            <a:r>
              <a:rPr kumimoji="0" lang="en-US" altLang="zh-CN" b="0" i="0" u="none" strike="noStrike" cap="none" normalizeH="0" baseline="0" dirty="0">
                <a:ln>
                  <a:noFill/>
                </a:ln>
                <a:solidFill>
                  <a:schemeClr val="tx1"/>
                </a:solidFill>
                <a:effectLst/>
                <a:latin typeface="Arial" panose="020B0604020202020204" pitchFamily="34" charset="0"/>
              </a:rPr>
              <a:t> and Page 4 </a:t>
            </a:r>
            <a:r>
              <a:rPr kumimoji="0" lang="en-US" altLang="zh-CN" b="0" i="0" u="none" strike="noStrike" cap="none" normalizeH="0" baseline="0" dirty="0" err="1">
                <a:ln>
                  <a:noFill/>
                </a:ln>
                <a:solidFill>
                  <a:schemeClr val="tx1"/>
                </a:solidFill>
                <a:effectLst/>
                <a:latin typeface="Arial" panose="020B0604020202020204" pitchFamily="34" charset="0"/>
              </a:rPr>
              <a:t>GuessCS</a:t>
            </a:r>
            <a:r>
              <a:rPr kumimoji="0" lang="en-US" altLang="zh-CN" b="0" i="0" u="none" strike="noStrike" cap="none" normalizeH="0" baseline="0" dirty="0">
                <a:ln>
                  <a:noFill/>
                </a:ln>
                <a:solidFill>
                  <a:schemeClr val="tx1"/>
                </a:solidFill>
                <a:effectLst/>
                <a:latin typeface="Arial" panose="020B0604020202020204" pitchFamily="34" charset="0"/>
              </a:rPr>
              <a:t>.</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D16B6C93-DDF8-B2B6-DB95-6F9E331485AC}"/>
              </a:ext>
            </a:extLst>
          </p:cNvPr>
          <p:cNvSpPr>
            <a:spLocks noChangeArrowheads="1"/>
          </p:cNvSpPr>
          <p:nvPr/>
        </p:nvSpPr>
        <p:spPr bwMode="auto">
          <a:xfrm>
            <a:off x="1627180" y="2337514"/>
            <a:ext cx="684057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a:ln>
                  <a:noFill/>
                </a:ln>
                <a:solidFill>
                  <a:schemeClr val="tx1"/>
                </a:solidFill>
                <a:effectLst/>
                <a:latin typeface="Arial" panose="020B0604020202020204" pitchFamily="34" charset="0"/>
              </a:rPr>
              <a:t>梁博海</a:t>
            </a:r>
            <a:endParaRPr kumimoji="0" lang="zh-CN" altLang="zh-CN"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Arial" panose="020B0604020202020204" pitchFamily="34" charset="0"/>
              </a:rPr>
              <a:t>Created the hero guessing module(Page 5 </a:t>
            </a:r>
            <a:r>
              <a:rPr kumimoji="0" lang="en-US" altLang="zh-CN" b="0" i="0" u="none" strike="noStrike" cap="none" normalizeH="0" baseline="0" dirty="0" err="1">
                <a:ln>
                  <a:noFill/>
                </a:ln>
                <a:solidFill>
                  <a:schemeClr val="tx1"/>
                </a:solidFill>
                <a:effectLst/>
                <a:latin typeface="Arial" panose="020B0604020202020204" pitchFamily="34" charset="0"/>
              </a:rPr>
              <a:t>GuessHero</a:t>
            </a:r>
            <a:r>
              <a:rPr kumimoji="0" lang="en-US" altLang="zh-CN" b="0" i="0" u="none" strike="noStrike" cap="none" normalizeH="0" baseline="0" dirty="0">
                <a:ln>
                  <a:noFill/>
                </a:ln>
                <a:solidFill>
                  <a:schemeClr val="tx1"/>
                </a:solidFill>
                <a:effectLst/>
                <a:latin typeface="Arial" panose="020B0604020202020204" pitchFamily="34" charset="0"/>
              </a:rPr>
              <a:t>) and attribute comparison output.</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09236039-AA21-A07F-E81D-CC0A9613A734}"/>
              </a:ext>
            </a:extLst>
          </p:cNvPr>
          <p:cNvSpPr>
            <a:spLocks noChangeArrowheads="1"/>
          </p:cNvSpPr>
          <p:nvPr/>
        </p:nvSpPr>
        <p:spPr bwMode="auto">
          <a:xfrm>
            <a:off x="1641823" y="3517450"/>
            <a:ext cx="684057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a:ln>
                  <a:noFill/>
                </a:ln>
                <a:solidFill>
                  <a:schemeClr val="tx1"/>
                </a:solidFill>
                <a:effectLst/>
                <a:latin typeface="Arial" panose="020B0604020202020204" pitchFamily="34" charset="0"/>
              </a:rPr>
              <a:t>冯子恒</a:t>
            </a:r>
            <a:endParaRPr kumimoji="0" lang="zh-CN" altLang="zh-CN"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Arial" panose="020B0604020202020204" pitchFamily="34" charset="0"/>
              </a:rPr>
              <a:t>Configured </a:t>
            </a:r>
            <a:r>
              <a:rPr kumimoji="0" lang="en-US" altLang="zh-CN" b="0" i="0" u="none" strike="noStrike" cap="none" normalizeH="0" baseline="0" dirty="0" err="1">
                <a:ln>
                  <a:noFill/>
                </a:ln>
                <a:solidFill>
                  <a:schemeClr val="tx1"/>
                </a:solidFill>
                <a:effectLst/>
                <a:latin typeface="Arial" panose="020B0604020202020204" pitchFamily="34" charset="0"/>
              </a:rPr>
              <a:t>CMake</a:t>
            </a:r>
            <a:r>
              <a:rPr kumimoji="0" lang="en-US" altLang="zh-CN" b="0" i="0" u="none" strike="noStrike" cap="none" normalizeH="0" baseline="0" dirty="0">
                <a:ln>
                  <a:noFill/>
                </a:ln>
                <a:solidFill>
                  <a:schemeClr val="tx1"/>
                </a:solidFill>
                <a:effectLst/>
                <a:latin typeface="Arial" panose="020B0604020202020204" pitchFamily="34" charset="0"/>
              </a:rPr>
              <a:t> for cross-platform build and integrated Qt resources.</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94030032"/>
      </p:ext>
    </p:extLst>
  </p:cSld>
  <p:clrMapOvr>
    <a:masterClrMapping/>
  </p:clrMapOvr>
  <p:transition spd="slow" advClick="0" advTm="6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nodeType="afterGroup">
                            <p:stCondLst>
                              <p:cond delay="500"/>
                            </p:stCondLst>
                            <p:childTnLst>
                              <p:par>
                                <p:cTn id="9" presetID="42"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25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000"/>
                                        <p:tgtEl>
                                          <p:spTgt spid="8"/>
                                        </p:tgtEl>
                                      </p:cBhvr>
                                    </p:animEffect>
                                    <p:anim calcmode="lin" valueType="num">
                                      <p:cBhvr>
                                        <p:cTn id="17" dur="1000" fill="hold"/>
                                        <p:tgtEl>
                                          <p:spTgt spid="8"/>
                                        </p:tgtEl>
                                        <p:attrNameLst>
                                          <p:attrName>ppt_x</p:attrName>
                                        </p:attrNameLst>
                                      </p:cBhvr>
                                      <p:tavLst>
                                        <p:tav tm="0">
                                          <p:val>
                                            <p:strVal val="#ppt_x"/>
                                          </p:val>
                                        </p:tav>
                                        <p:tav tm="100000">
                                          <p:val>
                                            <p:strVal val="#ppt_x"/>
                                          </p:val>
                                        </p:tav>
                                      </p:tavLst>
                                    </p:anim>
                                    <p:anim calcmode="lin" valueType="num">
                                      <p:cBhvr>
                                        <p:cTn id="1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E58B45D-A112-3998-BA99-DCC97E730AB8}"/>
            </a:ext>
          </a:extLst>
        </p:cNvPr>
        <p:cNvGrpSpPr/>
        <p:nvPr/>
      </p:nvGrpSpPr>
      <p:grpSpPr>
        <a:xfrm>
          <a:off x="0" y="0"/>
          <a:ext cx="0" cy="0"/>
          <a:chOff x="0" y="0"/>
          <a:chExt cx="0" cy="0"/>
        </a:xfrm>
      </p:grpSpPr>
      <p:grpSp>
        <p:nvGrpSpPr>
          <p:cNvPr id="18" name="组合 27">
            <a:extLst>
              <a:ext uri="{FF2B5EF4-FFF2-40B4-BE49-F238E27FC236}">
                <a16:creationId xmlns:a16="http://schemas.microsoft.com/office/drawing/2014/main" id="{4E0BCE41-75F6-8B19-0BD7-B423134FD84A}"/>
              </a:ext>
            </a:extLst>
          </p:cNvPr>
          <p:cNvGrpSpPr>
            <a:grpSpLocks/>
          </p:cNvGrpSpPr>
          <p:nvPr/>
        </p:nvGrpSpPr>
        <p:grpSpPr bwMode="auto">
          <a:xfrm>
            <a:off x="107628" y="24836"/>
            <a:ext cx="3937000" cy="436562"/>
            <a:chOff x="274214" y="217809"/>
            <a:chExt cx="3937746" cy="435930"/>
          </a:xfrm>
        </p:grpSpPr>
        <p:grpSp>
          <p:nvGrpSpPr>
            <p:cNvPr id="24585" name="组合 28">
              <a:extLst>
                <a:ext uri="{FF2B5EF4-FFF2-40B4-BE49-F238E27FC236}">
                  <a16:creationId xmlns:a16="http://schemas.microsoft.com/office/drawing/2014/main" id="{6FDF2AFC-47F0-E38F-5558-213E033E2FA9}"/>
                </a:ext>
              </a:extLst>
            </p:cNvPr>
            <p:cNvGrpSpPr>
              <a:grpSpLocks/>
            </p:cNvGrpSpPr>
            <p:nvPr/>
          </p:nvGrpSpPr>
          <p:grpSpPr bwMode="auto">
            <a:xfrm>
              <a:off x="274214" y="217809"/>
              <a:ext cx="454527" cy="435930"/>
              <a:chOff x="683568" y="1489348"/>
              <a:chExt cx="2638425" cy="2530475"/>
            </a:xfrm>
          </p:grpSpPr>
          <p:sp>
            <p:nvSpPr>
              <p:cNvPr id="24587" name="Freeform 7">
                <a:extLst>
                  <a:ext uri="{FF2B5EF4-FFF2-40B4-BE49-F238E27FC236}">
                    <a16:creationId xmlns:a16="http://schemas.microsoft.com/office/drawing/2014/main" id="{89408F7F-9B73-A7AE-3429-E868B280D309}"/>
                  </a:ext>
                </a:extLst>
              </p:cNvPr>
              <p:cNvSpPr>
                <a:spLocks noChangeArrowheads="1"/>
              </p:cNvSpPr>
              <p:nvPr/>
            </p:nvSpPr>
            <p:spPr bwMode="auto">
              <a:xfrm>
                <a:off x="683568" y="1489348"/>
                <a:ext cx="2638425" cy="1771650"/>
              </a:xfrm>
              <a:custGeom>
                <a:avLst/>
                <a:gdLst>
                  <a:gd name="T0" fmla="*/ 0 w 16620"/>
                  <a:gd name="T1" fmla="*/ 708469 h 11158"/>
                  <a:gd name="T2" fmla="*/ 10319 w 16620"/>
                  <a:gd name="T3" fmla="*/ 711327 h 11158"/>
                  <a:gd name="T4" fmla="*/ 20320 w 16620"/>
                  <a:gd name="T5" fmla="*/ 713550 h 11158"/>
                  <a:gd name="T6" fmla="*/ 29845 w 16620"/>
                  <a:gd name="T7" fmla="*/ 715932 h 11158"/>
                  <a:gd name="T8" fmla="*/ 39053 w 16620"/>
                  <a:gd name="T9" fmla="*/ 717837 h 11158"/>
                  <a:gd name="T10" fmla="*/ 56039 w 16620"/>
                  <a:gd name="T11" fmla="*/ 721648 h 11158"/>
                  <a:gd name="T12" fmla="*/ 71438 w 16620"/>
                  <a:gd name="T13" fmla="*/ 725300 h 11158"/>
                  <a:gd name="T14" fmla="*/ 78581 w 16620"/>
                  <a:gd name="T15" fmla="*/ 727205 h 11158"/>
                  <a:gd name="T16" fmla="*/ 85408 w 16620"/>
                  <a:gd name="T17" fmla="*/ 728952 h 11158"/>
                  <a:gd name="T18" fmla="*/ 91916 w 16620"/>
                  <a:gd name="T19" fmla="*/ 730857 h 11158"/>
                  <a:gd name="T20" fmla="*/ 97790 w 16620"/>
                  <a:gd name="T21" fmla="*/ 732921 h 11158"/>
                  <a:gd name="T22" fmla="*/ 103505 w 16620"/>
                  <a:gd name="T23" fmla="*/ 735303 h 11158"/>
                  <a:gd name="T24" fmla="*/ 108903 w 16620"/>
                  <a:gd name="T25" fmla="*/ 737526 h 11158"/>
                  <a:gd name="T26" fmla="*/ 113824 w 16620"/>
                  <a:gd name="T27" fmla="*/ 740384 h 11158"/>
                  <a:gd name="T28" fmla="*/ 118586 w 16620"/>
                  <a:gd name="T29" fmla="*/ 743401 h 11158"/>
                  <a:gd name="T30" fmla="*/ 122873 w 16620"/>
                  <a:gd name="T31" fmla="*/ 746576 h 11158"/>
                  <a:gd name="T32" fmla="*/ 126841 w 16620"/>
                  <a:gd name="T33" fmla="*/ 750228 h 11158"/>
                  <a:gd name="T34" fmla="*/ 130493 w 16620"/>
                  <a:gd name="T35" fmla="*/ 754198 h 11158"/>
                  <a:gd name="T36" fmla="*/ 133826 w 16620"/>
                  <a:gd name="T37" fmla="*/ 758802 h 11158"/>
                  <a:gd name="T38" fmla="*/ 136843 w 16620"/>
                  <a:gd name="T39" fmla="*/ 763724 h 11158"/>
                  <a:gd name="T40" fmla="*/ 139700 w 16620"/>
                  <a:gd name="T41" fmla="*/ 769282 h 11158"/>
                  <a:gd name="T42" fmla="*/ 142081 w 16620"/>
                  <a:gd name="T43" fmla="*/ 775156 h 11158"/>
                  <a:gd name="T44" fmla="*/ 144304 w 16620"/>
                  <a:gd name="T45" fmla="*/ 781825 h 11158"/>
                  <a:gd name="T46" fmla="*/ 146209 w 16620"/>
                  <a:gd name="T47" fmla="*/ 788970 h 11158"/>
                  <a:gd name="T48" fmla="*/ 147955 w 16620"/>
                  <a:gd name="T49" fmla="*/ 796909 h 11158"/>
                  <a:gd name="T50" fmla="*/ 149225 w 16620"/>
                  <a:gd name="T51" fmla="*/ 805483 h 11158"/>
                  <a:gd name="T52" fmla="*/ 150336 w 16620"/>
                  <a:gd name="T53" fmla="*/ 815010 h 11158"/>
                  <a:gd name="T54" fmla="*/ 151289 w 16620"/>
                  <a:gd name="T55" fmla="*/ 825013 h 11158"/>
                  <a:gd name="T56" fmla="*/ 151765 w 16620"/>
                  <a:gd name="T57" fmla="*/ 835810 h 11158"/>
                  <a:gd name="T58" fmla="*/ 152083 w 16620"/>
                  <a:gd name="T59" fmla="*/ 847718 h 11158"/>
                  <a:gd name="T60" fmla="*/ 152241 w 16620"/>
                  <a:gd name="T61" fmla="*/ 860420 h 11158"/>
                  <a:gd name="T62" fmla="*/ 152241 w 16620"/>
                  <a:gd name="T63" fmla="*/ 1771650 h 11158"/>
                  <a:gd name="T64" fmla="*/ 253683 w 16620"/>
                  <a:gd name="T65" fmla="*/ 1771650 h 11158"/>
                  <a:gd name="T66" fmla="*/ 253683 w 16620"/>
                  <a:gd name="T67" fmla="*/ 860420 h 11158"/>
                  <a:gd name="T68" fmla="*/ 1322388 w 16620"/>
                  <a:gd name="T69" fmla="*/ 1462508 h 11158"/>
                  <a:gd name="T70" fmla="*/ 2622074 w 16620"/>
                  <a:gd name="T71" fmla="*/ 681477 h 11158"/>
                  <a:gd name="T72" fmla="*/ 2638425 w 16620"/>
                  <a:gd name="T73" fmla="*/ 607328 h 11158"/>
                  <a:gd name="T74" fmla="*/ 1319213 w 16620"/>
                  <a:gd name="T75" fmla="*/ 0 h 11158"/>
                  <a:gd name="T76" fmla="*/ 0 w 16620"/>
                  <a:gd name="T77" fmla="*/ 607328 h 11158"/>
                  <a:gd name="T78" fmla="*/ 0 w 16620"/>
                  <a:gd name="T79" fmla="*/ 708469 h 111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620"/>
                  <a:gd name="T121" fmla="*/ 0 h 11158"/>
                  <a:gd name="T122" fmla="*/ 16620 w 16620"/>
                  <a:gd name="T123" fmla="*/ 11158 h 1115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88" name="Freeform 8">
                <a:extLst>
                  <a:ext uri="{FF2B5EF4-FFF2-40B4-BE49-F238E27FC236}">
                    <a16:creationId xmlns:a16="http://schemas.microsoft.com/office/drawing/2014/main" id="{245B5F7A-D5F8-23C4-6539-2E5BA55FE82E}"/>
                  </a:ext>
                </a:extLst>
              </p:cNvPr>
              <p:cNvSpPr>
                <a:spLocks noChangeArrowheads="1"/>
              </p:cNvSpPr>
              <p:nvPr/>
            </p:nvSpPr>
            <p:spPr bwMode="auto">
              <a:xfrm>
                <a:off x="1039168" y="2502173"/>
                <a:ext cx="1927225" cy="1517650"/>
              </a:xfrm>
              <a:custGeom>
                <a:avLst/>
                <a:gdLst>
                  <a:gd name="T0" fmla="*/ 1750148 w 12146"/>
                  <a:gd name="T1" fmla="*/ 654710 h 9555"/>
                  <a:gd name="T2" fmla="*/ 1785373 w 12146"/>
                  <a:gd name="T3" fmla="*/ 652327 h 9555"/>
                  <a:gd name="T4" fmla="*/ 1806476 w 12146"/>
                  <a:gd name="T5" fmla="*/ 650580 h 9555"/>
                  <a:gd name="T6" fmla="*/ 1825834 w 12146"/>
                  <a:gd name="T7" fmla="*/ 648515 h 9555"/>
                  <a:gd name="T8" fmla="*/ 1843288 w 12146"/>
                  <a:gd name="T9" fmla="*/ 645656 h 9555"/>
                  <a:gd name="T10" fmla="*/ 1859155 w 12146"/>
                  <a:gd name="T11" fmla="*/ 641844 h 9555"/>
                  <a:gd name="T12" fmla="*/ 1873118 w 12146"/>
                  <a:gd name="T13" fmla="*/ 636921 h 9555"/>
                  <a:gd name="T14" fmla="*/ 1885494 w 12146"/>
                  <a:gd name="T15" fmla="*/ 630250 h 9555"/>
                  <a:gd name="T16" fmla="*/ 1895967 w 12146"/>
                  <a:gd name="T17" fmla="*/ 621990 h 9555"/>
                  <a:gd name="T18" fmla="*/ 1905011 w 12146"/>
                  <a:gd name="T19" fmla="*/ 611666 h 9555"/>
                  <a:gd name="T20" fmla="*/ 1912469 w 12146"/>
                  <a:gd name="T21" fmla="*/ 598960 h 9555"/>
                  <a:gd name="T22" fmla="*/ 1918339 w 12146"/>
                  <a:gd name="T23" fmla="*/ 583394 h 9555"/>
                  <a:gd name="T24" fmla="*/ 1922624 w 12146"/>
                  <a:gd name="T25" fmla="*/ 565287 h 9555"/>
                  <a:gd name="T26" fmla="*/ 1925638 w 12146"/>
                  <a:gd name="T27" fmla="*/ 543686 h 9555"/>
                  <a:gd name="T28" fmla="*/ 1926908 w 12146"/>
                  <a:gd name="T29" fmla="*/ 518749 h 9555"/>
                  <a:gd name="T30" fmla="*/ 1927225 w 12146"/>
                  <a:gd name="T31" fmla="*/ 49079 h 9555"/>
                  <a:gd name="T32" fmla="*/ 964882 w 12146"/>
                  <a:gd name="T33" fmla="*/ 557822 h 9555"/>
                  <a:gd name="T34" fmla="*/ 0 w 12146"/>
                  <a:gd name="T35" fmla="*/ 49079 h 9555"/>
                  <a:gd name="T36" fmla="*/ 0 w 12146"/>
                  <a:gd name="T37" fmla="*/ 517637 h 9555"/>
                  <a:gd name="T38" fmla="*/ 1111 w 12146"/>
                  <a:gd name="T39" fmla="*/ 540350 h 9555"/>
                  <a:gd name="T40" fmla="*/ 3015 w 12146"/>
                  <a:gd name="T41" fmla="*/ 559728 h 9555"/>
                  <a:gd name="T42" fmla="*/ 6030 w 12146"/>
                  <a:gd name="T43" fmla="*/ 576246 h 9555"/>
                  <a:gd name="T44" fmla="*/ 10155 w 12146"/>
                  <a:gd name="T45" fmla="*/ 590065 h 9555"/>
                  <a:gd name="T46" fmla="*/ 15391 w 12146"/>
                  <a:gd name="T47" fmla="*/ 601660 h 9555"/>
                  <a:gd name="T48" fmla="*/ 21738 w 12146"/>
                  <a:gd name="T49" fmla="*/ 611031 h 9555"/>
                  <a:gd name="T50" fmla="*/ 29354 w 12146"/>
                  <a:gd name="T51" fmla="*/ 618814 h 9555"/>
                  <a:gd name="T52" fmla="*/ 38240 w 12146"/>
                  <a:gd name="T53" fmla="*/ 625008 h 9555"/>
                  <a:gd name="T54" fmla="*/ 48712 w 12146"/>
                  <a:gd name="T55" fmla="*/ 630091 h 9555"/>
                  <a:gd name="T56" fmla="*/ 60454 w 12146"/>
                  <a:gd name="T57" fmla="*/ 634379 h 9555"/>
                  <a:gd name="T58" fmla="*/ 73624 w 12146"/>
                  <a:gd name="T59" fmla="*/ 638191 h 9555"/>
                  <a:gd name="T60" fmla="*/ 96155 w 12146"/>
                  <a:gd name="T61" fmla="*/ 643433 h 9555"/>
                  <a:gd name="T62" fmla="*/ 122336 w 12146"/>
                  <a:gd name="T63" fmla="*/ 649468 h 9555"/>
                  <a:gd name="T64" fmla="*/ 141852 w 12146"/>
                  <a:gd name="T65" fmla="*/ 654075 h 9555"/>
                  <a:gd name="T66" fmla="*/ 152166 w 12146"/>
                  <a:gd name="T67" fmla="*/ 1112626 h 9555"/>
                  <a:gd name="T68" fmla="*/ 405723 w 12146"/>
                  <a:gd name="T69" fmla="*/ 1517650 h 9555"/>
                  <a:gd name="T70" fmla="*/ 760672 w 12146"/>
                  <a:gd name="T71" fmla="*/ 1112626 h 9555"/>
                  <a:gd name="T72" fmla="*/ 1166553 w 12146"/>
                  <a:gd name="T73" fmla="*/ 1517650 h 9555"/>
                  <a:gd name="T74" fmla="*/ 1521502 w 12146"/>
                  <a:gd name="T75" fmla="*/ 1112626 h 9555"/>
                  <a:gd name="T76" fmla="*/ 1724284 w 12146"/>
                  <a:gd name="T77" fmla="*/ 656775 h 95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46"/>
                  <a:gd name="T118" fmla="*/ 0 h 9555"/>
                  <a:gd name="T119" fmla="*/ 12146 w 12146"/>
                  <a:gd name="T120" fmla="*/ 9555 h 95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4586" name="TextBox 29">
              <a:extLst>
                <a:ext uri="{FF2B5EF4-FFF2-40B4-BE49-F238E27FC236}">
                  <a16:creationId xmlns:a16="http://schemas.microsoft.com/office/drawing/2014/main" id="{E4879736-2C49-094D-D8F7-C5F4C66BEA5A}"/>
                </a:ext>
              </a:extLst>
            </p:cNvPr>
            <p:cNvSpPr txBox="1">
              <a:spLocks noChangeArrowheads="1"/>
            </p:cNvSpPr>
            <p:nvPr/>
          </p:nvSpPr>
          <p:spPr bwMode="auto">
            <a:xfrm>
              <a:off x="728742" y="235719"/>
              <a:ext cx="3483218" cy="399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t>Project Completion Status</a:t>
              </a:r>
              <a:r>
                <a:rPr lang="en-US" altLang="zh-CN" sz="2000" dirty="0"/>
                <a:t> </a:t>
              </a:r>
              <a:endParaRPr lang="en-US" altLang="zh-CN" sz="2000" b="1" dirty="0"/>
            </a:p>
          </p:txBody>
        </p:sp>
      </p:grpSp>
      <p:graphicFrame>
        <p:nvGraphicFramePr>
          <p:cNvPr id="5" name="表格 4">
            <a:extLst>
              <a:ext uri="{FF2B5EF4-FFF2-40B4-BE49-F238E27FC236}">
                <a16:creationId xmlns:a16="http://schemas.microsoft.com/office/drawing/2014/main" id="{F9E01E1F-1E10-B004-13AD-78FF1A5E508E}"/>
              </a:ext>
            </a:extLst>
          </p:cNvPr>
          <p:cNvGraphicFramePr>
            <a:graphicFrameLocks noGrp="1"/>
          </p:cNvGraphicFramePr>
          <p:nvPr>
            <p:extLst>
              <p:ext uri="{D42A27DB-BD31-4B8C-83A1-F6EECF244321}">
                <p14:modId xmlns:p14="http://schemas.microsoft.com/office/powerpoint/2010/main" val="3105154229"/>
              </p:ext>
            </p:extLst>
          </p:nvPr>
        </p:nvGraphicFramePr>
        <p:xfrm>
          <a:off x="500820" y="366323"/>
          <a:ext cx="8280692" cy="5239448"/>
        </p:xfrm>
        <a:graphic>
          <a:graphicData uri="http://schemas.openxmlformats.org/drawingml/2006/table">
            <a:tbl>
              <a:tblPr firstRow="1" bandRow="1">
                <a:tableStyleId>{5C22544A-7EE6-4342-B048-85BDC9FD1C3A}</a:tableStyleId>
              </a:tblPr>
              <a:tblGrid>
                <a:gridCol w="2070173">
                  <a:extLst>
                    <a:ext uri="{9D8B030D-6E8A-4147-A177-3AD203B41FA5}">
                      <a16:colId xmlns:a16="http://schemas.microsoft.com/office/drawing/2014/main" val="446886036"/>
                    </a:ext>
                  </a:extLst>
                </a:gridCol>
                <a:gridCol w="2070173">
                  <a:extLst>
                    <a:ext uri="{9D8B030D-6E8A-4147-A177-3AD203B41FA5}">
                      <a16:colId xmlns:a16="http://schemas.microsoft.com/office/drawing/2014/main" val="3368901882"/>
                    </a:ext>
                  </a:extLst>
                </a:gridCol>
                <a:gridCol w="2070173">
                  <a:extLst>
                    <a:ext uri="{9D8B030D-6E8A-4147-A177-3AD203B41FA5}">
                      <a16:colId xmlns:a16="http://schemas.microsoft.com/office/drawing/2014/main" val="3115834998"/>
                    </a:ext>
                  </a:extLst>
                </a:gridCol>
                <a:gridCol w="2070173">
                  <a:extLst>
                    <a:ext uri="{9D8B030D-6E8A-4147-A177-3AD203B41FA5}">
                      <a16:colId xmlns:a16="http://schemas.microsoft.com/office/drawing/2014/main" val="157160000"/>
                    </a:ext>
                  </a:extLst>
                </a:gridCol>
              </a:tblGrid>
              <a:tr h="263588">
                <a:tc>
                  <a:txBody>
                    <a:bodyPr/>
                    <a:lstStyle/>
                    <a:p>
                      <a:pPr algn="ctr">
                        <a:lnSpc>
                          <a:spcPct val="115000"/>
                        </a:lnSpc>
                        <a:spcBef>
                          <a:spcPts val="100"/>
                        </a:spcBef>
                        <a:buNone/>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Phases</a:t>
                      </a:r>
                      <a:r>
                        <a:rPr lang="en-US" sz="1200" b="1"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200" b="1" spc="-10">
                          <a:effectLst/>
                          <a:latin typeface="Times New Roman" panose="02020603050405020304" pitchFamily="18" charset="0"/>
                          <a:ea typeface="Times New Roman" panose="02020603050405020304" pitchFamily="18" charset="0"/>
                          <a:cs typeface="Times New Roman" panose="02020603050405020304" pitchFamily="18" charset="0"/>
                        </a:rPr>
                        <a:t> Mission</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200" b="1" spc="-10">
                          <a:effectLst/>
                          <a:latin typeface="Times New Roman" panose="02020603050405020304" pitchFamily="18" charset="0"/>
                          <a:ea typeface="Times New Roman" panose="02020603050405020304" pitchFamily="18" charset="0"/>
                          <a:cs typeface="Times New Roman" panose="02020603050405020304" pitchFamily="18" charset="0"/>
                        </a:rPr>
                        <a:t>Period</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Planned</a:t>
                      </a:r>
                      <a:r>
                        <a:rPr lang="en-US" sz="1200" b="1" spc="-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spc="-10">
                          <a:effectLst/>
                          <a:latin typeface="Times New Roman" panose="02020603050405020304" pitchFamily="18" charset="0"/>
                          <a:ea typeface="Times New Roman" panose="02020603050405020304" pitchFamily="18" charset="0"/>
                          <a:cs typeface="Times New Roman" panose="02020603050405020304" pitchFamily="18" charset="0"/>
                        </a:rPr>
                        <a:t>Completion</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Actual</a:t>
                      </a:r>
                      <a:r>
                        <a:rPr lang="en-US" sz="1200" b="1" spc="-10">
                          <a:effectLst/>
                          <a:latin typeface="Times New Roman" panose="02020603050405020304" pitchFamily="18" charset="0"/>
                          <a:ea typeface="Times New Roman" panose="02020603050405020304" pitchFamily="18" charset="0"/>
                          <a:cs typeface="Times New Roman" panose="02020603050405020304" pitchFamily="18" charset="0"/>
                        </a:rPr>
                        <a:t> Completion</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93976471"/>
                  </a:ext>
                </a:extLst>
              </a:tr>
              <a:tr h="314452">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Determining the topic and submit the proposal</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2025.03.24-2025.03.30</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Survey interesting topics and submit the project proposal.</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Completed on 2025.03.28</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44514802"/>
                  </a:ext>
                </a:extLst>
              </a:tr>
              <a:tr h="478233">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Designing the overall architecture and class hierarchy</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2025.03.31-2025.04.06</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Define base class</a:t>
                      </a:r>
                      <a:r>
                        <a:rPr lang="en-US" sz="1050">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Character</a:t>
                      </a: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and derived classes (</a:t>
                      </a:r>
                      <a:r>
                        <a:rPr lang="en-US" sz="1050">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Player</a:t>
                      </a: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050">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LOLPlayer</a:t>
                      </a: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050">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CSPlayer</a:t>
                      </a: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050">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Hero</a:t>
                      </a: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Completed on 2025.04.05</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807424618"/>
                  </a:ext>
                </a:extLst>
              </a:tr>
              <a:tr h="314452">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Implementing core class methods and polymorphic comparison logic</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2025.04.07-2025.04.13</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Develop</a:t>
                      </a:r>
                      <a:r>
                        <a:rPr lang="en-US" sz="1050">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compareWith()</a:t>
                      </a: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methods and attribute comparison logic.</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Completed on 2025.04.12</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351931883"/>
                  </a:ext>
                </a:extLst>
              </a:tr>
              <a:tr h="642015">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Designing CSV data parsing module</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2025.04.14-2025.04.20</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Implement</a:t>
                      </a:r>
                      <a:r>
                        <a:rPr lang="en-US" sz="1050">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parseCSVLine()</a:t>
                      </a: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and file reading functions (</a:t>
                      </a:r>
                      <a:r>
                        <a:rPr lang="en-US" sz="1050">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readLOLPlayers()</a:t>
                      </a: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050">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readCSPlayers()</a:t>
                      </a: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Completed on 2025.04.19</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746574210"/>
                  </a:ext>
                </a:extLst>
              </a:tr>
              <a:tr h="314452">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Implementing game logic and state management</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2025.04.21-2025.04.27</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Finalize</a:t>
                      </a:r>
                      <a:r>
                        <a:rPr lang="en-US" sz="1050">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gameState</a:t>
                      </a: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structure and difficulty control logic.</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Completed on 2025.04.26</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365333397"/>
                  </a:ext>
                </a:extLst>
              </a:tr>
              <a:tr h="314452">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Developing main window and page navigation</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2025.04.28-2025.05.04</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Integrate all pages using</a:t>
                      </a:r>
                      <a:r>
                        <a:rPr lang="en-US" sz="1050">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QStackedWidget</a:t>
                      </a: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Completed on 2025.05.03</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306337728"/>
                  </a:ext>
                </a:extLst>
              </a:tr>
              <a:tr h="478233">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Developing UI pages (</a:t>
                      </a:r>
                      <a:r>
                        <a:rPr lang="en-US" sz="1050">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Page1MainMenu</a:t>
                      </a: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050">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Page2ChoosePlayerType</a:t>
                      </a: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2025.05.05-2025.05.11</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Design GUI layouts in Qt Designer for main menu and player type selection.</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Completed on 2025.05.10</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846783343"/>
                  </a:ext>
                </a:extLst>
              </a:tr>
              <a:tr h="314452">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Developing</a:t>
                      </a:r>
                      <a:r>
                        <a:rPr lang="en-US" sz="1050">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Page3GuessLOL</a:t>
                      </a: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050">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Page4GuessCS</a:t>
                      </a: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pages</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2025.05.12-2025.05.18</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Implement UI and input validation for LOL/CS guessing pages.</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Completed on 2025.05.17</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904166460"/>
                  </a:ext>
                </a:extLst>
              </a:tr>
              <a:tr h="314452">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Developing</a:t>
                      </a:r>
                      <a:r>
                        <a:rPr lang="en-US" sz="1050">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Page5GuessHero</a:t>
                      </a: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page</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2025.05.19-2025.05.21</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Create hero guessing page with attribute display.</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Completed on 2025.05.20</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667936807"/>
                  </a:ext>
                </a:extLst>
              </a:tr>
              <a:tr h="314452">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Integrating UI and core logic</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2025.05.22-2025.05.24</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Connect signals/slots and finalize page transitions.</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Completed on 2025.05.23</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899395602"/>
                  </a:ext>
                </a:extLst>
              </a:tr>
              <a:tr h="314452">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Testing and debugging</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2025.05.25-2025.05.27</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Conduct unit tests and cross-platform validation.</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Completed on 2025.05.26</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16240156"/>
                  </a:ext>
                </a:extLst>
              </a:tr>
              <a:tr h="314452">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Finalizing report and documentation</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2025.05.28-2025.05.30</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Polish documentation and generate the final report.</a:t>
                      </a:r>
                      <a:endParaRPr lang="zh-C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lnSpc>
                          <a:spcPct val="115000"/>
                        </a:lnSpc>
                        <a:spcBef>
                          <a:spcPts val="100"/>
                        </a:spcBef>
                        <a:buNone/>
                      </a:pPr>
                      <a:r>
                        <a:rPr lang="en-US" sz="1050" spc="-25" dirty="0">
                          <a:solidFill>
                            <a:srgbClr val="1D1D20"/>
                          </a:solidFill>
                          <a:effectLst/>
                          <a:latin typeface="Times New Roman" panose="02020603050405020304" pitchFamily="18" charset="0"/>
                          <a:ea typeface="Times New Roman" panose="02020603050405020304" pitchFamily="18" charset="0"/>
                          <a:cs typeface="Times New Roman" panose="02020603050405020304" pitchFamily="18" charset="0"/>
                        </a:rPr>
                        <a:t>Completed on 2025.05.29</a:t>
                      </a:r>
                      <a:endParaRPr lang="zh-C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012582558"/>
                  </a:ext>
                </a:extLst>
              </a:tr>
            </a:tbl>
          </a:graphicData>
        </a:graphic>
      </p:graphicFrame>
    </p:spTree>
    <p:extLst>
      <p:ext uri="{BB962C8B-B14F-4D97-AF65-F5344CB8AC3E}">
        <p14:creationId xmlns:p14="http://schemas.microsoft.com/office/powerpoint/2010/main" val="669491949"/>
      </p:ext>
    </p:extLst>
  </p:cSld>
  <p:clrMapOvr>
    <a:masterClrMapping/>
  </p:clrMapOvr>
  <p:transition spd="slow" advClick="0" advTm="6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9DBFEC8-3A7A-1C26-DF75-CC1D8888067D}"/>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2706F741-3E38-1915-366A-D49E5ADD3CAB}"/>
              </a:ext>
            </a:extLst>
          </p:cNvPr>
          <p:cNvSpPr/>
          <p:nvPr/>
        </p:nvSpPr>
        <p:spPr>
          <a:xfrm>
            <a:off x="0" y="1389063"/>
            <a:ext cx="1476375" cy="1152525"/>
          </a:xfrm>
          <a:prstGeom prst="rect">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2" name="矩形 31">
            <a:extLst>
              <a:ext uri="{FF2B5EF4-FFF2-40B4-BE49-F238E27FC236}">
                <a16:creationId xmlns:a16="http://schemas.microsoft.com/office/drawing/2014/main" id="{3D17927A-5B01-56A0-AC60-7EB385370B19}"/>
              </a:ext>
            </a:extLst>
          </p:cNvPr>
          <p:cNvSpPr/>
          <p:nvPr/>
        </p:nvSpPr>
        <p:spPr>
          <a:xfrm>
            <a:off x="4139964" y="1389063"/>
            <a:ext cx="5004036" cy="1152525"/>
          </a:xfrm>
          <a:prstGeom prst="rect">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60" name="TextBox 59">
            <a:extLst>
              <a:ext uri="{FF2B5EF4-FFF2-40B4-BE49-F238E27FC236}">
                <a16:creationId xmlns:a16="http://schemas.microsoft.com/office/drawing/2014/main" id="{D4A7D9B2-B490-C91B-DDD2-977AB490367B}"/>
              </a:ext>
            </a:extLst>
          </p:cNvPr>
          <p:cNvSpPr txBox="1">
            <a:spLocks noChangeArrowheads="1"/>
          </p:cNvSpPr>
          <p:nvPr/>
        </p:nvSpPr>
        <p:spPr bwMode="auto">
          <a:xfrm>
            <a:off x="1403736" y="1672937"/>
            <a:ext cx="30016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latin typeface="微软雅黑" panose="020B0503020204020204" pitchFamily="34" charset="-122"/>
                <a:ea typeface="微软雅黑" panose="020B0503020204020204" pitchFamily="34" charset="-122"/>
              </a:rPr>
              <a:t>Introduction</a:t>
            </a:r>
            <a:endParaRPr lang="zh-CN" altLang="en-US" sz="3200" b="1" dirty="0">
              <a:latin typeface="微软雅黑" panose="020B0503020204020204" pitchFamily="34" charset="-122"/>
              <a:ea typeface="微软雅黑" panose="020B0503020204020204" pitchFamily="34" charset="-122"/>
            </a:endParaRPr>
          </a:p>
        </p:txBody>
      </p:sp>
      <p:grpSp>
        <p:nvGrpSpPr>
          <p:cNvPr id="6" name="组合 72">
            <a:extLst>
              <a:ext uri="{FF2B5EF4-FFF2-40B4-BE49-F238E27FC236}">
                <a16:creationId xmlns:a16="http://schemas.microsoft.com/office/drawing/2014/main" id="{D1FCEB63-1BA9-8780-58FA-62F107BB1909}"/>
              </a:ext>
            </a:extLst>
          </p:cNvPr>
          <p:cNvGrpSpPr/>
          <p:nvPr/>
        </p:nvGrpSpPr>
        <p:grpSpPr>
          <a:xfrm>
            <a:off x="280698" y="1526656"/>
            <a:ext cx="914260" cy="876852"/>
            <a:chOff x="683568" y="1489348"/>
            <a:chExt cx="2638425" cy="2530475"/>
          </a:xfrm>
          <a:solidFill>
            <a:schemeClr val="bg1"/>
          </a:solidFill>
        </p:grpSpPr>
        <p:sp>
          <p:nvSpPr>
            <p:cNvPr id="74" name="Freeform 7">
              <a:extLst>
                <a:ext uri="{FF2B5EF4-FFF2-40B4-BE49-F238E27FC236}">
                  <a16:creationId xmlns:a16="http://schemas.microsoft.com/office/drawing/2014/main" id="{30D4AE98-FA71-542D-29D9-F5E50B2383B7}"/>
                </a:ext>
              </a:extLst>
            </p:cNvPr>
            <p:cNvSpPr/>
            <p:nvPr/>
          </p:nvSpPr>
          <p:spPr bwMode="auto">
            <a:xfrm>
              <a:off x="683568" y="1489348"/>
              <a:ext cx="2638425" cy="1771650"/>
            </a:xfrm>
            <a:custGeom>
              <a:avLst/>
              <a:gdLst>
                <a:gd name="T0" fmla="*/ 0 w 16620"/>
                <a:gd name="T1" fmla="*/ 4462 h 11158"/>
                <a:gd name="T2" fmla="*/ 65 w 16620"/>
                <a:gd name="T3" fmla="*/ 4480 h 11158"/>
                <a:gd name="T4" fmla="*/ 128 w 16620"/>
                <a:gd name="T5" fmla="*/ 4494 h 11158"/>
                <a:gd name="T6" fmla="*/ 188 w 16620"/>
                <a:gd name="T7" fmla="*/ 4509 h 11158"/>
                <a:gd name="T8" fmla="*/ 246 w 16620"/>
                <a:gd name="T9" fmla="*/ 4521 h 11158"/>
                <a:gd name="T10" fmla="*/ 353 w 16620"/>
                <a:gd name="T11" fmla="*/ 4545 h 11158"/>
                <a:gd name="T12" fmla="*/ 450 w 16620"/>
                <a:gd name="T13" fmla="*/ 4568 h 11158"/>
                <a:gd name="T14" fmla="*/ 495 w 16620"/>
                <a:gd name="T15" fmla="*/ 4580 h 11158"/>
                <a:gd name="T16" fmla="*/ 538 w 16620"/>
                <a:gd name="T17" fmla="*/ 4591 h 11158"/>
                <a:gd name="T18" fmla="*/ 579 w 16620"/>
                <a:gd name="T19" fmla="*/ 4603 h 11158"/>
                <a:gd name="T20" fmla="*/ 616 w 16620"/>
                <a:gd name="T21" fmla="*/ 4616 h 11158"/>
                <a:gd name="T22" fmla="*/ 652 w 16620"/>
                <a:gd name="T23" fmla="*/ 4631 h 11158"/>
                <a:gd name="T24" fmla="*/ 686 w 16620"/>
                <a:gd name="T25" fmla="*/ 4645 h 11158"/>
                <a:gd name="T26" fmla="*/ 717 w 16620"/>
                <a:gd name="T27" fmla="*/ 4663 h 11158"/>
                <a:gd name="T28" fmla="*/ 747 w 16620"/>
                <a:gd name="T29" fmla="*/ 4682 h 11158"/>
                <a:gd name="T30" fmla="*/ 774 w 16620"/>
                <a:gd name="T31" fmla="*/ 4702 h 11158"/>
                <a:gd name="T32" fmla="*/ 799 w 16620"/>
                <a:gd name="T33" fmla="*/ 4725 h 11158"/>
                <a:gd name="T34" fmla="*/ 822 w 16620"/>
                <a:gd name="T35" fmla="*/ 4750 h 11158"/>
                <a:gd name="T36" fmla="*/ 843 w 16620"/>
                <a:gd name="T37" fmla="*/ 4779 h 11158"/>
                <a:gd name="T38" fmla="*/ 862 w 16620"/>
                <a:gd name="T39" fmla="*/ 4810 h 11158"/>
                <a:gd name="T40" fmla="*/ 880 w 16620"/>
                <a:gd name="T41" fmla="*/ 4845 h 11158"/>
                <a:gd name="T42" fmla="*/ 895 w 16620"/>
                <a:gd name="T43" fmla="*/ 4882 h 11158"/>
                <a:gd name="T44" fmla="*/ 909 w 16620"/>
                <a:gd name="T45" fmla="*/ 4924 h 11158"/>
                <a:gd name="T46" fmla="*/ 921 w 16620"/>
                <a:gd name="T47" fmla="*/ 4969 h 11158"/>
                <a:gd name="T48" fmla="*/ 932 w 16620"/>
                <a:gd name="T49" fmla="*/ 5019 h 11158"/>
                <a:gd name="T50" fmla="*/ 940 w 16620"/>
                <a:gd name="T51" fmla="*/ 5073 h 11158"/>
                <a:gd name="T52" fmla="*/ 947 w 16620"/>
                <a:gd name="T53" fmla="*/ 5133 h 11158"/>
                <a:gd name="T54" fmla="*/ 953 w 16620"/>
                <a:gd name="T55" fmla="*/ 5196 h 11158"/>
                <a:gd name="T56" fmla="*/ 956 w 16620"/>
                <a:gd name="T57" fmla="*/ 5264 h 11158"/>
                <a:gd name="T58" fmla="*/ 958 w 16620"/>
                <a:gd name="T59" fmla="*/ 5339 h 11158"/>
                <a:gd name="T60" fmla="*/ 959 w 16620"/>
                <a:gd name="T61" fmla="*/ 5419 h 11158"/>
                <a:gd name="T62" fmla="*/ 959 w 16620"/>
                <a:gd name="T63" fmla="*/ 11158 h 11158"/>
                <a:gd name="T64" fmla="*/ 1598 w 16620"/>
                <a:gd name="T65" fmla="*/ 11158 h 11158"/>
                <a:gd name="T66" fmla="*/ 1598 w 16620"/>
                <a:gd name="T67" fmla="*/ 5419 h 11158"/>
                <a:gd name="T68" fmla="*/ 8330 w 16620"/>
                <a:gd name="T69" fmla="*/ 9211 h 11158"/>
                <a:gd name="T70" fmla="*/ 16517 w 16620"/>
                <a:gd name="T71" fmla="*/ 4292 h 11158"/>
                <a:gd name="T72" fmla="*/ 16620 w 16620"/>
                <a:gd name="T73" fmla="*/ 3825 h 11158"/>
                <a:gd name="T74" fmla="*/ 8310 w 16620"/>
                <a:gd name="T75" fmla="*/ 0 h 11158"/>
                <a:gd name="T76" fmla="*/ 0 w 16620"/>
                <a:gd name="T77" fmla="*/ 3825 h 11158"/>
                <a:gd name="T78" fmla="*/ 0 w 16620"/>
                <a:gd name="T79" fmla="*/ 4462 h 11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grpFill/>
            <a:ln>
              <a:noFill/>
            </a:ln>
          </p:spPr>
          <p:txBody>
            <a:bodyPr/>
            <a:lstStyle/>
            <a:p>
              <a:pPr eaLnBrk="1" fontAlgn="auto" hangingPunct="1">
                <a:defRPr/>
              </a:pPr>
              <a:endParaRPr lang="zh-CN" altLang="en-US" noProof="1"/>
            </a:p>
          </p:txBody>
        </p:sp>
        <p:sp>
          <p:nvSpPr>
            <p:cNvPr id="75" name="Freeform 8">
              <a:extLst>
                <a:ext uri="{FF2B5EF4-FFF2-40B4-BE49-F238E27FC236}">
                  <a16:creationId xmlns:a16="http://schemas.microsoft.com/office/drawing/2014/main" id="{F1E93B79-C751-A78C-3C35-87EE635978F2}"/>
                </a:ext>
              </a:extLst>
            </p:cNvPr>
            <p:cNvSpPr/>
            <p:nvPr/>
          </p:nvSpPr>
          <p:spPr bwMode="auto">
            <a:xfrm>
              <a:off x="1039168" y="2502173"/>
              <a:ext cx="1927225" cy="1517650"/>
            </a:xfrm>
            <a:custGeom>
              <a:avLst/>
              <a:gdLst>
                <a:gd name="T0" fmla="*/ 11030 w 12146"/>
                <a:gd name="T1" fmla="*/ 4122 h 9555"/>
                <a:gd name="T2" fmla="*/ 11252 w 12146"/>
                <a:gd name="T3" fmla="*/ 4107 h 9555"/>
                <a:gd name="T4" fmla="*/ 11385 w 12146"/>
                <a:gd name="T5" fmla="*/ 4096 h 9555"/>
                <a:gd name="T6" fmla="*/ 11507 w 12146"/>
                <a:gd name="T7" fmla="*/ 4083 h 9555"/>
                <a:gd name="T8" fmla="*/ 11617 w 12146"/>
                <a:gd name="T9" fmla="*/ 4065 h 9555"/>
                <a:gd name="T10" fmla="*/ 11717 w 12146"/>
                <a:gd name="T11" fmla="*/ 4041 h 9555"/>
                <a:gd name="T12" fmla="*/ 11805 w 12146"/>
                <a:gd name="T13" fmla="*/ 4010 h 9555"/>
                <a:gd name="T14" fmla="*/ 11883 w 12146"/>
                <a:gd name="T15" fmla="*/ 3968 h 9555"/>
                <a:gd name="T16" fmla="*/ 11949 w 12146"/>
                <a:gd name="T17" fmla="*/ 3916 h 9555"/>
                <a:gd name="T18" fmla="*/ 12006 w 12146"/>
                <a:gd name="T19" fmla="*/ 3851 h 9555"/>
                <a:gd name="T20" fmla="*/ 12053 w 12146"/>
                <a:gd name="T21" fmla="*/ 3771 h 9555"/>
                <a:gd name="T22" fmla="*/ 12090 w 12146"/>
                <a:gd name="T23" fmla="*/ 3673 h 9555"/>
                <a:gd name="T24" fmla="*/ 12117 w 12146"/>
                <a:gd name="T25" fmla="*/ 3559 h 9555"/>
                <a:gd name="T26" fmla="*/ 12136 w 12146"/>
                <a:gd name="T27" fmla="*/ 3423 h 9555"/>
                <a:gd name="T28" fmla="*/ 12144 w 12146"/>
                <a:gd name="T29" fmla="*/ 3266 h 9555"/>
                <a:gd name="T30" fmla="*/ 12146 w 12146"/>
                <a:gd name="T31" fmla="*/ 309 h 9555"/>
                <a:gd name="T32" fmla="*/ 6081 w 12146"/>
                <a:gd name="T33" fmla="*/ 3512 h 9555"/>
                <a:gd name="T34" fmla="*/ 0 w 12146"/>
                <a:gd name="T35" fmla="*/ 309 h 9555"/>
                <a:gd name="T36" fmla="*/ 0 w 12146"/>
                <a:gd name="T37" fmla="*/ 3259 h 9555"/>
                <a:gd name="T38" fmla="*/ 7 w 12146"/>
                <a:gd name="T39" fmla="*/ 3402 h 9555"/>
                <a:gd name="T40" fmla="*/ 19 w 12146"/>
                <a:gd name="T41" fmla="*/ 3524 h 9555"/>
                <a:gd name="T42" fmla="*/ 38 w 12146"/>
                <a:gd name="T43" fmla="*/ 3628 h 9555"/>
                <a:gd name="T44" fmla="*/ 64 w 12146"/>
                <a:gd name="T45" fmla="*/ 3715 h 9555"/>
                <a:gd name="T46" fmla="*/ 97 w 12146"/>
                <a:gd name="T47" fmla="*/ 3788 h 9555"/>
                <a:gd name="T48" fmla="*/ 137 w 12146"/>
                <a:gd name="T49" fmla="*/ 3847 h 9555"/>
                <a:gd name="T50" fmla="*/ 185 w 12146"/>
                <a:gd name="T51" fmla="*/ 3896 h 9555"/>
                <a:gd name="T52" fmla="*/ 241 w 12146"/>
                <a:gd name="T53" fmla="*/ 3935 h 9555"/>
                <a:gd name="T54" fmla="*/ 307 w 12146"/>
                <a:gd name="T55" fmla="*/ 3967 h 9555"/>
                <a:gd name="T56" fmla="*/ 381 w 12146"/>
                <a:gd name="T57" fmla="*/ 3994 h 9555"/>
                <a:gd name="T58" fmla="*/ 464 w 12146"/>
                <a:gd name="T59" fmla="*/ 4018 h 9555"/>
                <a:gd name="T60" fmla="*/ 606 w 12146"/>
                <a:gd name="T61" fmla="*/ 4051 h 9555"/>
                <a:gd name="T62" fmla="*/ 771 w 12146"/>
                <a:gd name="T63" fmla="*/ 4089 h 9555"/>
                <a:gd name="T64" fmla="*/ 894 w 12146"/>
                <a:gd name="T65" fmla="*/ 4118 h 9555"/>
                <a:gd name="T66" fmla="*/ 959 w 12146"/>
                <a:gd name="T67" fmla="*/ 7005 h 9555"/>
                <a:gd name="T68" fmla="*/ 2557 w 12146"/>
                <a:gd name="T69" fmla="*/ 9555 h 9555"/>
                <a:gd name="T70" fmla="*/ 4794 w 12146"/>
                <a:gd name="T71" fmla="*/ 7005 h 9555"/>
                <a:gd name="T72" fmla="*/ 7352 w 12146"/>
                <a:gd name="T73" fmla="*/ 9555 h 9555"/>
                <a:gd name="T74" fmla="*/ 9589 w 12146"/>
                <a:gd name="T75" fmla="*/ 7005 h 9555"/>
                <a:gd name="T76" fmla="*/ 10867 w 12146"/>
                <a:gd name="T77" fmla="*/ 4135 h 9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grpFill/>
            <a:ln>
              <a:noFill/>
            </a:ln>
          </p:spPr>
          <p:txBody>
            <a:bodyPr/>
            <a:lstStyle/>
            <a:p>
              <a:pPr eaLnBrk="1" fontAlgn="auto" hangingPunct="1">
                <a:defRPr/>
              </a:pPr>
              <a:endParaRPr lang="zh-CN" altLang="en-US" noProof="1"/>
            </a:p>
          </p:txBody>
        </p:sp>
      </p:grpSp>
    </p:spTree>
    <p:extLst>
      <p:ext uri="{BB962C8B-B14F-4D97-AF65-F5344CB8AC3E}">
        <p14:creationId xmlns:p14="http://schemas.microsoft.com/office/powerpoint/2010/main" val="2173840124"/>
      </p:ext>
    </p:extLst>
  </p:cSld>
  <p:clrMapOvr>
    <a:masterClrMapping/>
  </p:clrMapOvr>
  <p:transition spd="slow" advClick="0" advTm="3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1000"/>
                                        <p:tgtEl>
                                          <p:spTgt spid="60"/>
                                        </p:tgtEl>
                                      </p:cBhvr>
                                    </p:animEffect>
                                    <p:anim calcmode="lin" valueType="num">
                                      <p:cBhvr>
                                        <p:cTn id="8" dur="1000" fill="hold"/>
                                        <p:tgtEl>
                                          <p:spTgt spid="60"/>
                                        </p:tgtEl>
                                        <p:attrNameLst>
                                          <p:attrName>ppt_x</p:attrName>
                                        </p:attrNameLst>
                                      </p:cBhvr>
                                      <p:tavLst>
                                        <p:tav tm="0">
                                          <p:val>
                                            <p:strVal val="#ppt_x"/>
                                          </p:val>
                                        </p:tav>
                                        <p:tav tm="100000">
                                          <p:val>
                                            <p:strVal val="#ppt_x"/>
                                          </p:val>
                                        </p:tav>
                                      </p:tavLst>
                                    </p:anim>
                                    <p:anim calcmode="lin" valueType="num">
                                      <p:cBhvr>
                                        <p:cTn id="9"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AB952FF-D1A9-D4B2-95DE-3B5E51302EB1}"/>
            </a:ext>
          </a:extLst>
        </p:cNvPr>
        <p:cNvGrpSpPr/>
        <p:nvPr/>
      </p:nvGrpSpPr>
      <p:grpSpPr>
        <a:xfrm>
          <a:off x="0" y="0"/>
          <a:ext cx="0" cy="0"/>
          <a:chOff x="0" y="0"/>
          <a:chExt cx="0" cy="0"/>
        </a:xfrm>
      </p:grpSpPr>
      <p:grpSp>
        <p:nvGrpSpPr>
          <p:cNvPr id="2" name="组合 7">
            <a:extLst>
              <a:ext uri="{FF2B5EF4-FFF2-40B4-BE49-F238E27FC236}">
                <a16:creationId xmlns:a16="http://schemas.microsoft.com/office/drawing/2014/main" id="{EE4B3120-C186-93B2-F2FF-1F90268141E6}"/>
              </a:ext>
            </a:extLst>
          </p:cNvPr>
          <p:cNvGrpSpPr>
            <a:grpSpLocks/>
          </p:cNvGrpSpPr>
          <p:nvPr/>
        </p:nvGrpSpPr>
        <p:grpSpPr bwMode="auto">
          <a:xfrm>
            <a:off x="274638" y="217488"/>
            <a:ext cx="4891488" cy="725822"/>
            <a:chOff x="274214" y="217809"/>
            <a:chExt cx="4892415" cy="724771"/>
          </a:xfrm>
        </p:grpSpPr>
        <p:grpSp>
          <p:nvGrpSpPr>
            <p:cNvPr id="22603" name="组合 8">
              <a:extLst>
                <a:ext uri="{FF2B5EF4-FFF2-40B4-BE49-F238E27FC236}">
                  <a16:creationId xmlns:a16="http://schemas.microsoft.com/office/drawing/2014/main" id="{D30425AB-1FFB-93AC-CE2D-810144ABCB29}"/>
                </a:ext>
              </a:extLst>
            </p:cNvPr>
            <p:cNvGrpSpPr>
              <a:grpSpLocks/>
            </p:cNvGrpSpPr>
            <p:nvPr/>
          </p:nvGrpSpPr>
          <p:grpSpPr bwMode="auto">
            <a:xfrm>
              <a:off x="274214" y="217809"/>
              <a:ext cx="454527" cy="435930"/>
              <a:chOff x="683568" y="1489348"/>
              <a:chExt cx="2638425" cy="2530475"/>
            </a:xfrm>
          </p:grpSpPr>
          <p:sp>
            <p:nvSpPr>
              <p:cNvPr id="22605" name="Freeform 7">
                <a:extLst>
                  <a:ext uri="{FF2B5EF4-FFF2-40B4-BE49-F238E27FC236}">
                    <a16:creationId xmlns:a16="http://schemas.microsoft.com/office/drawing/2014/main" id="{324F0F12-7F69-DCAC-C314-C02A8BF97105}"/>
                  </a:ext>
                </a:extLst>
              </p:cNvPr>
              <p:cNvSpPr>
                <a:spLocks noChangeArrowheads="1"/>
              </p:cNvSpPr>
              <p:nvPr/>
            </p:nvSpPr>
            <p:spPr bwMode="auto">
              <a:xfrm>
                <a:off x="683568" y="1489348"/>
                <a:ext cx="2638425" cy="1771650"/>
              </a:xfrm>
              <a:custGeom>
                <a:avLst/>
                <a:gdLst>
                  <a:gd name="T0" fmla="*/ 0 w 16620"/>
                  <a:gd name="T1" fmla="*/ 708469 h 11158"/>
                  <a:gd name="T2" fmla="*/ 10319 w 16620"/>
                  <a:gd name="T3" fmla="*/ 711327 h 11158"/>
                  <a:gd name="T4" fmla="*/ 20320 w 16620"/>
                  <a:gd name="T5" fmla="*/ 713550 h 11158"/>
                  <a:gd name="T6" fmla="*/ 29845 w 16620"/>
                  <a:gd name="T7" fmla="*/ 715932 h 11158"/>
                  <a:gd name="T8" fmla="*/ 39053 w 16620"/>
                  <a:gd name="T9" fmla="*/ 717837 h 11158"/>
                  <a:gd name="T10" fmla="*/ 56039 w 16620"/>
                  <a:gd name="T11" fmla="*/ 721648 h 11158"/>
                  <a:gd name="T12" fmla="*/ 71438 w 16620"/>
                  <a:gd name="T13" fmla="*/ 725300 h 11158"/>
                  <a:gd name="T14" fmla="*/ 78581 w 16620"/>
                  <a:gd name="T15" fmla="*/ 727205 h 11158"/>
                  <a:gd name="T16" fmla="*/ 85408 w 16620"/>
                  <a:gd name="T17" fmla="*/ 728952 h 11158"/>
                  <a:gd name="T18" fmla="*/ 91916 w 16620"/>
                  <a:gd name="T19" fmla="*/ 730857 h 11158"/>
                  <a:gd name="T20" fmla="*/ 97790 w 16620"/>
                  <a:gd name="T21" fmla="*/ 732921 h 11158"/>
                  <a:gd name="T22" fmla="*/ 103505 w 16620"/>
                  <a:gd name="T23" fmla="*/ 735303 h 11158"/>
                  <a:gd name="T24" fmla="*/ 108903 w 16620"/>
                  <a:gd name="T25" fmla="*/ 737526 h 11158"/>
                  <a:gd name="T26" fmla="*/ 113824 w 16620"/>
                  <a:gd name="T27" fmla="*/ 740384 h 11158"/>
                  <a:gd name="T28" fmla="*/ 118586 w 16620"/>
                  <a:gd name="T29" fmla="*/ 743401 h 11158"/>
                  <a:gd name="T30" fmla="*/ 122873 w 16620"/>
                  <a:gd name="T31" fmla="*/ 746576 h 11158"/>
                  <a:gd name="T32" fmla="*/ 126841 w 16620"/>
                  <a:gd name="T33" fmla="*/ 750228 h 11158"/>
                  <a:gd name="T34" fmla="*/ 130493 w 16620"/>
                  <a:gd name="T35" fmla="*/ 754198 h 11158"/>
                  <a:gd name="T36" fmla="*/ 133826 w 16620"/>
                  <a:gd name="T37" fmla="*/ 758802 h 11158"/>
                  <a:gd name="T38" fmla="*/ 136843 w 16620"/>
                  <a:gd name="T39" fmla="*/ 763724 h 11158"/>
                  <a:gd name="T40" fmla="*/ 139700 w 16620"/>
                  <a:gd name="T41" fmla="*/ 769282 h 11158"/>
                  <a:gd name="T42" fmla="*/ 142081 w 16620"/>
                  <a:gd name="T43" fmla="*/ 775156 h 11158"/>
                  <a:gd name="T44" fmla="*/ 144304 w 16620"/>
                  <a:gd name="T45" fmla="*/ 781825 h 11158"/>
                  <a:gd name="T46" fmla="*/ 146209 w 16620"/>
                  <a:gd name="T47" fmla="*/ 788970 h 11158"/>
                  <a:gd name="T48" fmla="*/ 147955 w 16620"/>
                  <a:gd name="T49" fmla="*/ 796909 h 11158"/>
                  <a:gd name="T50" fmla="*/ 149225 w 16620"/>
                  <a:gd name="T51" fmla="*/ 805483 h 11158"/>
                  <a:gd name="T52" fmla="*/ 150336 w 16620"/>
                  <a:gd name="T53" fmla="*/ 815010 h 11158"/>
                  <a:gd name="T54" fmla="*/ 151289 w 16620"/>
                  <a:gd name="T55" fmla="*/ 825013 h 11158"/>
                  <a:gd name="T56" fmla="*/ 151765 w 16620"/>
                  <a:gd name="T57" fmla="*/ 835810 h 11158"/>
                  <a:gd name="T58" fmla="*/ 152083 w 16620"/>
                  <a:gd name="T59" fmla="*/ 847718 h 11158"/>
                  <a:gd name="T60" fmla="*/ 152241 w 16620"/>
                  <a:gd name="T61" fmla="*/ 860420 h 11158"/>
                  <a:gd name="T62" fmla="*/ 152241 w 16620"/>
                  <a:gd name="T63" fmla="*/ 1771650 h 11158"/>
                  <a:gd name="T64" fmla="*/ 253683 w 16620"/>
                  <a:gd name="T65" fmla="*/ 1771650 h 11158"/>
                  <a:gd name="T66" fmla="*/ 253683 w 16620"/>
                  <a:gd name="T67" fmla="*/ 860420 h 11158"/>
                  <a:gd name="T68" fmla="*/ 1322388 w 16620"/>
                  <a:gd name="T69" fmla="*/ 1462508 h 11158"/>
                  <a:gd name="T70" fmla="*/ 2622074 w 16620"/>
                  <a:gd name="T71" fmla="*/ 681477 h 11158"/>
                  <a:gd name="T72" fmla="*/ 2638425 w 16620"/>
                  <a:gd name="T73" fmla="*/ 607328 h 11158"/>
                  <a:gd name="T74" fmla="*/ 1319213 w 16620"/>
                  <a:gd name="T75" fmla="*/ 0 h 11158"/>
                  <a:gd name="T76" fmla="*/ 0 w 16620"/>
                  <a:gd name="T77" fmla="*/ 607328 h 11158"/>
                  <a:gd name="T78" fmla="*/ 0 w 16620"/>
                  <a:gd name="T79" fmla="*/ 708469 h 111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620"/>
                  <a:gd name="T121" fmla="*/ 0 h 11158"/>
                  <a:gd name="T122" fmla="*/ 16620 w 16620"/>
                  <a:gd name="T123" fmla="*/ 11158 h 1115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606" name="Freeform 8">
                <a:extLst>
                  <a:ext uri="{FF2B5EF4-FFF2-40B4-BE49-F238E27FC236}">
                    <a16:creationId xmlns:a16="http://schemas.microsoft.com/office/drawing/2014/main" id="{F77E9801-B3A7-4AAD-C7C8-37DCA21F745A}"/>
                  </a:ext>
                </a:extLst>
              </p:cNvPr>
              <p:cNvSpPr>
                <a:spLocks noChangeArrowheads="1"/>
              </p:cNvSpPr>
              <p:nvPr/>
            </p:nvSpPr>
            <p:spPr bwMode="auto">
              <a:xfrm>
                <a:off x="1039168" y="2502173"/>
                <a:ext cx="1927225" cy="1517650"/>
              </a:xfrm>
              <a:custGeom>
                <a:avLst/>
                <a:gdLst>
                  <a:gd name="T0" fmla="*/ 1750148 w 12146"/>
                  <a:gd name="T1" fmla="*/ 654710 h 9555"/>
                  <a:gd name="T2" fmla="*/ 1785373 w 12146"/>
                  <a:gd name="T3" fmla="*/ 652327 h 9555"/>
                  <a:gd name="T4" fmla="*/ 1806476 w 12146"/>
                  <a:gd name="T5" fmla="*/ 650580 h 9555"/>
                  <a:gd name="T6" fmla="*/ 1825834 w 12146"/>
                  <a:gd name="T7" fmla="*/ 648515 h 9555"/>
                  <a:gd name="T8" fmla="*/ 1843288 w 12146"/>
                  <a:gd name="T9" fmla="*/ 645656 h 9555"/>
                  <a:gd name="T10" fmla="*/ 1859155 w 12146"/>
                  <a:gd name="T11" fmla="*/ 641844 h 9555"/>
                  <a:gd name="T12" fmla="*/ 1873118 w 12146"/>
                  <a:gd name="T13" fmla="*/ 636921 h 9555"/>
                  <a:gd name="T14" fmla="*/ 1885494 w 12146"/>
                  <a:gd name="T15" fmla="*/ 630250 h 9555"/>
                  <a:gd name="T16" fmla="*/ 1895967 w 12146"/>
                  <a:gd name="T17" fmla="*/ 621990 h 9555"/>
                  <a:gd name="T18" fmla="*/ 1905011 w 12146"/>
                  <a:gd name="T19" fmla="*/ 611666 h 9555"/>
                  <a:gd name="T20" fmla="*/ 1912469 w 12146"/>
                  <a:gd name="T21" fmla="*/ 598960 h 9555"/>
                  <a:gd name="T22" fmla="*/ 1918339 w 12146"/>
                  <a:gd name="T23" fmla="*/ 583394 h 9555"/>
                  <a:gd name="T24" fmla="*/ 1922624 w 12146"/>
                  <a:gd name="T25" fmla="*/ 565287 h 9555"/>
                  <a:gd name="T26" fmla="*/ 1925638 w 12146"/>
                  <a:gd name="T27" fmla="*/ 543686 h 9555"/>
                  <a:gd name="T28" fmla="*/ 1926908 w 12146"/>
                  <a:gd name="T29" fmla="*/ 518749 h 9555"/>
                  <a:gd name="T30" fmla="*/ 1927225 w 12146"/>
                  <a:gd name="T31" fmla="*/ 49079 h 9555"/>
                  <a:gd name="T32" fmla="*/ 964882 w 12146"/>
                  <a:gd name="T33" fmla="*/ 557822 h 9555"/>
                  <a:gd name="T34" fmla="*/ 0 w 12146"/>
                  <a:gd name="T35" fmla="*/ 49079 h 9555"/>
                  <a:gd name="T36" fmla="*/ 0 w 12146"/>
                  <a:gd name="T37" fmla="*/ 517637 h 9555"/>
                  <a:gd name="T38" fmla="*/ 1111 w 12146"/>
                  <a:gd name="T39" fmla="*/ 540350 h 9555"/>
                  <a:gd name="T40" fmla="*/ 3015 w 12146"/>
                  <a:gd name="T41" fmla="*/ 559728 h 9555"/>
                  <a:gd name="T42" fmla="*/ 6030 w 12146"/>
                  <a:gd name="T43" fmla="*/ 576246 h 9555"/>
                  <a:gd name="T44" fmla="*/ 10155 w 12146"/>
                  <a:gd name="T45" fmla="*/ 590065 h 9555"/>
                  <a:gd name="T46" fmla="*/ 15391 w 12146"/>
                  <a:gd name="T47" fmla="*/ 601660 h 9555"/>
                  <a:gd name="T48" fmla="*/ 21738 w 12146"/>
                  <a:gd name="T49" fmla="*/ 611031 h 9555"/>
                  <a:gd name="T50" fmla="*/ 29354 w 12146"/>
                  <a:gd name="T51" fmla="*/ 618814 h 9555"/>
                  <a:gd name="T52" fmla="*/ 38240 w 12146"/>
                  <a:gd name="T53" fmla="*/ 625008 h 9555"/>
                  <a:gd name="T54" fmla="*/ 48712 w 12146"/>
                  <a:gd name="T55" fmla="*/ 630091 h 9555"/>
                  <a:gd name="T56" fmla="*/ 60454 w 12146"/>
                  <a:gd name="T57" fmla="*/ 634379 h 9555"/>
                  <a:gd name="T58" fmla="*/ 73624 w 12146"/>
                  <a:gd name="T59" fmla="*/ 638191 h 9555"/>
                  <a:gd name="T60" fmla="*/ 96155 w 12146"/>
                  <a:gd name="T61" fmla="*/ 643433 h 9555"/>
                  <a:gd name="T62" fmla="*/ 122336 w 12146"/>
                  <a:gd name="T63" fmla="*/ 649468 h 9555"/>
                  <a:gd name="T64" fmla="*/ 141852 w 12146"/>
                  <a:gd name="T65" fmla="*/ 654075 h 9555"/>
                  <a:gd name="T66" fmla="*/ 152166 w 12146"/>
                  <a:gd name="T67" fmla="*/ 1112626 h 9555"/>
                  <a:gd name="T68" fmla="*/ 405723 w 12146"/>
                  <a:gd name="T69" fmla="*/ 1517650 h 9555"/>
                  <a:gd name="T70" fmla="*/ 760672 w 12146"/>
                  <a:gd name="T71" fmla="*/ 1112626 h 9555"/>
                  <a:gd name="T72" fmla="*/ 1166553 w 12146"/>
                  <a:gd name="T73" fmla="*/ 1517650 h 9555"/>
                  <a:gd name="T74" fmla="*/ 1521502 w 12146"/>
                  <a:gd name="T75" fmla="*/ 1112626 h 9555"/>
                  <a:gd name="T76" fmla="*/ 1724284 w 12146"/>
                  <a:gd name="T77" fmla="*/ 656775 h 95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46"/>
                  <a:gd name="T118" fmla="*/ 0 h 9555"/>
                  <a:gd name="T119" fmla="*/ 12146 w 12146"/>
                  <a:gd name="T120" fmla="*/ 9555 h 95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2604" name="TextBox 9">
              <a:extLst>
                <a:ext uri="{FF2B5EF4-FFF2-40B4-BE49-F238E27FC236}">
                  <a16:creationId xmlns:a16="http://schemas.microsoft.com/office/drawing/2014/main" id="{51623740-DE90-FF63-4ECE-6EF9E1E08CFC}"/>
                </a:ext>
              </a:extLst>
            </p:cNvPr>
            <p:cNvSpPr txBox="1">
              <a:spLocks noChangeArrowheads="1"/>
            </p:cNvSpPr>
            <p:nvPr/>
          </p:nvSpPr>
          <p:spPr bwMode="auto">
            <a:xfrm>
              <a:off x="728741" y="235719"/>
              <a:ext cx="4437888" cy="706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000" b="1" dirty="0"/>
                <a:t>Introduction. Project Background</a:t>
              </a:r>
            </a:p>
            <a:p>
              <a:endParaRPr lang="en-US" altLang="zh-CN" sz="2000" b="1" dirty="0"/>
            </a:p>
          </p:txBody>
        </p:sp>
      </p:grpSp>
      <p:sp>
        <p:nvSpPr>
          <p:cNvPr id="3" name="文本框 2">
            <a:extLst>
              <a:ext uri="{FF2B5EF4-FFF2-40B4-BE49-F238E27FC236}">
                <a16:creationId xmlns:a16="http://schemas.microsoft.com/office/drawing/2014/main" id="{CDA21379-E68C-5AD2-A456-3D10395A7F78}"/>
              </a:ext>
            </a:extLst>
          </p:cNvPr>
          <p:cNvSpPr txBox="1"/>
          <p:nvPr/>
        </p:nvSpPr>
        <p:spPr>
          <a:xfrm>
            <a:off x="754610" y="1273368"/>
            <a:ext cx="8235287" cy="3416320"/>
          </a:xfrm>
          <a:prstGeom prst="rect">
            <a:avLst/>
          </a:prstGeom>
          <a:noFill/>
        </p:spPr>
        <p:txBody>
          <a:bodyPr wrap="square" rtlCol="0">
            <a:spAutoFit/>
          </a:bodyPr>
          <a:lstStyle/>
          <a:p>
            <a:r>
              <a:rPr lang="en-US" altLang="zh-CN" b="1" dirty="0"/>
              <a:t>Motivation</a:t>
            </a:r>
          </a:p>
          <a:p>
            <a:r>
              <a:rPr lang="en-US" altLang="zh-CN" dirty="0"/>
              <a:t>The project combines OOP principles with GUI development using Qt, aiming to practice C++ skills and explore role-based game design.</a:t>
            </a:r>
          </a:p>
          <a:p>
            <a:endParaRPr lang="en-US" altLang="zh-CN" dirty="0"/>
          </a:p>
          <a:p>
            <a:r>
              <a:rPr lang="en-US" altLang="zh-CN" b="1" dirty="0"/>
              <a:t>Objectives</a:t>
            </a:r>
          </a:p>
          <a:p>
            <a:r>
              <a:rPr lang="en-US" altLang="zh-CN" dirty="0"/>
              <a:t>Implement a multi-page GUI application supporting multiple game modes, enable dynamic difficulty levels, and ensure cross-platform compatibility.</a:t>
            </a:r>
          </a:p>
          <a:p>
            <a:endParaRPr lang="en-US" altLang="zh-CN" dirty="0"/>
          </a:p>
          <a:p>
            <a:r>
              <a:rPr lang="en-US" altLang="zh-CN" b="1" dirty="0"/>
              <a:t>Scope</a:t>
            </a:r>
          </a:p>
          <a:p>
            <a:r>
              <a:rPr lang="en-US" altLang="zh-CN" dirty="0"/>
              <a:t>Design a hierarchical class structure, integrate CSV data handling for dynamic game content, and configure the project for cross-platform deployment using </a:t>
            </a:r>
            <a:r>
              <a:rPr lang="en-US" altLang="zh-CN" dirty="0" err="1"/>
              <a:t>CMake</a:t>
            </a:r>
            <a:r>
              <a:rPr lang="en-US" altLang="zh-CN" dirty="0"/>
              <a:t>.</a:t>
            </a:r>
          </a:p>
          <a:p>
            <a:endParaRPr lang="zh-CN" altLang="en-US" dirty="0"/>
          </a:p>
        </p:txBody>
      </p:sp>
      <p:sp>
        <p:nvSpPr>
          <p:cNvPr id="9" name="流程图: 可选过程 8">
            <a:extLst>
              <a:ext uri="{FF2B5EF4-FFF2-40B4-BE49-F238E27FC236}">
                <a16:creationId xmlns:a16="http://schemas.microsoft.com/office/drawing/2014/main" id="{95D6B139-2C34-5CCE-76AB-7864C610C91D}"/>
              </a:ext>
            </a:extLst>
          </p:cNvPr>
          <p:cNvSpPr/>
          <p:nvPr/>
        </p:nvSpPr>
        <p:spPr>
          <a:xfrm>
            <a:off x="467658" y="913338"/>
            <a:ext cx="8208684" cy="3981343"/>
          </a:xfrm>
          <a:prstGeom prst="flowChartAlternateProcess">
            <a:avLst/>
          </a:prstGeom>
          <a:no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21765284"/>
      </p:ext>
    </p:extLst>
  </p:cSld>
  <p:clrMapOvr>
    <a:masterClrMapping/>
  </p:clrMapOvr>
  <p:transition spd="slow" advClick="0" advTm="6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75596EB6-9318-9440-6D64-94693DE09EF0}"/>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7252404E-5E94-FAFA-0CB2-9DA021CC2CBC}"/>
              </a:ext>
            </a:extLst>
          </p:cNvPr>
          <p:cNvSpPr/>
          <p:nvPr/>
        </p:nvSpPr>
        <p:spPr>
          <a:xfrm>
            <a:off x="0" y="1389063"/>
            <a:ext cx="1691760" cy="1152525"/>
          </a:xfrm>
          <a:prstGeom prst="rect">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2" name="矩形 31">
            <a:extLst>
              <a:ext uri="{FF2B5EF4-FFF2-40B4-BE49-F238E27FC236}">
                <a16:creationId xmlns:a16="http://schemas.microsoft.com/office/drawing/2014/main" id="{2F1BAA15-C729-A535-603E-59C2534AD3E3}"/>
              </a:ext>
            </a:extLst>
          </p:cNvPr>
          <p:cNvSpPr/>
          <p:nvPr/>
        </p:nvSpPr>
        <p:spPr>
          <a:xfrm>
            <a:off x="8100294" y="1389063"/>
            <a:ext cx="1043706" cy="1152525"/>
          </a:xfrm>
          <a:prstGeom prst="rect">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60" name="TextBox 59">
            <a:extLst>
              <a:ext uri="{FF2B5EF4-FFF2-40B4-BE49-F238E27FC236}">
                <a16:creationId xmlns:a16="http://schemas.microsoft.com/office/drawing/2014/main" id="{603A0B38-C217-5859-9150-BDFE50E98905}"/>
              </a:ext>
            </a:extLst>
          </p:cNvPr>
          <p:cNvSpPr txBox="1">
            <a:spLocks noChangeArrowheads="1"/>
          </p:cNvSpPr>
          <p:nvPr/>
        </p:nvSpPr>
        <p:spPr bwMode="auto">
          <a:xfrm>
            <a:off x="1614357" y="1672937"/>
            <a:ext cx="703624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3200" b="1" dirty="0"/>
              <a:t>Research Methodology and Approach</a:t>
            </a:r>
          </a:p>
        </p:txBody>
      </p:sp>
      <p:grpSp>
        <p:nvGrpSpPr>
          <p:cNvPr id="6" name="组合 72">
            <a:extLst>
              <a:ext uri="{FF2B5EF4-FFF2-40B4-BE49-F238E27FC236}">
                <a16:creationId xmlns:a16="http://schemas.microsoft.com/office/drawing/2014/main" id="{0AC1140C-C6B6-E6F3-9F45-61267C6C4408}"/>
              </a:ext>
            </a:extLst>
          </p:cNvPr>
          <p:cNvGrpSpPr/>
          <p:nvPr/>
        </p:nvGrpSpPr>
        <p:grpSpPr>
          <a:xfrm>
            <a:off x="280698" y="1526656"/>
            <a:ext cx="914260" cy="876852"/>
            <a:chOff x="683568" y="1489348"/>
            <a:chExt cx="2638425" cy="2530475"/>
          </a:xfrm>
          <a:solidFill>
            <a:schemeClr val="bg1"/>
          </a:solidFill>
        </p:grpSpPr>
        <p:sp>
          <p:nvSpPr>
            <p:cNvPr id="74" name="Freeform 7">
              <a:extLst>
                <a:ext uri="{FF2B5EF4-FFF2-40B4-BE49-F238E27FC236}">
                  <a16:creationId xmlns:a16="http://schemas.microsoft.com/office/drawing/2014/main" id="{FD652E69-6174-7845-A7BB-9C06C6702690}"/>
                </a:ext>
              </a:extLst>
            </p:cNvPr>
            <p:cNvSpPr/>
            <p:nvPr/>
          </p:nvSpPr>
          <p:spPr bwMode="auto">
            <a:xfrm>
              <a:off x="683568" y="1489348"/>
              <a:ext cx="2638425" cy="1771650"/>
            </a:xfrm>
            <a:custGeom>
              <a:avLst/>
              <a:gdLst>
                <a:gd name="T0" fmla="*/ 0 w 16620"/>
                <a:gd name="T1" fmla="*/ 4462 h 11158"/>
                <a:gd name="T2" fmla="*/ 65 w 16620"/>
                <a:gd name="T3" fmla="*/ 4480 h 11158"/>
                <a:gd name="T4" fmla="*/ 128 w 16620"/>
                <a:gd name="T5" fmla="*/ 4494 h 11158"/>
                <a:gd name="T6" fmla="*/ 188 w 16620"/>
                <a:gd name="T7" fmla="*/ 4509 h 11158"/>
                <a:gd name="T8" fmla="*/ 246 w 16620"/>
                <a:gd name="T9" fmla="*/ 4521 h 11158"/>
                <a:gd name="T10" fmla="*/ 353 w 16620"/>
                <a:gd name="T11" fmla="*/ 4545 h 11158"/>
                <a:gd name="T12" fmla="*/ 450 w 16620"/>
                <a:gd name="T13" fmla="*/ 4568 h 11158"/>
                <a:gd name="T14" fmla="*/ 495 w 16620"/>
                <a:gd name="T15" fmla="*/ 4580 h 11158"/>
                <a:gd name="T16" fmla="*/ 538 w 16620"/>
                <a:gd name="T17" fmla="*/ 4591 h 11158"/>
                <a:gd name="T18" fmla="*/ 579 w 16620"/>
                <a:gd name="T19" fmla="*/ 4603 h 11158"/>
                <a:gd name="T20" fmla="*/ 616 w 16620"/>
                <a:gd name="T21" fmla="*/ 4616 h 11158"/>
                <a:gd name="T22" fmla="*/ 652 w 16620"/>
                <a:gd name="T23" fmla="*/ 4631 h 11158"/>
                <a:gd name="T24" fmla="*/ 686 w 16620"/>
                <a:gd name="T25" fmla="*/ 4645 h 11158"/>
                <a:gd name="T26" fmla="*/ 717 w 16620"/>
                <a:gd name="T27" fmla="*/ 4663 h 11158"/>
                <a:gd name="T28" fmla="*/ 747 w 16620"/>
                <a:gd name="T29" fmla="*/ 4682 h 11158"/>
                <a:gd name="T30" fmla="*/ 774 w 16620"/>
                <a:gd name="T31" fmla="*/ 4702 h 11158"/>
                <a:gd name="T32" fmla="*/ 799 w 16620"/>
                <a:gd name="T33" fmla="*/ 4725 h 11158"/>
                <a:gd name="T34" fmla="*/ 822 w 16620"/>
                <a:gd name="T35" fmla="*/ 4750 h 11158"/>
                <a:gd name="T36" fmla="*/ 843 w 16620"/>
                <a:gd name="T37" fmla="*/ 4779 h 11158"/>
                <a:gd name="T38" fmla="*/ 862 w 16620"/>
                <a:gd name="T39" fmla="*/ 4810 h 11158"/>
                <a:gd name="T40" fmla="*/ 880 w 16620"/>
                <a:gd name="T41" fmla="*/ 4845 h 11158"/>
                <a:gd name="T42" fmla="*/ 895 w 16620"/>
                <a:gd name="T43" fmla="*/ 4882 h 11158"/>
                <a:gd name="T44" fmla="*/ 909 w 16620"/>
                <a:gd name="T45" fmla="*/ 4924 h 11158"/>
                <a:gd name="T46" fmla="*/ 921 w 16620"/>
                <a:gd name="T47" fmla="*/ 4969 h 11158"/>
                <a:gd name="T48" fmla="*/ 932 w 16620"/>
                <a:gd name="T49" fmla="*/ 5019 h 11158"/>
                <a:gd name="T50" fmla="*/ 940 w 16620"/>
                <a:gd name="T51" fmla="*/ 5073 h 11158"/>
                <a:gd name="T52" fmla="*/ 947 w 16620"/>
                <a:gd name="T53" fmla="*/ 5133 h 11158"/>
                <a:gd name="T54" fmla="*/ 953 w 16620"/>
                <a:gd name="T55" fmla="*/ 5196 h 11158"/>
                <a:gd name="T56" fmla="*/ 956 w 16620"/>
                <a:gd name="T57" fmla="*/ 5264 h 11158"/>
                <a:gd name="T58" fmla="*/ 958 w 16620"/>
                <a:gd name="T59" fmla="*/ 5339 h 11158"/>
                <a:gd name="T60" fmla="*/ 959 w 16620"/>
                <a:gd name="T61" fmla="*/ 5419 h 11158"/>
                <a:gd name="T62" fmla="*/ 959 w 16620"/>
                <a:gd name="T63" fmla="*/ 11158 h 11158"/>
                <a:gd name="T64" fmla="*/ 1598 w 16620"/>
                <a:gd name="T65" fmla="*/ 11158 h 11158"/>
                <a:gd name="T66" fmla="*/ 1598 w 16620"/>
                <a:gd name="T67" fmla="*/ 5419 h 11158"/>
                <a:gd name="T68" fmla="*/ 8330 w 16620"/>
                <a:gd name="T69" fmla="*/ 9211 h 11158"/>
                <a:gd name="T70" fmla="*/ 16517 w 16620"/>
                <a:gd name="T71" fmla="*/ 4292 h 11158"/>
                <a:gd name="T72" fmla="*/ 16620 w 16620"/>
                <a:gd name="T73" fmla="*/ 3825 h 11158"/>
                <a:gd name="T74" fmla="*/ 8310 w 16620"/>
                <a:gd name="T75" fmla="*/ 0 h 11158"/>
                <a:gd name="T76" fmla="*/ 0 w 16620"/>
                <a:gd name="T77" fmla="*/ 3825 h 11158"/>
                <a:gd name="T78" fmla="*/ 0 w 16620"/>
                <a:gd name="T79" fmla="*/ 4462 h 11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grpFill/>
            <a:ln>
              <a:noFill/>
            </a:ln>
          </p:spPr>
          <p:txBody>
            <a:bodyPr/>
            <a:lstStyle/>
            <a:p>
              <a:pPr eaLnBrk="1" fontAlgn="auto" hangingPunct="1">
                <a:defRPr/>
              </a:pPr>
              <a:endParaRPr lang="zh-CN" altLang="en-US" noProof="1"/>
            </a:p>
          </p:txBody>
        </p:sp>
        <p:sp>
          <p:nvSpPr>
            <p:cNvPr id="75" name="Freeform 8">
              <a:extLst>
                <a:ext uri="{FF2B5EF4-FFF2-40B4-BE49-F238E27FC236}">
                  <a16:creationId xmlns:a16="http://schemas.microsoft.com/office/drawing/2014/main" id="{727A69DB-F76B-0B7B-1901-AE39BD0F1312}"/>
                </a:ext>
              </a:extLst>
            </p:cNvPr>
            <p:cNvSpPr/>
            <p:nvPr/>
          </p:nvSpPr>
          <p:spPr bwMode="auto">
            <a:xfrm>
              <a:off x="1039168" y="2502173"/>
              <a:ext cx="1927225" cy="1517650"/>
            </a:xfrm>
            <a:custGeom>
              <a:avLst/>
              <a:gdLst>
                <a:gd name="T0" fmla="*/ 11030 w 12146"/>
                <a:gd name="T1" fmla="*/ 4122 h 9555"/>
                <a:gd name="T2" fmla="*/ 11252 w 12146"/>
                <a:gd name="T3" fmla="*/ 4107 h 9555"/>
                <a:gd name="T4" fmla="*/ 11385 w 12146"/>
                <a:gd name="T5" fmla="*/ 4096 h 9555"/>
                <a:gd name="T6" fmla="*/ 11507 w 12146"/>
                <a:gd name="T7" fmla="*/ 4083 h 9555"/>
                <a:gd name="T8" fmla="*/ 11617 w 12146"/>
                <a:gd name="T9" fmla="*/ 4065 h 9555"/>
                <a:gd name="T10" fmla="*/ 11717 w 12146"/>
                <a:gd name="T11" fmla="*/ 4041 h 9555"/>
                <a:gd name="T12" fmla="*/ 11805 w 12146"/>
                <a:gd name="T13" fmla="*/ 4010 h 9555"/>
                <a:gd name="T14" fmla="*/ 11883 w 12146"/>
                <a:gd name="T15" fmla="*/ 3968 h 9555"/>
                <a:gd name="T16" fmla="*/ 11949 w 12146"/>
                <a:gd name="T17" fmla="*/ 3916 h 9555"/>
                <a:gd name="T18" fmla="*/ 12006 w 12146"/>
                <a:gd name="T19" fmla="*/ 3851 h 9555"/>
                <a:gd name="T20" fmla="*/ 12053 w 12146"/>
                <a:gd name="T21" fmla="*/ 3771 h 9555"/>
                <a:gd name="T22" fmla="*/ 12090 w 12146"/>
                <a:gd name="T23" fmla="*/ 3673 h 9555"/>
                <a:gd name="T24" fmla="*/ 12117 w 12146"/>
                <a:gd name="T25" fmla="*/ 3559 h 9555"/>
                <a:gd name="T26" fmla="*/ 12136 w 12146"/>
                <a:gd name="T27" fmla="*/ 3423 h 9555"/>
                <a:gd name="T28" fmla="*/ 12144 w 12146"/>
                <a:gd name="T29" fmla="*/ 3266 h 9555"/>
                <a:gd name="T30" fmla="*/ 12146 w 12146"/>
                <a:gd name="T31" fmla="*/ 309 h 9555"/>
                <a:gd name="T32" fmla="*/ 6081 w 12146"/>
                <a:gd name="T33" fmla="*/ 3512 h 9555"/>
                <a:gd name="T34" fmla="*/ 0 w 12146"/>
                <a:gd name="T35" fmla="*/ 309 h 9555"/>
                <a:gd name="T36" fmla="*/ 0 w 12146"/>
                <a:gd name="T37" fmla="*/ 3259 h 9555"/>
                <a:gd name="T38" fmla="*/ 7 w 12146"/>
                <a:gd name="T39" fmla="*/ 3402 h 9555"/>
                <a:gd name="T40" fmla="*/ 19 w 12146"/>
                <a:gd name="T41" fmla="*/ 3524 h 9555"/>
                <a:gd name="T42" fmla="*/ 38 w 12146"/>
                <a:gd name="T43" fmla="*/ 3628 h 9555"/>
                <a:gd name="T44" fmla="*/ 64 w 12146"/>
                <a:gd name="T45" fmla="*/ 3715 h 9555"/>
                <a:gd name="T46" fmla="*/ 97 w 12146"/>
                <a:gd name="T47" fmla="*/ 3788 h 9555"/>
                <a:gd name="T48" fmla="*/ 137 w 12146"/>
                <a:gd name="T49" fmla="*/ 3847 h 9555"/>
                <a:gd name="T50" fmla="*/ 185 w 12146"/>
                <a:gd name="T51" fmla="*/ 3896 h 9555"/>
                <a:gd name="T52" fmla="*/ 241 w 12146"/>
                <a:gd name="T53" fmla="*/ 3935 h 9555"/>
                <a:gd name="T54" fmla="*/ 307 w 12146"/>
                <a:gd name="T55" fmla="*/ 3967 h 9555"/>
                <a:gd name="T56" fmla="*/ 381 w 12146"/>
                <a:gd name="T57" fmla="*/ 3994 h 9555"/>
                <a:gd name="T58" fmla="*/ 464 w 12146"/>
                <a:gd name="T59" fmla="*/ 4018 h 9555"/>
                <a:gd name="T60" fmla="*/ 606 w 12146"/>
                <a:gd name="T61" fmla="*/ 4051 h 9555"/>
                <a:gd name="T62" fmla="*/ 771 w 12146"/>
                <a:gd name="T63" fmla="*/ 4089 h 9555"/>
                <a:gd name="T64" fmla="*/ 894 w 12146"/>
                <a:gd name="T65" fmla="*/ 4118 h 9555"/>
                <a:gd name="T66" fmla="*/ 959 w 12146"/>
                <a:gd name="T67" fmla="*/ 7005 h 9555"/>
                <a:gd name="T68" fmla="*/ 2557 w 12146"/>
                <a:gd name="T69" fmla="*/ 9555 h 9555"/>
                <a:gd name="T70" fmla="*/ 4794 w 12146"/>
                <a:gd name="T71" fmla="*/ 7005 h 9555"/>
                <a:gd name="T72" fmla="*/ 7352 w 12146"/>
                <a:gd name="T73" fmla="*/ 9555 h 9555"/>
                <a:gd name="T74" fmla="*/ 9589 w 12146"/>
                <a:gd name="T75" fmla="*/ 7005 h 9555"/>
                <a:gd name="T76" fmla="*/ 10867 w 12146"/>
                <a:gd name="T77" fmla="*/ 4135 h 9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grpFill/>
            <a:ln>
              <a:noFill/>
            </a:ln>
          </p:spPr>
          <p:txBody>
            <a:bodyPr/>
            <a:lstStyle/>
            <a:p>
              <a:pPr eaLnBrk="1" fontAlgn="auto" hangingPunct="1">
                <a:defRPr/>
              </a:pPr>
              <a:endParaRPr lang="zh-CN" altLang="en-US" noProof="1"/>
            </a:p>
          </p:txBody>
        </p:sp>
      </p:grpSp>
    </p:spTree>
    <p:extLst>
      <p:ext uri="{BB962C8B-B14F-4D97-AF65-F5344CB8AC3E}">
        <p14:creationId xmlns:p14="http://schemas.microsoft.com/office/powerpoint/2010/main" val="2848630928"/>
      </p:ext>
    </p:extLst>
  </p:cSld>
  <p:clrMapOvr>
    <a:masterClrMapping/>
  </p:clrMapOvr>
  <p:transition spd="slow" advClick="0" advTm="3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1000"/>
                                        <p:tgtEl>
                                          <p:spTgt spid="60"/>
                                        </p:tgtEl>
                                      </p:cBhvr>
                                    </p:animEffect>
                                    <p:anim calcmode="lin" valueType="num">
                                      <p:cBhvr>
                                        <p:cTn id="8" dur="1000" fill="hold"/>
                                        <p:tgtEl>
                                          <p:spTgt spid="60"/>
                                        </p:tgtEl>
                                        <p:attrNameLst>
                                          <p:attrName>ppt_x</p:attrName>
                                        </p:attrNameLst>
                                      </p:cBhvr>
                                      <p:tavLst>
                                        <p:tav tm="0">
                                          <p:val>
                                            <p:strVal val="#ppt_x"/>
                                          </p:val>
                                        </p:tav>
                                        <p:tav tm="100000">
                                          <p:val>
                                            <p:strVal val="#ppt_x"/>
                                          </p:val>
                                        </p:tav>
                                      </p:tavLst>
                                    </p:anim>
                                    <p:anim calcmode="lin" valueType="num">
                                      <p:cBhvr>
                                        <p:cTn id="9"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3BA23D0-9E9A-30D1-F121-F0103031BFBA}"/>
            </a:ext>
          </a:extLst>
        </p:cNvPr>
        <p:cNvGrpSpPr/>
        <p:nvPr/>
      </p:nvGrpSpPr>
      <p:grpSpPr>
        <a:xfrm>
          <a:off x="0" y="0"/>
          <a:ext cx="0" cy="0"/>
          <a:chOff x="0" y="0"/>
          <a:chExt cx="0" cy="0"/>
        </a:xfrm>
      </p:grpSpPr>
      <p:grpSp>
        <p:nvGrpSpPr>
          <p:cNvPr id="2" name="组合 7">
            <a:extLst>
              <a:ext uri="{FF2B5EF4-FFF2-40B4-BE49-F238E27FC236}">
                <a16:creationId xmlns:a16="http://schemas.microsoft.com/office/drawing/2014/main" id="{B454D9C9-34F9-E8F3-B2F6-9BEA18477E12}"/>
              </a:ext>
            </a:extLst>
          </p:cNvPr>
          <p:cNvGrpSpPr>
            <a:grpSpLocks/>
          </p:cNvGrpSpPr>
          <p:nvPr/>
        </p:nvGrpSpPr>
        <p:grpSpPr bwMode="auto">
          <a:xfrm>
            <a:off x="274638" y="217488"/>
            <a:ext cx="4891488" cy="725822"/>
            <a:chOff x="274214" y="217809"/>
            <a:chExt cx="4892415" cy="724771"/>
          </a:xfrm>
        </p:grpSpPr>
        <p:grpSp>
          <p:nvGrpSpPr>
            <p:cNvPr id="22603" name="组合 8">
              <a:extLst>
                <a:ext uri="{FF2B5EF4-FFF2-40B4-BE49-F238E27FC236}">
                  <a16:creationId xmlns:a16="http://schemas.microsoft.com/office/drawing/2014/main" id="{1BA48C3E-7D32-33F2-D109-7EB1EEB8A4AF}"/>
                </a:ext>
              </a:extLst>
            </p:cNvPr>
            <p:cNvGrpSpPr>
              <a:grpSpLocks/>
            </p:cNvGrpSpPr>
            <p:nvPr/>
          </p:nvGrpSpPr>
          <p:grpSpPr bwMode="auto">
            <a:xfrm>
              <a:off x="274214" y="217809"/>
              <a:ext cx="454527" cy="435930"/>
              <a:chOff x="683568" y="1489348"/>
              <a:chExt cx="2638425" cy="2530475"/>
            </a:xfrm>
          </p:grpSpPr>
          <p:sp>
            <p:nvSpPr>
              <p:cNvPr id="22605" name="Freeform 7">
                <a:extLst>
                  <a:ext uri="{FF2B5EF4-FFF2-40B4-BE49-F238E27FC236}">
                    <a16:creationId xmlns:a16="http://schemas.microsoft.com/office/drawing/2014/main" id="{6274C329-F626-A80F-80BF-4521FEB8D035}"/>
                  </a:ext>
                </a:extLst>
              </p:cNvPr>
              <p:cNvSpPr>
                <a:spLocks noChangeArrowheads="1"/>
              </p:cNvSpPr>
              <p:nvPr/>
            </p:nvSpPr>
            <p:spPr bwMode="auto">
              <a:xfrm>
                <a:off x="683568" y="1489348"/>
                <a:ext cx="2638425" cy="1771650"/>
              </a:xfrm>
              <a:custGeom>
                <a:avLst/>
                <a:gdLst>
                  <a:gd name="T0" fmla="*/ 0 w 16620"/>
                  <a:gd name="T1" fmla="*/ 708469 h 11158"/>
                  <a:gd name="T2" fmla="*/ 10319 w 16620"/>
                  <a:gd name="T3" fmla="*/ 711327 h 11158"/>
                  <a:gd name="T4" fmla="*/ 20320 w 16620"/>
                  <a:gd name="T5" fmla="*/ 713550 h 11158"/>
                  <a:gd name="T6" fmla="*/ 29845 w 16620"/>
                  <a:gd name="T7" fmla="*/ 715932 h 11158"/>
                  <a:gd name="T8" fmla="*/ 39053 w 16620"/>
                  <a:gd name="T9" fmla="*/ 717837 h 11158"/>
                  <a:gd name="T10" fmla="*/ 56039 w 16620"/>
                  <a:gd name="T11" fmla="*/ 721648 h 11158"/>
                  <a:gd name="T12" fmla="*/ 71438 w 16620"/>
                  <a:gd name="T13" fmla="*/ 725300 h 11158"/>
                  <a:gd name="T14" fmla="*/ 78581 w 16620"/>
                  <a:gd name="T15" fmla="*/ 727205 h 11158"/>
                  <a:gd name="T16" fmla="*/ 85408 w 16620"/>
                  <a:gd name="T17" fmla="*/ 728952 h 11158"/>
                  <a:gd name="T18" fmla="*/ 91916 w 16620"/>
                  <a:gd name="T19" fmla="*/ 730857 h 11158"/>
                  <a:gd name="T20" fmla="*/ 97790 w 16620"/>
                  <a:gd name="T21" fmla="*/ 732921 h 11158"/>
                  <a:gd name="T22" fmla="*/ 103505 w 16620"/>
                  <a:gd name="T23" fmla="*/ 735303 h 11158"/>
                  <a:gd name="T24" fmla="*/ 108903 w 16620"/>
                  <a:gd name="T25" fmla="*/ 737526 h 11158"/>
                  <a:gd name="T26" fmla="*/ 113824 w 16620"/>
                  <a:gd name="T27" fmla="*/ 740384 h 11158"/>
                  <a:gd name="T28" fmla="*/ 118586 w 16620"/>
                  <a:gd name="T29" fmla="*/ 743401 h 11158"/>
                  <a:gd name="T30" fmla="*/ 122873 w 16620"/>
                  <a:gd name="T31" fmla="*/ 746576 h 11158"/>
                  <a:gd name="T32" fmla="*/ 126841 w 16620"/>
                  <a:gd name="T33" fmla="*/ 750228 h 11158"/>
                  <a:gd name="T34" fmla="*/ 130493 w 16620"/>
                  <a:gd name="T35" fmla="*/ 754198 h 11158"/>
                  <a:gd name="T36" fmla="*/ 133826 w 16620"/>
                  <a:gd name="T37" fmla="*/ 758802 h 11158"/>
                  <a:gd name="T38" fmla="*/ 136843 w 16620"/>
                  <a:gd name="T39" fmla="*/ 763724 h 11158"/>
                  <a:gd name="T40" fmla="*/ 139700 w 16620"/>
                  <a:gd name="T41" fmla="*/ 769282 h 11158"/>
                  <a:gd name="T42" fmla="*/ 142081 w 16620"/>
                  <a:gd name="T43" fmla="*/ 775156 h 11158"/>
                  <a:gd name="T44" fmla="*/ 144304 w 16620"/>
                  <a:gd name="T45" fmla="*/ 781825 h 11158"/>
                  <a:gd name="T46" fmla="*/ 146209 w 16620"/>
                  <a:gd name="T47" fmla="*/ 788970 h 11158"/>
                  <a:gd name="T48" fmla="*/ 147955 w 16620"/>
                  <a:gd name="T49" fmla="*/ 796909 h 11158"/>
                  <a:gd name="T50" fmla="*/ 149225 w 16620"/>
                  <a:gd name="T51" fmla="*/ 805483 h 11158"/>
                  <a:gd name="T52" fmla="*/ 150336 w 16620"/>
                  <a:gd name="T53" fmla="*/ 815010 h 11158"/>
                  <a:gd name="T54" fmla="*/ 151289 w 16620"/>
                  <a:gd name="T55" fmla="*/ 825013 h 11158"/>
                  <a:gd name="T56" fmla="*/ 151765 w 16620"/>
                  <a:gd name="T57" fmla="*/ 835810 h 11158"/>
                  <a:gd name="T58" fmla="*/ 152083 w 16620"/>
                  <a:gd name="T59" fmla="*/ 847718 h 11158"/>
                  <a:gd name="T60" fmla="*/ 152241 w 16620"/>
                  <a:gd name="T61" fmla="*/ 860420 h 11158"/>
                  <a:gd name="T62" fmla="*/ 152241 w 16620"/>
                  <a:gd name="T63" fmla="*/ 1771650 h 11158"/>
                  <a:gd name="T64" fmla="*/ 253683 w 16620"/>
                  <a:gd name="T65" fmla="*/ 1771650 h 11158"/>
                  <a:gd name="T66" fmla="*/ 253683 w 16620"/>
                  <a:gd name="T67" fmla="*/ 860420 h 11158"/>
                  <a:gd name="T68" fmla="*/ 1322388 w 16620"/>
                  <a:gd name="T69" fmla="*/ 1462508 h 11158"/>
                  <a:gd name="T70" fmla="*/ 2622074 w 16620"/>
                  <a:gd name="T71" fmla="*/ 681477 h 11158"/>
                  <a:gd name="T72" fmla="*/ 2638425 w 16620"/>
                  <a:gd name="T73" fmla="*/ 607328 h 11158"/>
                  <a:gd name="T74" fmla="*/ 1319213 w 16620"/>
                  <a:gd name="T75" fmla="*/ 0 h 11158"/>
                  <a:gd name="T76" fmla="*/ 0 w 16620"/>
                  <a:gd name="T77" fmla="*/ 607328 h 11158"/>
                  <a:gd name="T78" fmla="*/ 0 w 16620"/>
                  <a:gd name="T79" fmla="*/ 708469 h 111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620"/>
                  <a:gd name="T121" fmla="*/ 0 h 11158"/>
                  <a:gd name="T122" fmla="*/ 16620 w 16620"/>
                  <a:gd name="T123" fmla="*/ 11158 h 1115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606" name="Freeform 8">
                <a:extLst>
                  <a:ext uri="{FF2B5EF4-FFF2-40B4-BE49-F238E27FC236}">
                    <a16:creationId xmlns:a16="http://schemas.microsoft.com/office/drawing/2014/main" id="{484146C3-9F63-9185-5A03-3D0DB695BF53}"/>
                  </a:ext>
                </a:extLst>
              </p:cNvPr>
              <p:cNvSpPr>
                <a:spLocks noChangeArrowheads="1"/>
              </p:cNvSpPr>
              <p:nvPr/>
            </p:nvSpPr>
            <p:spPr bwMode="auto">
              <a:xfrm>
                <a:off x="1039168" y="2502173"/>
                <a:ext cx="1927225" cy="1517650"/>
              </a:xfrm>
              <a:custGeom>
                <a:avLst/>
                <a:gdLst>
                  <a:gd name="T0" fmla="*/ 1750148 w 12146"/>
                  <a:gd name="T1" fmla="*/ 654710 h 9555"/>
                  <a:gd name="T2" fmla="*/ 1785373 w 12146"/>
                  <a:gd name="T3" fmla="*/ 652327 h 9555"/>
                  <a:gd name="T4" fmla="*/ 1806476 w 12146"/>
                  <a:gd name="T5" fmla="*/ 650580 h 9555"/>
                  <a:gd name="T6" fmla="*/ 1825834 w 12146"/>
                  <a:gd name="T7" fmla="*/ 648515 h 9555"/>
                  <a:gd name="T8" fmla="*/ 1843288 w 12146"/>
                  <a:gd name="T9" fmla="*/ 645656 h 9555"/>
                  <a:gd name="T10" fmla="*/ 1859155 w 12146"/>
                  <a:gd name="T11" fmla="*/ 641844 h 9555"/>
                  <a:gd name="T12" fmla="*/ 1873118 w 12146"/>
                  <a:gd name="T13" fmla="*/ 636921 h 9555"/>
                  <a:gd name="T14" fmla="*/ 1885494 w 12146"/>
                  <a:gd name="T15" fmla="*/ 630250 h 9555"/>
                  <a:gd name="T16" fmla="*/ 1895967 w 12146"/>
                  <a:gd name="T17" fmla="*/ 621990 h 9555"/>
                  <a:gd name="T18" fmla="*/ 1905011 w 12146"/>
                  <a:gd name="T19" fmla="*/ 611666 h 9555"/>
                  <a:gd name="T20" fmla="*/ 1912469 w 12146"/>
                  <a:gd name="T21" fmla="*/ 598960 h 9555"/>
                  <a:gd name="T22" fmla="*/ 1918339 w 12146"/>
                  <a:gd name="T23" fmla="*/ 583394 h 9555"/>
                  <a:gd name="T24" fmla="*/ 1922624 w 12146"/>
                  <a:gd name="T25" fmla="*/ 565287 h 9555"/>
                  <a:gd name="T26" fmla="*/ 1925638 w 12146"/>
                  <a:gd name="T27" fmla="*/ 543686 h 9555"/>
                  <a:gd name="T28" fmla="*/ 1926908 w 12146"/>
                  <a:gd name="T29" fmla="*/ 518749 h 9555"/>
                  <a:gd name="T30" fmla="*/ 1927225 w 12146"/>
                  <a:gd name="T31" fmla="*/ 49079 h 9555"/>
                  <a:gd name="T32" fmla="*/ 964882 w 12146"/>
                  <a:gd name="T33" fmla="*/ 557822 h 9555"/>
                  <a:gd name="T34" fmla="*/ 0 w 12146"/>
                  <a:gd name="T35" fmla="*/ 49079 h 9555"/>
                  <a:gd name="T36" fmla="*/ 0 w 12146"/>
                  <a:gd name="T37" fmla="*/ 517637 h 9555"/>
                  <a:gd name="T38" fmla="*/ 1111 w 12146"/>
                  <a:gd name="T39" fmla="*/ 540350 h 9555"/>
                  <a:gd name="T40" fmla="*/ 3015 w 12146"/>
                  <a:gd name="T41" fmla="*/ 559728 h 9555"/>
                  <a:gd name="T42" fmla="*/ 6030 w 12146"/>
                  <a:gd name="T43" fmla="*/ 576246 h 9555"/>
                  <a:gd name="T44" fmla="*/ 10155 w 12146"/>
                  <a:gd name="T45" fmla="*/ 590065 h 9555"/>
                  <a:gd name="T46" fmla="*/ 15391 w 12146"/>
                  <a:gd name="T47" fmla="*/ 601660 h 9555"/>
                  <a:gd name="T48" fmla="*/ 21738 w 12146"/>
                  <a:gd name="T49" fmla="*/ 611031 h 9555"/>
                  <a:gd name="T50" fmla="*/ 29354 w 12146"/>
                  <a:gd name="T51" fmla="*/ 618814 h 9555"/>
                  <a:gd name="T52" fmla="*/ 38240 w 12146"/>
                  <a:gd name="T53" fmla="*/ 625008 h 9555"/>
                  <a:gd name="T54" fmla="*/ 48712 w 12146"/>
                  <a:gd name="T55" fmla="*/ 630091 h 9555"/>
                  <a:gd name="T56" fmla="*/ 60454 w 12146"/>
                  <a:gd name="T57" fmla="*/ 634379 h 9555"/>
                  <a:gd name="T58" fmla="*/ 73624 w 12146"/>
                  <a:gd name="T59" fmla="*/ 638191 h 9555"/>
                  <a:gd name="T60" fmla="*/ 96155 w 12146"/>
                  <a:gd name="T61" fmla="*/ 643433 h 9555"/>
                  <a:gd name="T62" fmla="*/ 122336 w 12146"/>
                  <a:gd name="T63" fmla="*/ 649468 h 9555"/>
                  <a:gd name="T64" fmla="*/ 141852 w 12146"/>
                  <a:gd name="T65" fmla="*/ 654075 h 9555"/>
                  <a:gd name="T66" fmla="*/ 152166 w 12146"/>
                  <a:gd name="T67" fmla="*/ 1112626 h 9555"/>
                  <a:gd name="T68" fmla="*/ 405723 w 12146"/>
                  <a:gd name="T69" fmla="*/ 1517650 h 9555"/>
                  <a:gd name="T70" fmla="*/ 760672 w 12146"/>
                  <a:gd name="T71" fmla="*/ 1112626 h 9555"/>
                  <a:gd name="T72" fmla="*/ 1166553 w 12146"/>
                  <a:gd name="T73" fmla="*/ 1517650 h 9555"/>
                  <a:gd name="T74" fmla="*/ 1521502 w 12146"/>
                  <a:gd name="T75" fmla="*/ 1112626 h 9555"/>
                  <a:gd name="T76" fmla="*/ 1724284 w 12146"/>
                  <a:gd name="T77" fmla="*/ 656775 h 95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46"/>
                  <a:gd name="T118" fmla="*/ 0 h 9555"/>
                  <a:gd name="T119" fmla="*/ 12146 w 12146"/>
                  <a:gd name="T120" fmla="*/ 9555 h 95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2604" name="TextBox 9">
              <a:extLst>
                <a:ext uri="{FF2B5EF4-FFF2-40B4-BE49-F238E27FC236}">
                  <a16:creationId xmlns:a16="http://schemas.microsoft.com/office/drawing/2014/main" id="{E8E98624-F5CE-D81C-6B41-80F8F518F36E}"/>
                </a:ext>
              </a:extLst>
            </p:cNvPr>
            <p:cNvSpPr txBox="1">
              <a:spLocks noChangeArrowheads="1"/>
            </p:cNvSpPr>
            <p:nvPr/>
          </p:nvSpPr>
          <p:spPr bwMode="auto">
            <a:xfrm>
              <a:off x="728741" y="235719"/>
              <a:ext cx="4437888" cy="706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000" b="1" dirty="0"/>
                <a:t>Research Methodology and Approach</a:t>
              </a:r>
            </a:p>
            <a:p>
              <a:endParaRPr lang="en-US" altLang="zh-CN" sz="2000" b="1" dirty="0"/>
            </a:p>
          </p:txBody>
        </p:sp>
      </p:grpSp>
      <p:sp>
        <p:nvSpPr>
          <p:cNvPr id="3" name="文本框 2">
            <a:extLst>
              <a:ext uri="{FF2B5EF4-FFF2-40B4-BE49-F238E27FC236}">
                <a16:creationId xmlns:a16="http://schemas.microsoft.com/office/drawing/2014/main" id="{5F970F34-7831-6571-7A3B-747C47B3C158}"/>
              </a:ext>
            </a:extLst>
          </p:cNvPr>
          <p:cNvSpPr txBox="1"/>
          <p:nvPr/>
        </p:nvSpPr>
        <p:spPr>
          <a:xfrm>
            <a:off x="966098" y="1273368"/>
            <a:ext cx="7211803" cy="3354765"/>
          </a:xfrm>
          <a:prstGeom prst="rect">
            <a:avLst/>
          </a:prstGeom>
          <a:noFill/>
        </p:spPr>
        <p:txBody>
          <a:bodyPr wrap="square" rtlCol="0">
            <a:spAutoFit/>
          </a:bodyPr>
          <a:lstStyle/>
          <a:p>
            <a:r>
              <a:rPr lang="en-US" altLang="zh-CN" b="1" dirty="0"/>
              <a:t>Object-Oriented Design</a:t>
            </a:r>
          </a:p>
          <a:p>
            <a:r>
              <a:rPr lang="en-US" altLang="zh-CN" dirty="0"/>
              <a:t>Design a hierarchical class structure (Character → Player → </a:t>
            </a:r>
            <a:r>
              <a:rPr lang="en-US" altLang="zh-CN" dirty="0" err="1"/>
              <a:t>LOLPlayer</a:t>
            </a:r>
            <a:r>
              <a:rPr lang="en-US" altLang="zh-CN" dirty="0"/>
              <a:t>, </a:t>
            </a:r>
            <a:r>
              <a:rPr lang="en-US" altLang="zh-CN" dirty="0" err="1"/>
              <a:t>CSPlayer</a:t>
            </a:r>
            <a:r>
              <a:rPr lang="en-US" altLang="zh-CN" dirty="0"/>
              <a:t>, Hero) to enable runtime polymorphism and encapsulation.</a:t>
            </a:r>
          </a:p>
          <a:p>
            <a:endParaRPr lang="en-US" altLang="zh-CN" dirty="0"/>
          </a:p>
          <a:p>
            <a:r>
              <a:rPr lang="en-US" altLang="zh-CN" b="1" dirty="0"/>
              <a:t>Data-Driven Development</a:t>
            </a:r>
          </a:p>
          <a:p>
            <a:r>
              <a:rPr lang="en-US" altLang="zh-CN" dirty="0"/>
              <a:t>Implement CSV data parsing to dynamically load game content. The custom </a:t>
            </a:r>
            <a:r>
              <a:rPr lang="en-US" altLang="zh-CN" dirty="0" err="1"/>
              <a:t>parseCSVLine</a:t>
            </a:r>
            <a:r>
              <a:rPr lang="en-US" altLang="zh-CN" dirty="0"/>
              <a:t>() function handles complex data entries.</a:t>
            </a:r>
          </a:p>
          <a:p>
            <a:endParaRPr lang="en-US" altLang="zh-CN" dirty="0"/>
          </a:p>
          <a:p>
            <a:r>
              <a:rPr lang="en-US" altLang="zh-CN" b="1" dirty="0"/>
              <a:t>Cross-Platform Configuration</a:t>
            </a:r>
          </a:p>
          <a:p>
            <a:r>
              <a:rPr lang="en-US" altLang="zh-CN" dirty="0"/>
              <a:t>Use </a:t>
            </a:r>
            <a:r>
              <a:rPr lang="en-US" altLang="zh-CN" dirty="0" err="1"/>
              <a:t>CMake</a:t>
            </a:r>
            <a:r>
              <a:rPr lang="en-US" altLang="zh-CN" dirty="0"/>
              <a:t> to configure the project for multiple platforms (Windows, Linux, macOS, Android) to ensure compatibility and ease of deployment.</a:t>
            </a:r>
          </a:p>
          <a:p>
            <a:endParaRPr lang="en-US" altLang="zh-CN" sz="1400" dirty="0"/>
          </a:p>
        </p:txBody>
      </p:sp>
      <p:sp>
        <p:nvSpPr>
          <p:cNvPr id="5" name="流程图: 可选过程 4">
            <a:extLst>
              <a:ext uri="{FF2B5EF4-FFF2-40B4-BE49-F238E27FC236}">
                <a16:creationId xmlns:a16="http://schemas.microsoft.com/office/drawing/2014/main" id="{13E15DC5-DDE2-300C-2CF4-403E1D108912}"/>
              </a:ext>
            </a:extLst>
          </p:cNvPr>
          <p:cNvSpPr/>
          <p:nvPr/>
        </p:nvSpPr>
        <p:spPr>
          <a:xfrm>
            <a:off x="729079" y="1086867"/>
            <a:ext cx="7515227" cy="3642789"/>
          </a:xfrm>
          <a:prstGeom prst="flowChartAlternateProcess">
            <a:avLst/>
          </a:prstGeom>
          <a:no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45663472"/>
      </p:ext>
    </p:extLst>
  </p:cSld>
  <p:clrMapOvr>
    <a:masterClrMapping/>
  </p:clrMapOvr>
  <p:transition spd="slow" advClick="0" advTm="6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3257312-4ECF-3AB2-6E92-DE04C56E9244}"/>
            </a:ext>
          </a:extLst>
        </p:cNvPr>
        <p:cNvGrpSpPr/>
        <p:nvPr/>
      </p:nvGrpSpPr>
      <p:grpSpPr>
        <a:xfrm>
          <a:off x="0" y="0"/>
          <a:ext cx="0" cy="0"/>
          <a:chOff x="0" y="0"/>
          <a:chExt cx="0" cy="0"/>
        </a:xfrm>
      </p:grpSpPr>
      <p:grpSp>
        <p:nvGrpSpPr>
          <p:cNvPr id="2" name="组合 7">
            <a:extLst>
              <a:ext uri="{FF2B5EF4-FFF2-40B4-BE49-F238E27FC236}">
                <a16:creationId xmlns:a16="http://schemas.microsoft.com/office/drawing/2014/main" id="{B819C51F-C3B9-8539-11DF-927B6F28BA7D}"/>
              </a:ext>
            </a:extLst>
          </p:cNvPr>
          <p:cNvGrpSpPr>
            <a:grpSpLocks/>
          </p:cNvGrpSpPr>
          <p:nvPr/>
        </p:nvGrpSpPr>
        <p:grpSpPr bwMode="auto">
          <a:xfrm>
            <a:off x="274638" y="217488"/>
            <a:ext cx="4891488" cy="725822"/>
            <a:chOff x="274214" y="217809"/>
            <a:chExt cx="4892415" cy="724771"/>
          </a:xfrm>
        </p:grpSpPr>
        <p:grpSp>
          <p:nvGrpSpPr>
            <p:cNvPr id="22603" name="组合 8">
              <a:extLst>
                <a:ext uri="{FF2B5EF4-FFF2-40B4-BE49-F238E27FC236}">
                  <a16:creationId xmlns:a16="http://schemas.microsoft.com/office/drawing/2014/main" id="{1B8AEC91-6AAE-3F23-DD78-9D595FE255FB}"/>
                </a:ext>
              </a:extLst>
            </p:cNvPr>
            <p:cNvGrpSpPr>
              <a:grpSpLocks/>
            </p:cNvGrpSpPr>
            <p:nvPr/>
          </p:nvGrpSpPr>
          <p:grpSpPr bwMode="auto">
            <a:xfrm>
              <a:off x="274214" y="217809"/>
              <a:ext cx="454527" cy="435930"/>
              <a:chOff x="683568" y="1489348"/>
              <a:chExt cx="2638425" cy="2530475"/>
            </a:xfrm>
          </p:grpSpPr>
          <p:sp>
            <p:nvSpPr>
              <p:cNvPr id="22605" name="Freeform 7">
                <a:extLst>
                  <a:ext uri="{FF2B5EF4-FFF2-40B4-BE49-F238E27FC236}">
                    <a16:creationId xmlns:a16="http://schemas.microsoft.com/office/drawing/2014/main" id="{7E3D3FBC-9FE5-0225-7938-B5F3E4E191EE}"/>
                  </a:ext>
                </a:extLst>
              </p:cNvPr>
              <p:cNvSpPr>
                <a:spLocks noChangeArrowheads="1"/>
              </p:cNvSpPr>
              <p:nvPr/>
            </p:nvSpPr>
            <p:spPr bwMode="auto">
              <a:xfrm>
                <a:off x="683568" y="1489348"/>
                <a:ext cx="2638425" cy="1771650"/>
              </a:xfrm>
              <a:custGeom>
                <a:avLst/>
                <a:gdLst>
                  <a:gd name="T0" fmla="*/ 0 w 16620"/>
                  <a:gd name="T1" fmla="*/ 708469 h 11158"/>
                  <a:gd name="T2" fmla="*/ 10319 w 16620"/>
                  <a:gd name="T3" fmla="*/ 711327 h 11158"/>
                  <a:gd name="T4" fmla="*/ 20320 w 16620"/>
                  <a:gd name="T5" fmla="*/ 713550 h 11158"/>
                  <a:gd name="T6" fmla="*/ 29845 w 16620"/>
                  <a:gd name="T7" fmla="*/ 715932 h 11158"/>
                  <a:gd name="T8" fmla="*/ 39053 w 16620"/>
                  <a:gd name="T9" fmla="*/ 717837 h 11158"/>
                  <a:gd name="T10" fmla="*/ 56039 w 16620"/>
                  <a:gd name="T11" fmla="*/ 721648 h 11158"/>
                  <a:gd name="T12" fmla="*/ 71438 w 16620"/>
                  <a:gd name="T13" fmla="*/ 725300 h 11158"/>
                  <a:gd name="T14" fmla="*/ 78581 w 16620"/>
                  <a:gd name="T15" fmla="*/ 727205 h 11158"/>
                  <a:gd name="T16" fmla="*/ 85408 w 16620"/>
                  <a:gd name="T17" fmla="*/ 728952 h 11158"/>
                  <a:gd name="T18" fmla="*/ 91916 w 16620"/>
                  <a:gd name="T19" fmla="*/ 730857 h 11158"/>
                  <a:gd name="T20" fmla="*/ 97790 w 16620"/>
                  <a:gd name="T21" fmla="*/ 732921 h 11158"/>
                  <a:gd name="T22" fmla="*/ 103505 w 16620"/>
                  <a:gd name="T23" fmla="*/ 735303 h 11158"/>
                  <a:gd name="T24" fmla="*/ 108903 w 16620"/>
                  <a:gd name="T25" fmla="*/ 737526 h 11158"/>
                  <a:gd name="T26" fmla="*/ 113824 w 16620"/>
                  <a:gd name="T27" fmla="*/ 740384 h 11158"/>
                  <a:gd name="T28" fmla="*/ 118586 w 16620"/>
                  <a:gd name="T29" fmla="*/ 743401 h 11158"/>
                  <a:gd name="T30" fmla="*/ 122873 w 16620"/>
                  <a:gd name="T31" fmla="*/ 746576 h 11158"/>
                  <a:gd name="T32" fmla="*/ 126841 w 16620"/>
                  <a:gd name="T33" fmla="*/ 750228 h 11158"/>
                  <a:gd name="T34" fmla="*/ 130493 w 16620"/>
                  <a:gd name="T35" fmla="*/ 754198 h 11158"/>
                  <a:gd name="T36" fmla="*/ 133826 w 16620"/>
                  <a:gd name="T37" fmla="*/ 758802 h 11158"/>
                  <a:gd name="T38" fmla="*/ 136843 w 16620"/>
                  <a:gd name="T39" fmla="*/ 763724 h 11158"/>
                  <a:gd name="T40" fmla="*/ 139700 w 16620"/>
                  <a:gd name="T41" fmla="*/ 769282 h 11158"/>
                  <a:gd name="T42" fmla="*/ 142081 w 16620"/>
                  <a:gd name="T43" fmla="*/ 775156 h 11158"/>
                  <a:gd name="T44" fmla="*/ 144304 w 16620"/>
                  <a:gd name="T45" fmla="*/ 781825 h 11158"/>
                  <a:gd name="T46" fmla="*/ 146209 w 16620"/>
                  <a:gd name="T47" fmla="*/ 788970 h 11158"/>
                  <a:gd name="T48" fmla="*/ 147955 w 16620"/>
                  <a:gd name="T49" fmla="*/ 796909 h 11158"/>
                  <a:gd name="T50" fmla="*/ 149225 w 16620"/>
                  <a:gd name="T51" fmla="*/ 805483 h 11158"/>
                  <a:gd name="T52" fmla="*/ 150336 w 16620"/>
                  <a:gd name="T53" fmla="*/ 815010 h 11158"/>
                  <a:gd name="T54" fmla="*/ 151289 w 16620"/>
                  <a:gd name="T55" fmla="*/ 825013 h 11158"/>
                  <a:gd name="T56" fmla="*/ 151765 w 16620"/>
                  <a:gd name="T57" fmla="*/ 835810 h 11158"/>
                  <a:gd name="T58" fmla="*/ 152083 w 16620"/>
                  <a:gd name="T59" fmla="*/ 847718 h 11158"/>
                  <a:gd name="T60" fmla="*/ 152241 w 16620"/>
                  <a:gd name="T61" fmla="*/ 860420 h 11158"/>
                  <a:gd name="T62" fmla="*/ 152241 w 16620"/>
                  <a:gd name="T63" fmla="*/ 1771650 h 11158"/>
                  <a:gd name="T64" fmla="*/ 253683 w 16620"/>
                  <a:gd name="T65" fmla="*/ 1771650 h 11158"/>
                  <a:gd name="T66" fmla="*/ 253683 w 16620"/>
                  <a:gd name="T67" fmla="*/ 860420 h 11158"/>
                  <a:gd name="T68" fmla="*/ 1322388 w 16620"/>
                  <a:gd name="T69" fmla="*/ 1462508 h 11158"/>
                  <a:gd name="T70" fmla="*/ 2622074 w 16620"/>
                  <a:gd name="T71" fmla="*/ 681477 h 11158"/>
                  <a:gd name="T72" fmla="*/ 2638425 w 16620"/>
                  <a:gd name="T73" fmla="*/ 607328 h 11158"/>
                  <a:gd name="T74" fmla="*/ 1319213 w 16620"/>
                  <a:gd name="T75" fmla="*/ 0 h 11158"/>
                  <a:gd name="T76" fmla="*/ 0 w 16620"/>
                  <a:gd name="T77" fmla="*/ 607328 h 11158"/>
                  <a:gd name="T78" fmla="*/ 0 w 16620"/>
                  <a:gd name="T79" fmla="*/ 708469 h 111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620"/>
                  <a:gd name="T121" fmla="*/ 0 h 11158"/>
                  <a:gd name="T122" fmla="*/ 16620 w 16620"/>
                  <a:gd name="T123" fmla="*/ 11158 h 1115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606" name="Freeform 8">
                <a:extLst>
                  <a:ext uri="{FF2B5EF4-FFF2-40B4-BE49-F238E27FC236}">
                    <a16:creationId xmlns:a16="http://schemas.microsoft.com/office/drawing/2014/main" id="{F94CDBDF-EE54-FE7D-9DBA-9D40285A8B6A}"/>
                  </a:ext>
                </a:extLst>
              </p:cNvPr>
              <p:cNvSpPr>
                <a:spLocks noChangeArrowheads="1"/>
              </p:cNvSpPr>
              <p:nvPr/>
            </p:nvSpPr>
            <p:spPr bwMode="auto">
              <a:xfrm>
                <a:off x="1039168" y="2502173"/>
                <a:ext cx="1927225" cy="1517650"/>
              </a:xfrm>
              <a:custGeom>
                <a:avLst/>
                <a:gdLst>
                  <a:gd name="T0" fmla="*/ 1750148 w 12146"/>
                  <a:gd name="T1" fmla="*/ 654710 h 9555"/>
                  <a:gd name="T2" fmla="*/ 1785373 w 12146"/>
                  <a:gd name="T3" fmla="*/ 652327 h 9555"/>
                  <a:gd name="T4" fmla="*/ 1806476 w 12146"/>
                  <a:gd name="T5" fmla="*/ 650580 h 9555"/>
                  <a:gd name="T6" fmla="*/ 1825834 w 12146"/>
                  <a:gd name="T7" fmla="*/ 648515 h 9555"/>
                  <a:gd name="T8" fmla="*/ 1843288 w 12146"/>
                  <a:gd name="T9" fmla="*/ 645656 h 9555"/>
                  <a:gd name="T10" fmla="*/ 1859155 w 12146"/>
                  <a:gd name="T11" fmla="*/ 641844 h 9555"/>
                  <a:gd name="T12" fmla="*/ 1873118 w 12146"/>
                  <a:gd name="T13" fmla="*/ 636921 h 9555"/>
                  <a:gd name="T14" fmla="*/ 1885494 w 12146"/>
                  <a:gd name="T15" fmla="*/ 630250 h 9555"/>
                  <a:gd name="T16" fmla="*/ 1895967 w 12146"/>
                  <a:gd name="T17" fmla="*/ 621990 h 9555"/>
                  <a:gd name="T18" fmla="*/ 1905011 w 12146"/>
                  <a:gd name="T19" fmla="*/ 611666 h 9555"/>
                  <a:gd name="T20" fmla="*/ 1912469 w 12146"/>
                  <a:gd name="T21" fmla="*/ 598960 h 9555"/>
                  <a:gd name="T22" fmla="*/ 1918339 w 12146"/>
                  <a:gd name="T23" fmla="*/ 583394 h 9555"/>
                  <a:gd name="T24" fmla="*/ 1922624 w 12146"/>
                  <a:gd name="T25" fmla="*/ 565287 h 9555"/>
                  <a:gd name="T26" fmla="*/ 1925638 w 12146"/>
                  <a:gd name="T27" fmla="*/ 543686 h 9555"/>
                  <a:gd name="T28" fmla="*/ 1926908 w 12146"/>
                  <a:gd name="T29" fmla="*/ 518749 h 9555"/>
                  <a:gd name="T30" fmla="*/ 1927225 w 12146"/>
                  <a:gd name="T31" fmla="*/ 49079 h 9555"/>
                  <a:gd name="T32" fmla="*/ 964882 w 12146"/>
                  <a:gd name="T33" fmla="*/ 557822 h 9555"/>
                  <a:gd name="T34" fmla="*/ 0 w 12146"/>
                  <a:gd name="T35" fmla="*/ 49079 h 9555"/>
                  <a:gd name="T36" fmla="*/ 0 w 12146"/>
                  <a:gd name="T37" fmla="*/ 517637 h 9555"/>
                  <a:gd name="T38" fmla="*/ 1111 w 12146"/>
                  <a:gd name="T39" fmla="*/ 540350 h 9555"/>
                  <a:gd name="T40" fmla="*/ 3015 w 12146"/>
                  <a:gd name="T41" fmla="*/ 559728 h 9555"/>
                  <a:gd name="T42" fmla="*/ 6030 w 12146"/>
                  <a:gd name="T43" fmla="*/ 576246 h 9555"/>
                  <a:gd name="T44" fmla="*/ 10155 w 12146"/>
                  <a:gd name="T45" fmla="*/ 590065 h 9555"/>
                  <a:gd name="T46" fmla="*/ 15391 w 12146"/>
                  <a:gd name="T47" fmla="*/ 601660 h 9555"/>
                  <a:gd name="T48" fmla="*/ 21738 w 12146"/>
                  <a:gd name="T49" fmla="*/ 611031 h 9555"/>
                  <a:gd name="T50" fmla="*/ 29354 w 12146"/>
                  <a:gd name="T51" fmla="*/ 618814 h 9555"/>
                  <a:gd name="T52" fmla="*/ 38240 w 12146"/>
                  <a:gd name="T53" fmla="*/ 625008 h 9555"/>
                  <a:gd name="T54" fmla="*/ 48712 w 12146"/>
                  <a:gd name="T55" fmla="*/ 630091 h 9555"/>
                  <a:gd name="T56" fmla="*/ 60454 w 12146"/>
                  <a:gd name="T57" fmla="*/ 634379 h 9555"/>
                  <a:gd name="T58" fmla="*/ 73624 w 12146"/>
                  <a:gd name="T59" fmla="*/ 638191 h 9555"/>
                  <a:gd name="T60" fmla="*/ 96155 w 12146"/>
                  <a:gd name="T61" fmla="*/ 643433 h 9555"/>
                  <a:gd name="T62" fmla="*/ 122336 w 12146"/>
                  <a:gd name="T63" fmla="*/ 649468 h 9555"/>
                  <a:gd name="T64" fmla="*/ 141852 w 12146"/>
                  <a:gd name="T65" fmla="*/ 654075 h 9555"/>
                  <a:gd name="T66" fmla="*/ 152166 w 12146"/>
                  <a:gd name="T67" fmla="*/ 1112626 h 9555"/>
                  <a:gd name="T68" fmla="*/ 405723 w 12146"/>
                  <a:gd name="T69" fmla="*/ 1517650 h 9555"/>
                  <a:gd name="T70" fmla="*/ 760672 w 12146"/>
                  <a:gd name="T71" fmla="*/ 1112626 h 9555"/>
                  <a:gd name="T72" fmla="*/ 1166553 w 12146"/>
                  <a:gd name="T73" fmla="*/ 1517650 h 9555"/>
                  <a:gd name="T74" fmla="*/ 1521502 w 12146"/>
                  <a:gd name="T75" fmla="*/ 1112626 h 9555"/>
                  <a:gd name="T76" fmla="*/ 1724284 w 12146"/>
                  <a:gd name="T77" fmla="*/ 656775 h 95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46"/>
                  <a:gd name="T118" fmla="*/ 0 h 9555"/>
                  <a:gd name="T119" fmla="*/ 12146 w 12146"/>
                  <a:gd name="T120" fmla="*/ 9555 h 95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2604" name="TextBox 9">
              <a:extLst>
                <a:ext uri="{FF2B5EF4-FFF2-40B4-BE49-F238E27FC236}">
                  <a16:creationId xmlns:a16="http://schemas.microsoft.com/office/drawing/2014/main" id="{779515A5-735E-9004-6DC3-9EA531923F7B}"/>
                </a:ext>
              </a:extLst>
            </p:cNvPr>
            <p:cNvSpPr txBox="1">
              <a:spLocks noChangeArrowheads="1"/>
            </p:cNvSpPr>
            <p:nvPr/>
          </p:nvSpPr>
          <p:spPr bwMode="auto">
            <a:xfrm>
              <a:off x="728741" y="235719"/>
              <a:ext cx="4437888" cy="706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000" b="1" dirty="0"/>
                <a:t>Research Methodology and Approach</a:t>
              </a:r>
            </a:p>
            <a:p>
              <a:endParaRPr lang="en-US" altLang="zh-CN" sz="2000" b="1" dirty="0"/>
            </a:p>
          </p:txBody>
        </p:sp>
      </p:grpSp>
      <p:sp>
        <p:nvSpPr>
          <p:cNvPr id="3" name="文本框 2">
            <a:extLst>
              <a:ext uri="{FF2B5EF4-FFF2-40B4-BE49-F238E27FC236}">
                <a16:creationId xmlns:a16="http://schemas.microsoft.com/office/drawing/2014/main" id="{092FB00D-CE9E-D9DC-0257-DEECD3B15EB4}"/>
              </a:ext>
            </a:extLst>
          </p:cNvPr>
          <p:cNvSpPr txBox="1"/>
          <p:nvPr/>
        </p:nvSpPr>
        <p:spPr>
          <a:xfrm>
            <a:off x="876750" y="1057350"/>
            <a:ext cx="7727586" cy="4185761"/>
          </a:xfrm>
          <a:prstGeom prst="rect">
            <a:avLst/>
          </a:prstGeom>
          <a:noFill/>
        </p:spPr>
        <p:txBody>
          <a:bodyPr wrap="square" rtlCol="0">
            <a:spAutoFit/>
          </a:bodyPr>
          <a:lstStyle/>
          <a:p>
            <a:r>
              <a:rPr lang="en-US" altLang="zh-CN" b="1" dirty="0"/>
              <a:t>Modular Design</a:t>
            </a:r>
          </a:p>
          <a:p>
            <a:r>
              <a:rPr lang="en-US" altLang="zh-CN" dirty="0"/>
              <a:t>Break down the application into modular components (e.g., main menu, game logic, CSV parser). Each module is developed independently and integrated using Qt's signal/slot mechanism.</a:t>
            </a:r>
          </a:p>
          <a:p>
            <a:endParaRPr lang="en-US" altLang="zh-CN" dirty="0"/>
          </a:p>
          <a:p>
            <a:r>
              <a:rPr lang="en-US" altLang="zh-CN" b="1" dirty="0"/>
              <a:t>Signal-Slot Communication</a:t>
            </a:r>
          </a:p>
          <a:p>
            <a:r>
              <a:rPr lang="en-US" altLang="zh-CN" dirty="0"/>
              <a:t>Implement signal/slot connections for seamless navigation and state management. For example, </a:t>
            </a:r>
            <a:r>
              <a:rPr lang="en-US" altLang="zh-CN" dirty="0" err="1"/>
              <a:t>guessPlayerClicked</a:t>
            </a:r>
            <a:r>
              <a:rPr lang="en-US" altLang="zh-CN" dirty="0"/>
              <a:t>() signals transition to the guessing page.</a:t>
            </a:r>
          </a:p>
          <a:p>
            <a:endParaRPr lang="en-US" altLang="zh-CN" dirty="0"/>
          </a:p>
          <a:p>
            <a:r>
              <a:rPr lang="en-US" altLang="zh-CN" b="1" dirty="0"/>
              <a:t>Testing and Validation</a:t>
            </a:r>
          </a:p>
          <a:p>
            <a:r>
              <a:rPr lang="en-US" altLang="zh-CN" dirty="0"/>
              <a:t>Conduct unit tests for core functions (e.g., </a:t>
            </a:r>
            <a:r>
              <a:rPr lang="en-US" altLang="zh-CN" dirty="0" err="1"/>
              <a:t>compareWith</a:t>
            </a:r>
            <a:r>
              <a:rPr lang="en-US" altLang="zh-CN" dirty="0"/>
              <a:t>(), </a:t>
            </a:r>
            <a:r>
              <a:rPr lang="en-US" altLang="zh-CN" dirty="0" err="1"/>
              <a:t>parseCSVLine</a:t>
            </a:r>
            <a:r>
              <a:rPr lang="en-US" altLang="zh-CN" dirty="0"/>
              <a:t>()) and validate the application on all target platforms to ensure functionality and robustness.</a:t>
            </a:r>
            <a:endParaRPr lang="zh-CN" altLang="en-US" dirty="0"/>
          </a:p>
          <a:p>
            <a:endParaRPr lang="en-US" altLang="zh-CN" sz="1400" dirty="0"/>
          </a:p>
        </p:txBody>
      </p:sp>
      <p:sp>
        <p:nvSpPr>
          <p:cNvPr id="5" name="流程图: 可选过程 4">
            <a:extLst>
              <a:ext uri="{FF2B5EF4-FFF2-40B4-BE49-F238E27FC236}">
                <a16:creationId xmlns:a16="http://schemas.microsoft.com/office/drawing/2014/main" id="{1D9ED8B2-D27F-E41E-6D79-BB8C44EE80E9}"/>
              </a:ext>
            </a:extLst>
          </p:cNvPr>
          <p:cNvSpPr/>
          <p:nvPr/>
        </p:nvSpPr>
        <p:spPr>
          <a:xfrm>
            <a:off x="539664" y="913338"/>
            <a:ext cx="8064672" cy="4233669"/>
          </a:xfrm>
          <a:prstGeom prst="flowChartAlternateProcess">
            <a:avLst/>
          </a:prstGeom>
          <a:no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09108651"/>
      </p:ext>
    </p:extLst>
  </p:cSld>
  <p:clrMapOvr>
    <a:masterClrMapping/>
  </p:clrMapOvr>
  <p:transition spd="slow" advClick="0" advTm="6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5127E848-E6EF-20C1-1F2C-B388E2B6E629}"/>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83FDFA56-3D5B-0771-B44F-F8CE3A4020DB}"/>
              </a:ext>
            </a:extLst>
          </p:cNvPr>
          <p:cNvSpPr/>
          <p:nvPr/>
        </p:nvSpPr>
        <p:spPr>
          <a:xfrm>
            <a:off x="1" y="1389063"/>
            <a:ext cx="1259724" cy="1152525"/>
          </a:xfrm>
          <a:prstGeom prst="rect">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2" name="矩形 31">
            <a:extLst>
              <a:ext uri="{FF2B5EF4-FFF2-40B4-BE49-F238E27FC236}">
                <a16:creationId xmlns:a16="http://schemas.microsoft.com/office/drawing/2014/main" id="{B7A594F3-2907-A7F5-B0A4-C78C05689789}"/>
              </a:ext>
            </a:extLst>
          </p:cNvPr>
          <p:cNvSpPr/>
          <p:nvPr/>
        </p:nvSpPr>
        <p:spPr>
          <a:xfrm>
            <a:off x="8316312" y="1389063"/>
            <a:ext cx="827688" cy="1152525"/>
          </a:xfrm>
          <a:prstGeom prst="rect">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60" name="TextBox 59">
            <a:extLst>
              <a:ext uri="{FF2B5EF4-FFF2-40B4-BE49-F238E27FC236}">
                <a16:creationId xmlns:a16="http://schemas.microsoft.com/office/drawing/2014/main" id="{5245F2CC-A5B3-8666-D8BB-EEA7400334C0}"/>
              </a:ext>
            </a:extLst>
          </p:cNvPr>
          <p:cNvSpPr txBox="1">
            <a:spLocks noChangeArrowheads="1"/>
          </p:cNvSpPr>
          <p:nvPr/>
        </p:nvSpPr>
        <p:spPr bwMode="auto">
          <a:xfrm>
            <a:off x="1088172" y="1672937"/>
            <a:ext cx="75902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3200" b="1" dirty="0"/>
              <a:t> Key Technologies and Practical Challenges</a:t>
            </a:r>
          </a:p>
        </p:txBody>
      </p:sp>
      <p:grpSp>
        <p:nvGrpSpPr>
          <p:cNvPr id="6" name="组合 72">
            <a:extLst>
              <a:ext uri="{FF2B5EF4-FFF2-40B4-BE49-F238E27FC236}">
                <a16:creationId xmlns:a16="http://schemas.microsoft.com/office/drawing/2014/main" id="{219E3AA5-6EE1-1AF0-014D-90AD6D389C28}"/>
              </a:ext>
            </a:extLst>
          </p:cNvPr>
          <p:cNvGrpSpPr/>
          <p:nvPr/>
        </p:nvGrpSpPr>
        <p:grpSpPr>
          <a:xfrm>
            <a:off x="280698" y="1526656"/>
            <a:ext cx="914260" cy="876852"/>
            <a:chOff x="683568" y="1489348"/>
            <a:chExt cx="2638425" cy="2530475"/>
          </a:xfrm>
          <a:solidFill>
            <a:schemeClr val="bg1"/>
          </a:solidFill>
        </p:grpSpPr>
        <p:sp>
          <p:nvSpPr>
            <p:cNvPr id="74" name="Freeform 7">
              <a:extLst>
                <a:ext uri="{FF2B5EF4-FFF2-40B4-BE49-F238E27FC236}">
                  <a16:creationId xmlns:a16="http://schemas.microsoft.com/office/drawing/2014/main" id="{DA786595-E11C-A146-E4B3-12775CAE4843}"/>
                </a:ext>
              </a:extLst>
            </p:cNvPr>
            <p:cNvSpPr/>
            <p:nvPr/>
          </p:nvSpPr>
          <p:spPr bwMode="auto">
            <a:xfrm>
              <a:off x="683568" y="1489348"/>
              <a:ext cx="2638425" cy="1771650"/>
            </a:xfrm>
            <a:custGeom>
              <a:avLst/>
              <a:gdLst>
                <a:gd name="T0" fmla="*/ 0 w 16620"/>
                <a:gd name="T1" fmla="*/ 4462 h 11158"/>
                <a:gd name="T2" fmla="*/ 65 w 16620"/>
                <a:gd name="T3" fmla="*/ 4480 h 11158"/>
                <a:gd name="T4" fmla="*/ 128 w 16620"/>
                <a:gd name="T5" fmla="*/ 4494 h 11158"/>
                <a:gd name="T6" fmla="*/ 188 w 16620"/>
                <a:gd name="T7" fmla="*/ 4509 h 11158"/>
                <a:gd name="T8" fmla="*/ 246 w 16620"/>
                <a:gd name="T9" fmla="*/ 4521 h 11158"/>
                <a:gd name="T10" fmla="*/ 353 w 16620"/>
                <a:gd name="T11" fmla="*/ 4545 h 11158"/>
                <a:gd name="T12" fmla="*/ 450 w 16620"/>
                <a:gd name="T13" fmla="*/ 4568 h 11158"/>
                <a:gd name="T14" fmla="*/ 495 w 16620"/>
                <a:gd name="T15" fmla="*/ 4580 h 11158"/>
                <a:gd name="T16" fmla="*/ 538 w 16620"/>
                <a:gd name="T17" fmla="*/ 4591 h 11158"/>
                <a:gd name="T18" fmla="*/ 579 w 16620"/>
                <a:gd name="T19" fmla="*/ 4603 h 11158"/>
                <a:gd name="T20" fmla="*/ 616 w 16620"/>
                <a:gd name="T21" fmla="*/ 4616 h 11158"/>
                <a:gd name="T22" fmla="*/ 652 w 16620"/>
                <a:gd name="T23" fmla="*/ 4631 h 11158"/>
                <a:gd name="T24" fmla="*/ 686 w 16620"/>
                <a:gd name="T25" fmla="*/ 4645 h 11158"/>
                <a:gd name="T26" fmla="*/ 717 w 16620"/>
                <a:gd name="T27" fmla="*/ 4663 h 11158"/>
                <a:gd name="T28" fmla="*/ 747 w 16620"/>
                <a:gd name="T29" fmla="*/ 4682 h 11158"/>
                <a:gd name="T30" fmla="*/ 774 w 16620"/>
                <a:gd name="T31" fmla="*/ 4702 h 11158"/>
                <a:gd name="T32" fmla="*/ 799 w 16620"/>
                <a:gd name="T33" fmla="*/ 4725 h 11158"/>
                <a:gd name="T34" fmla="*/ 822 w 16620"/>
                <a:gd name="T35" fmla="*/ 4750 h 11158"/>
                <a:gd name="T36" fmla="*/ 843 w 16620"/>
                <a:gd name="T37" fmla="*/ 4779 h 11158"/>
                <a:gd name="T38" fmla="*/ 862 w 16620"/>
                <a:gd name="T39" fmla="*/ 4810 h 11158"/>
                <a:gd name="T40" fmla="*/ 880 w 16620"/>
                <a:gd name="T41" fmla="*/ 4845 h 11158"/>
                <a:gd name="T42" fmla="*/ 895 w 16620"/>
                <a:gd name="T43" fmla="*/ 4882 h 11158"/>
                <a:gd name="T44" fmla="*/ 909 w 16620"/>
                <a:gd name="T45" fmla="*/ 4924 h 11158"/>
                <a:gd name="T46" fmla="*/ 921 w 16620"/>
                <a:gd name="T47" fmla="*/ 4969 h 11158"/>
                <a:gd name="T48" fmla="*/ 932 w 16620"/>
                <a:gd name="T49" fmla="*/ 5019 h 11158"/>
                <a:gd name="T50" fmla="*/ 940 w 16620"/>
                <a:gd name="T51" fmla="*/ 5073 h 11158"/>
                <a:gd name="T52" fmla="*/ 947 w 16620"/>
                <a:gd name="T53" fmla="*/ 5133 h 11158"/>
                <a:gd name="T54" fmla="*/ 953 w 16620"/>
                <a:gd name="T55" fmla="*/ 5196 h 11158"/>
                <a:gd name="T56" fmla="*/ 956 w 16620"/>
                <a:gd name="T57" fmla="*/ 5264 h 11158"/>
                <a:gd name="T58" fmla="*/ 958 w 16620"/>
                <a:gd name="T59" fmla="*/ 5339 h 11158"/>
                <a:gd name="T60" fmla="*/ 959 w 16620"/>
                <a:gd name="T61" fmla="*/ 5419 h 11158"/>
                <a:gd name="T62" fmla="*/ 959 w 16620"/>
                <a:gd name="T63" fmla="*/ 11158 h 11158"/>
                <a:gd name="T64" fmla="*/ 1598 w 16620"/>
                <a:gd name="T65" fmla="*/ 11158 h 11158"/>
                <a:gd name="T66" fmla="*/ 1598 w 16620"/>
                <a:gd name="T67" fmla="*/ 5419 h 11158"/>
                <a:gd name="T68" fmla="*/ 8330 w 16620"/>
                <a:gd name="T69" fmla="*/ 9211 h 11158"/>
                <a:gd name="T70" fmla="*/ 16517 w 16620"/>
                <a:gd name="T71" fmla="*/ 4292 h 11158"/>
                <a:gd name="T72" fmla="*/ 16620 w 16620"/>
                <a:gd name="T73" fmla="*/ 3825 h 11158"/>
                <a:gd name="T74" fmla="*/ 8310 w 16620"/>
                <a:gd name="T75" fmla="*/ 0 h 11158"/>
                <a:gd name="T76" fmla="*/ 0 w 16620"/>
                <a:gd name="T77" fmla="*/ 3825 h 11158"/>
                <a:gd name="T78" fmla="*/ 0 w 16620"/>
                <a:gd name="T79" fmla="*/ 4462 h 11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grpFill/>
            <a:ln>
              <a:noFill/>
            </a:ln>
          </p:spPr>
          <p:txBody>
            <a:bodyPr/>
            <a:lstStyle/>
            <a:p>
              <a:pPr eaLnBrk="1" fontAlgn="auto" hangingPunct="1">
                <a:defRPr/>
              </a:pPr>
              <a:endParaRPr lang="zh-CN" altLang="en-US" noProof="1"/>
            </a:p>
          </p:txBody>
        </p:sp>
        <p:sp>
          <p:nvSpPr>
            <p:cNvPr id="75" name="Freeform 8">
              <a:extLst>
                <a:ext uri="{FF2B5EF4-FFF2-40B4-BE49-F238E27FC236}">
                  <a16:creationId xmlns:a16="http://schemas.microsoft.com/office/drawing/2014/main" id="{D2A717ED-370B-92AC-329A-D4212EB1FDF6}"/>
                </a:ext>
              </a:extLst>
            </p:cNvPr>
            <p:cNvSpPr/>
            <p:nvPr/>
          </p:nvSpPr>
          <p:spPr bwMode="auto">
            <a:xfrm>
              <a:off x="1039168" y="2502173"/>
              <a:ext cx="1927225" cy="1517650"/>
            </a:xfrm>
            <a:custGeom>
              <a:avLst/>
              <a:gdLst>
                <a:gd name="T0" fmla="*/ 11030 w 12146"/>
                <a:gd name="T1" fmla="*/ 4122 h 9555"/>
                <a:gd name="T2" fmla="*/ 11252 w 12146"/>
                <a:gd name="T3" fmla="*/ 4107 h 9555"/>
                <a:gd name="T4" fmla="*/ 11385 w 12146"/>
                <a:gd name="T5" fmla="*/ 4096 h 9555"/>
                <a:gd name="T6" fmla="*/ 11507 w 12146"/>
                <a:gd name="T7" fmla="*/ 4083 h 9555"/>
                <a:gd name="T8" fmla="*/ 11617 w 12146"/>
                <a:gd name="T9" fmla="*/ 4065 h 9555"/>
                <a:gd name="T10" fmla="*/ 11717 w 12146"/>
                <a:gd name="T11" fmla="*/ 4041 h 9555"/>
                <a:gd name="T12" fmla="*/ 11805 w 12146"/>
                <a:gd name="T13" fmla="*/ 4010 h 9555"/>
                <a:gd name="T14" fmla="*/ 11883 w 12146"/>
                <a:gd name="T15" fmla="*/ 3968 h 9555"/>
                <a:gd name="T16" fmla="*/ 11949 w 12146"/>
                <a:gd name="T17" fmla="*/ 3916 h 9555"/>
                <a:gd name="T18" fmla="*/ 12006 w 12146"/>
                <a:gd name="T19" fmla="*/ 3851 h 9555"/>
                <a:gd name="T20" fmla="*/ 12053 w 12146"/>
                <a:gd name="T21" fmla="*/ 3771 h 9555"/>
                <a:gd name="T22" fmla="*/ 12090 w 12146"/>
                <a:gd name="T23" fmla="*/ 3673 h 9555"/>
                <a:gd name="T24" fmla="*/ 12117 w 12146"/>
                <a:gd name="T25" fmla="*/ 3559 h 9555"/>
                <a:gd name="T26" fmla="*/ 12136 w 12146"/>
                <a:gd name="T27" fmla="*/ 3423 h 9555"/>
                <a:gd name="T28" fmla="*/ 12144 w 12146"/>
                <a:gd name="T29" fmla="*/ 3266 h 9555"/>
                <a:gd name="T30" fmla="*/ 12146 w 12146"/>
                <a:gd name="T31" fmla="*/ 309 h 9555"/>
                <a:gd name="T32" fmla="*/ 6081 w 12146"/>
                <a:gd name="T33" fmla="*/ 3512 h 9555"/>
                <a:gd name="T34" fmla="*/ 0 w 12146"/>
                <a:gd name="T35" fmla="*/ 309 h 9555"/>
                <a:gd name="T36" fmla="*/ 0 w 12146"/>
                <a:gd name="T37" fmla="*/ 3259 h 9555"/>
                <a:gd name="T38" fmla="*/ 7 w 12146"/>
                <a:gd name="T39" fmla="*/ 3402 h 9555"/>
                <a:gd name="T40" fmla="*/ 19 w 12146"/>
                <a:gd name="T41" fmla="*/ 3524 h 9555"/>
                <a:gd name="T42" fmla="*/ 38 w 12146"/>
                <a:gd name="T43" fmla="*/ 3628 h 9555"/>
                <a:gd name="T44" fmla="*/ 64 w 12146"/>
                <a:gd name="T45" fmla="*/ 3715 h 9555"/>
                <a:gd name="T46" fmla="*/ 97 w 12146"/>
                <a:gd name="T47" fmla="*/ 3788 h 9555"/>
                <a:gd name="T48" fmla="*/ 137 w 12146"/>
                <a:gd name="T49" fmla="*/ 3847 h 9555"/>
                <a:gd name="T50" fmla="*/ 185 w 12146"/>
                <a:gd name="T51" fmla="*/ 3896 h 9555"/>
                <a:gd name="T52" fmla="*/ 241 w 12146"/>
                <a:gd name="T53" fmla="*/ 3935 h 9555"/>
                <a:gd name="T54" fmla="*/ 307 w 12146"/>
                <a:gd name="T55" fmla="*/ 3967 h 9555"/>
                <a:gd name="T56" fmla="*/ 381 w 12146"/>
                <a:gd name="T57" fmla="*/ 3994 h 9555"/>
                <a:gd name="T58" fmla="*/ 464 w 12146"/>
                <a:gd name="T59" fmla="*/ 4018 h 9555"/>
                <a:gd name="T60" fmla="*/ 606 w 12146"/>
                <a:gd name="T61" fmla="*/ 4051 h 9555"/>
                <a:gd name="T62" fmla="*/ 771 w 12146"/>
                <a:gd name="T63" fmla="*/ 4089 h 9555"/>
                <a:gd name="T64" fmla="*/ 894 w 12146"/>
                <a:gd name="T65" fmla="*/ 4118 h 9555"/>
                <a:gd name="T66" fmla="*/ 959 w 12146"/>
                <a:gd name="T67" fmla="*/ 7005 h 9555"/>
                <a:gd name="T68" fmla="*/ 2557 w 12146"/>
                <a:gd name="T69" fmla="*/ 9555 h 9555"/>
                <a:gd name="T70" fmla="*/ 4794 w 12146"/>
                <a:gd name="T71" fmla="*/ 7005 h 9555"/>
                <a:gd name="T72" fmla="*/ 7352 w 12146"/>
                <a:gd name="T73" fmla="*/ 9555 h 9555"/>
                <a:gd name="T74" fmla="*/ 9589 w 12146"/>
                <a:gd name="T75" fmla="*/ 7005 h 9555"/>
                <a:gd name="T76" fmla="*/ 10867 w 12146"/>
                <a:gd name="T77" fmla="*/ 4135 h 9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grpFill/>
            <a:ln>
              <a:noFill/>
            </a:ln>
          </p:spPr>
          <p:txBody>
            <a:bodyPr/>
            <a:lstStyle/>
            <a:p>
              <a:pPr eaLnBrk="1" fontAlgn="auto" hangingPunct="1">
                <a:defRPr/>
              </a:pPr>
              <a:endParaRPr lang="zh-CN" altLang="en-US" noProof="1"/>
            </a:p>
          </p:txBody>
        </p:sp>
      </p:grpSp>
    </p:spTree>
    <p:extLst>
      <p:ext uri="{BB962C8B-B14F-4D97-AF65-F5344CB8AC3E}">
        <p14:creationId xmlns:p14="http://schemas.microsoft.com/office/powerpoint/2010/main" val="3681119020"/>
      </p:ext>
    </p:extLst>
  </p:cSld>
  <p:clrMapOvr>
    <a:masterClrMapping/>
  </p:clrMapOvr>
  <p:transition spd="slow" advClick="0" advTm="3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1000"/>
                                        <p:tgtEl>
                                          <p:spTgt spid="60"/>
                                        </p:tgtEl>
                                      </p:cBhvr>
                                    </p:animEffect>
                                    <p:anim calcmode="lin" valueType="num">
                                      <p:cBhvr>
                                        <p:cTn id="8" dur="1000" fill="hold"/>
                                        <p:tgtEl>
                                          <p:spTgt spid="60"/>
                                        </p:tgtEl>
                                        <p:attrNameLst>
                                          <p:attrName>ppt_x</p:attrName>
                                        </p:attrNameLst>
                                      </p:cBhvr>
                                      <p:tavLst>
                                        <p:tav tm="0">
                                          <p:val>
                                            <p:strVal val="#ppt_x"/>
                                          </p:val>
                                        </p:tav>
                                        <p:tav tm="100000">
                                          <p:val>
                                            <p:strVal val="#ppt_x"/>
                                          </p:val>
                                        </p:tav>
                                      </p:tavLst>
                                    </p:anim>
                                    <p:anim calcmode="lin" valueType="num">
                                      <p:cBhvr>
                                        <p:cTn id="9"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46BF3F7-B4E5-53F3-34A1-C36E1F06D4DE}"/>
            </a:ext>
          </a:extLst>
        </p:cNvPr>
        <p:cNvGrpSpPr/>
        <p:nvPr/>
      </p:nvGrpSpPr>
      <p:grpSpPr>
        <a:xfrm>
          <a:off x="0" y="0"/>
          <a:ext cx="0" cy="0"/>
          <a:chOff x="0" y="0"/>
          <a:chExt cx="0" cy="0"/>
        </a:xfrm>
      </p:grpSpPr>
      <p:grpSp>
        <p:nvGrpSpPr>
          <p:cNvPr id="2" name="组合 7">
            <a:extLst>
              <a:ext uri="{FF2B5EF4-FFF2-40B4-BE49-F238E27FC236}">
                <a16:creationId xmlns:a16="http://schemas.microsoft.com/office/drawing/2014/main" id="{BD5E4409-15FF-37A1-6AE6-B4CD7B48852E}"/>
              </a:ext>
            </a:extLst>
          </p:cNvPr>
          <p:cNvGrpSpPr>
            <a:grpSpLocks/>
          </p:cNvGrpSpPr>
          <p:nvPr/>
        </p:nvGrpSpPr>
        <p:grpSpPr bwMode="auto">
          <a:xfrm>
            <a:off x="274638" y="217488"/>
            <a:ext cx="5521464" cy="725822"/>
            <a:chOff x="274214" y="217809"/>
            <a:chExt cx="5522510" cy="724771"/>
          </a:xfrm>
        </p:grpSpPr>
        <p:grpSp>
          <p:nvGrpSpPr>
            <p:cNvPr id="22603" name="组合 8">
              <a:extLst>
                <a:ext uri="{FF2B5EF4-FFF2-40B4-BE49-F238E27FC236}">
                  <a16:creationId xmlns:a16="http://schemas.microsoft.com/office/drawing/2014/main" id="{8026EC24-919B-A072-EA2C-1FCBD6A21422}"/>
                </a:ext>
              </a:extLst>
            </p:cNvPr>
            <p:cNvGrpSpPr>
              <a:grpSpLocks/>
            </p:cNvGrpSpPr>
            <p:nvPr/>
          </p:nvGrpSpPr>
          <p:grpSpPr bwMode="auto">
            <a:xfrm>
              <a:off x="274214" y="217809"/>
              <a:ext cx="454527" cy="435930"/>
              <a:chOff x="683568" y="1489348"/>
              <a:chExt cx="2638425" cy="2530475"/>
            </a:xfrm>
          </p:grpSpPr>
          <p:sp>
            <p:nvSpPr>
              <p:cNvPr id="22605" name="Freeform 7">
                <a:extLst>
                  <a:ext uri="{FF2B5EF4-FFF2-40B4-BE49-F238E27FC236}">
                    <a16:creationId xmlns:a16="http://schemas.microsoft.com/office/drawing/2014/main" id="{A69313D8-A3E4-8AA3-A040-5B21CD58373F}"/>
                  </a:ext>
                </a:extLst>
              </p:cNvPr>
              <p:cNvSpPr>
                <a:spLocks noChangeArrowheads="1"/>
              </p:cNvSpPr>
              <p:nvPr/>
            </p:nvSpPr>
            <p:spPr bwMode="auto">
              <a:xfrm>
                <a:off x="683568" y="1489348"/>
                <a:ext cx="2638425" cy="1771650"/>
              </a:xfrm>
              <a:custGeom>
                <a:avLst/>
                <a:gdLst>
                  <a:gd name="T0" fmla="*/ 0 w 16620"/>
                  <a:gd name="T1" fmla="*/ 708469 h 11158"/>
                  <a:gd name="T2" fmla="*/ 10319 w 16620"/>
                  <a:gd name="T3" fmla="*/ 711327 h 11158"/>
                  <a:gd name="T4" fmla="*/ 20320 w 16620"/>
                  <a:gd name="T5" fmla="*/ 713550 h 11158"/>
                  <a:gd name="T6" fmla="*/ 29845 w 16620"/>
                  <a:gd name="T7" fmla="*/ 715932 h 11158"/>
                  <a:gd name="T8" fmla="*/ 39053 w 16620"/>
                  <a:gd name="T9" fmla="*/ 717837 h 11158"/>
                  <a:gd name="T10" fmla="*/ 56039 w 16620"/>
                  <a:gd name="T11" fmla="*/ 721648 h 11158"/>
                  <a:gd name="T12" fmla="*/ 71438 w 16620"/>
                  <a:gd name="T13" fmla="*/ 725300 h 11158"/>
                  <a:gd name="T14" fmla="*/ 78581 w 16620"/>
                  <a:gd name="T15" fmla="*/ 727205 h 11158"/>
                  <a:gd name="T16" fmla="*/ 85408 w 16620"/>
                  <a:gd name="T17" fmla="*/ 728952 h 11158"/>
                  <a:gd name="T18" fmla="*/ 91916 w 16620"/>
                  <a:gd name="T19" fmla="*/ 730857 h 11158"/>
                  <a:gd name="T20" fmla="*/ 97790 w 16620"/>
                  <a:gd name="T21" fmla="*/ 732921 h 11158"/>
                  <a:gd name="T22" fmla="*/ 103505 w 16620"/>
                  <a:gd name="T23" fmla="*/ 735303 h 11158"/>
                  <a:gd name="T24" fmla="*/ 108903 w 16620"/>
                  <a:gd name="T25" fmla="*/ 737526 h 11158"/>
                  <a:gd name="T26" fmla="*/ 113824 w 16620"/>
                  <a:gd name="T27" fmla="*/ 740384 h 11158"/>
                  <a:gd name="T28" fmla="*/ 118586 w 16620"/>
                  <a:gd name="T29" fmla="*/ 743401 h 11158"/>
                  <a:gd name="T30" fmla="*/ 122873 w 16620"/>
                  <a:gd name="T31" fmla="*/ 746576 h 11158"/>
                  <a:gd name="T32" fmla="*/ 126841 w 16620"/>
                  <a:gd name="T33" fmla="*/ 750228 h 11158"/>
                  <a:gd name="T34" fmla="*/ 130493 w 16620"/>
                  <a:gd name="T35" fmla="*/ 754198 h 11158"/>
                  <a:gd name="T36" fmla="*/ 133826 w 16620"/>
                  <a:gd name="T37" fmla="*/ 758802 h 11158"/>
                  <a:gd name="T38" fmla="*/ 136843 w 16620"/>
                  <a:gd name="T39" fmla="*/ 763724 h 11158"/>
                  <a:gd name="T40" fmla="*/ 139700 w 16620"/>
                  <a:gd name="T41" fmla="*/ 769282 h 11158"/>
                  <a:gd name="T42" fmla="*/ 142081 w 16620"/>
                  <a:gd name="T43" fmla="*/ 775156 h 11158"/>
                  <a:gd name="T44" fmla="*/ 144304 w 16620"/>
                  <a:gd name="T45" fmla="*/ 781825 h 11158"/>
                  <a:gd name="T46" fmla="*/ 146209 w 16620"/>
                  <a:gd name="T47" fmla="*/ 788970 h 11158"/>
                  <a:gd name="T48" fmla="*/ 147955 w 16620"/>
                  <a:gd name="T49" fmla="*/ 796909 h 11158"/>
                  <a:gd name="T50" fmla="*/ 149225 w 16620"/>
                  <a:gd name="T51" fmla="*/ 805483 h 11158"/>
                  <a:gd name="T52" fmla="*/ 150336 w 16620"/>
                  <a:gd name="T53" fmla="*/ 815010 h 11158"/>
                  <a:gd name="T54" fmla="*/ 151289 w 16620"/>
                  <a:gd name="T55" fmla="*/ 825013 h 11158"/>
                  <a:gd name="T56" fmla="*/ 151765 w 16620"/>
                  <a:gd name="T57" fmla="*/ 835810 h 11158"/>
                  <a:gd name="T58" fmla="*/ 152083 w 16620"/>
                  <a:gd name="T59" fmla="*/ 847718 h 11158"/>
                  <a:gd name="T60" fmla="*/ 152241 w 16620"/>
                  <a:gd name="T61" fmla="*/ 860420 h 11158"/>
                  <a:gd name="T62" fmla="*/ 152241 w 16620"/>
                  <a:gd name="T63" fmla="*/ 1771650 h 11158"/>
                  <a:gd name="T64" fmla="*/ 253683 w 16620"/>
                  <a:gd name="T65" fmla="*/ 1771650 h 11158"/>
                  <a:gd name="T66" fmla="*/ 253683 w 16620"/>
                  <a:gd name="T67" fmla="*/ 860420 h 11158"/>
                  <a:gd name="T68" fmla="*/ 1322388 w 16620"/>
                  <a:gd name="T69" fmla="*/ 1462508 h 11158"/>
                  <a:gd name="T70" fmla="*/ 2622074 w 16620"/>
                  <a:gd name="T71" fmla="*/ 681477 h 11158"/>
                  <a:gd name="T72" fmla="*/ 2638425 w 16620"/>
                  <a:gd name="T73" fmla="*/ 607328 h 11158"/>
                  <a:gd name="T74" fmla="*/ 1319213 w 16620"/>
                  <a:gd name="T75" fmla="*/ 0 h 11158"/>
                  <a:gd name="T76" fmla="*/ 0 w 16620"/>
                  <a:gd name="T77" fmla="*/ 607328 h 11158"/>
                  <a:gd name="T78" fmla="*/ 0 w 16620"/>
                  <a:gd name="T79" fmla="*/ 708469 h 111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620"/>
                  <a:gd name="T121" fmla="*/ 0 h 11158"/>
                  <a:gd name="T122" fmla="*/ 16620 w 16620"/>
                  <a:gd name="T123" fmla="*/ 11158 h 1115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606" name="Freeform 8">
                <a:extLst>
                  <a:ext uri="{FF2B5EF4-FFF2-40B4-BE49-F238E27FC236}">
                    <a16:creationId xmlns:a16="http://schemas.microsoft.com/office/drawing/2014/main" id="{C1CEDA1B-D4DC-3DE7-5613-B0EEC91E6188}"/>
                  </a:ext>
                </a:extLst>
              </p:cNvPr>
              <p:cNvSpPr>
                <a:spLocks noChangeArrowheads="1"/>
              </p:cNvSpPr>
              <p:nvPr/>
            </p:nvSpPr>
            <p:spPr bwMode="auto">
              <a:xfrm>
                <a:off x="1039168" y="2502173"/>
                <a:ext cx="1927225" cy="1517650"/>
              </a:xfrm>
              <a:custGeom>
                <a:avLst/>
                <a:gdLst>
                  <a:gd name="T0" fmla="*/ 1750148 w 12146"/>
                  <a:gd name="T1" fmla="*/ 654710 h 9555"/>
                  <a:gd name="T2" fmla="*/ 1785373 w 12146"/>
                  <a:gd name="T3" fmla="*/ 652327 h 9555"/>
                  <a:gd name="T4" fmla="*/ 1806476 w 12146"/>
                  <a:gd name="T5" fmla="*/ 650580 h 9555"/>
                  <a:gd name="T6" fmla="*/ 1825834 w 12146"/>
                  <a:gd name="T7" fmla="*/ 648515 h 9555"/>
                  <a:gd name="T8" fmla="*/ 1843288 w 12146"/>
                  <a:gd name="T9" fmla="*/ 645656 h 9555"/>
                  <a:gd name="T10" fmla="*/ 1859155 w 12146"/>
                  <a:gd name="T11" fmla="*/ 641844 h 9555"/>
                  <a:gd name="T12" fmla="*/ 1873118 w 12146"/>
                  <a:gd name="T13" fmla="*/ 636921 h 9555"/>
                  <a:gd name="T14" fmla="*/ 1885494 w 12146"/>
                  <a:gd name="T15" fmla="*/ 630250 h 9555"/>
                  <a:gd name="T16" fmla="*/ 1895967 w 12146"/>
                  <a:gd name="T17" fmla="*/ 621990 h 9555"/>
                  <a:gd name="T18" fmla="*/ 1905011 w 12146"/>
                  <a:gd name="T19" fmla="*/ 611666 h 9555"/>
                  <a:gd name="T20" fmla="*/ 1912469 w 12146"/>
                  <a:gd name="T21" fmla="*/ 598960 h 9555"/>
                  <a:gd name="T22" fmla="*/ 1918339 w 12146"/>
                  <a:gd name="T23" fmla="*/ 583394 h 9555"/>
                  <a:gd name="T24" fmla="*/ 1922624 w 12146"/>
                  <a:gd name="T25" fmla="*/ 565287 h 9555"/>
                  <a:gd name="T26" fmla="*/ 1925638 w 12146"/>
                  <a:gd name="T27" fmla="*/ 543686 h 9555"/>
                  <a:gd name="T28" fmla="*/ 1926908 w 12146"/>
                  <a:gd name="T29" fmla="*/ 518749 h 9555"/>
                  <a:gd name="T30" fmla="*/ 1927225 w 12146"/>
                  <a:gd name="T31" fmla="*/ 49079 h 9555"/>
                  <a:gd name="T32" fmla="*/ 964882 w 12146"/>
                  <a:gd name="T33" fmla="*/ 557822 h 9555"/>
                  <a:gd name="T34" fmla="*/ 0 w 12146"/>
                  <a:gd name="T35" fmla="*/ 49079 h 9555"/>
                  <a:gd name="T36" fmla="*/ 0 w 12146"/>
                  <a:gd name="T37" fmla="*/ 517637 h 9555"/>
                  <a:gd name="T38" fmla="*/ 1111 w 12146"/>
                  <a:gd name="T39" fmla="*/ 540350 h 9555"/>
                  <a:gd name="T40" fmla="*/ 3015 w 12146"/>
                  <a:gd name="T41" fmla="*/ 559728 h 9555"/>
                  <a:gd name="T42" fmla="*/ 6030 w 12146"/>
                  <a:gd name="T43" fmla="*/ 576246 h 9555"/>
                  <a:gd name="T44" fmla="*/ 10155 w 12146"/>
                  <a:gd name="T45" fmla="*/ 590065 h 9555"/>
                  <a:gd name="T46" fmla="*/ 15391 w 12146"/>
                  <a:gd name="T47" fmla="*/ 601660 h 9555"/>
                  <a:gd name="T48" fmla="*/ 21738 w 12146"/>
                  <a:gd name="T49" fmla="*/ 611031 h 9555"/>
                  <a:gd name="T50" fmla="*/ 29354 w 12146"/>
                  <a:gd name="T51" fmla="*/ 618814 h 9555"/>
                  <a:gd name="T52" fmla="*/ 38240 w 12146"/>
                  <a:gd name="T53" fmla="*/ 625008 h 9555"/>
                  <a:gd name="T54" fmla="*/ 48712 w 12146"/>
                  <a:gd name="T55" fmla="*/ 630091 h 9555"/>
                  <a:gd name="T56" fmla="*/ 60454 w 12146"/>
                  <a:gd name="T57" fmla="*/ 634379 h 9555"/>
                  <a:gd name="T58" fmla="*/ 73624 w 12146"/>
                  <a:gd name="T59" fmla="*/ 638191 h 9555"/>
                  <a:gd name="T60" fmla="*/ 96155 w 12146"/>
                  <a:gd name="T61" fmla="*/ 643433 h 9555"/>
                  <a:gd name="T62" fmla="*/ 122336 w 12146"/>
                  <a:gd name="T63" fmla="*/ 649468 h 9555"/>
                  <a:gd name="T64" fmla="*/ 141852 w 12146"/>
                  <a:gd name="T65" fmla="*/ 654075 h 9555"/>
                  <a:gd name="T66" fmla="*/ 152166 w 12146"/>
                  <a:gd name="T67" fmla="*/ 1112626 h 9555"/>
                  <a:gd name="T68" fmla="*/ 405723 w 12146"/>
                  <a:gd name="T69" fmla="*/ 1517650 h 9555"/>
                  <a:gd name="T70" fmla="*/ 760672 w 12146"/>
                  <a:gd name="T71" fmla="*/ 1112626 h 9555"/>
                  <a:gd name="T72" fmla="*/ 1166553 w 12146"/>
                  <a:gd name="T73" fmla="*/ 1517650 h 9555"/>
                  <a:gd name="T74" fmla="*/ 1521502 w 12146"/>
                  <a:gd name="T75" fmla="*/ 1112626 h 9555"/>
                  <a:gd name="T76" fmla="*/ 1724284 w 12146"/>
                  <a:gd name="T77" fmla="*/ 656775 h 95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46"/>
                  <a:gd name="T118" fmla="*/ 0 h 9555"/>
                  <a:gd name="T119" fmla="*/ 12146 w 12146"/>
                  <a:gd name="T120" fmla="*/ 9555 h 95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2604" name="TextBox 9">
              <a:extLst>
                <a:ext uri="{FF2B5EF4-FFF2-40B4-BE49-F238E27FC236}">
                  <a16:creationId xmlns:a16="http://schemas.microsoft.com/office/drawing/2014/main" id="{95516073-ADF8-8E34-33CB-134BBB1970EA}"/>
                </a:ext>
              </a:extLst>
            </p:cNvPr>
            <p:cNvSpPr txBox="1">
              <a:spLocks noChangeArrowheads="1"/>
            </p:cNvSpPr>
            <p:nvPr/>
          </p:nvSpPr>
          <p:spPr bwMode="auto">
            <a:xfrm>
              <a:off x="728741" y="235719"/>
              <a:ext cx="5067983" cy="706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000" b="1" dirty="0"/>
                <a:t> Key Technologies and Practical Challenges</a:t>
              </a:r>
            </a:p>
            <a:p>
              <a:endParaRPr lang="en-US" altLang="zh-CN" sz="2000" b="1" dirty="0"/>
            </a:p>
          </p:txBody>
        </p:sp>
      </p:grpSp>
      <p:sp>
        <p:nvSpPr>
          <p:cNvPr id="3" name="文本框 2">
            <a:extLst>
              <a:ext uri="{FF2B5EF4-FFF2-40B4-BE49-F238E27FC236}">
                <a16:creationId xmlns:a16="http://schemas.microsoft.com/office/drawing/2014/main" id="{E24E826F-8601-661D-9D86-87D3506D6AB1}"/>
              </a:ext>
            </a:extLst>
          </p:cNvPr>
          <p:cNvSpPr txBox="1"/>
          <p:nvPr/>
        </p:nvSpPr>
        <p:spPr>
          <a:xfrm>
            <a:off x="876750" y="1057350"/>
            <a:ext cx="7727586" cy="4185761"/>
          </a:xfrm>
          <a:prstGeom prst="rect">
            <a:avLst/>
          </a:prstGeom>
          <a:noFill/>
        </p:spPr>
        <p:txBody>
          <a:bodyPr wrap="square" rtlCol="0">
            <a:spAutoFit/>
          </a:bodyPr>
          <a:lstStyle/>
          <a:p>
            <a:r>
              <a:rPr lang="en-US" altLang="zh-CN" b="1" dirty="0"/>
              <a:t>Polymorphic Comparison</a:t>
            </a:r>
          </a:p>
          <a:p>
            <a:r>
              <a:rPr lang="en-US" altLang="zh-CN" dirty="0"/>
              <a:t>Implement polymorphic comparison logic using a base class Character with a pure virtual function </a:t>
            </a:r>
            <a:r>
              <a:rPr lang="en-US" altLang="zh-CN" dirty="0" err="1"/>
              <a:t>compareWith</a:t>
            </a:r>
            <a:r>
              <a:rPr lang="en-US" altLang="zh-CN" dirty="0"/>
              <a:t>(). Derived classes override this function to compare specific attributes.</a:t>
            </a:r>
          </a:p>
          <a:p>
            <a:endParaRPr lang="en-US" altLang="zh-CN" dirty="0"/>
          </a:p>
          <a:p>
            <a:r>
              <a:rPr lang="en-US" altLang="zh-CN" b="1" dirty="0"/>
              <a:t>CSV Parsing Algorithm</a:t>
            </a:r>
          </a:p>
          <a:p>
            <a:r>
              <a:rPr lang="en-US" altLang="zh-CN" dirty="0"/>
              <a:t>Develop a custom CSV parsing algorithm (</a:t>
            </a:r>
            <a:r>
              <a:rPr lang="en-US" altLang="zh-CN" dirty="0" err="1"/>
              <a:t>parseCSVLine</a:t>
            </a:r>
            <a:r>
              <a:rPr lang="en-US" altLang="zh-CN" dirty="0"/>
              <a:t>()) to handle quoted fields and embedded commas. This ensures accurate data loading and robust error handling.</a:t>
            </a:r>
          </a:p>
          <a:p>
            <a:endParaRPr lang="en-US" altLang="zh-CN" dirty="0"/>
          </a:p>
          <a:p>
            <a:r>
              <a:rPr lang="en-US" altLang="zh-CN" b="1" dirty="0"/>
              <a:t>Signal-Slot Navigation</a:t>
            </a:r>
          </a:p>
          <a:p>
            <a:r>
              <a:rPr lang="en-US" altLang="zh-CN" dirty="0"/>
              <a:t>Use Qt's signal/slot mechanism for event-driven communication. Signals like </a:t>
            </a:r>
            <a:r>
              <a:rPr lang="en-US" altLang="zh-CN" dirty="0" err="1"/>
              <a:t>guessPlayerClicked</a:t>
            </a:r>
            <a:r>
              <a:rPr lang="en-US" altLang="zh-CN" dirty="0"/>
              <a:t>() and slots in the Widget class manage page transitions and game state updates.</a:t>
            </a:r>
          </a:p>
          <a:p>
            <a:endParaRPr lang="en-US" altLang="zh-CN" sz="1400" dirty="0"/>
          </a:p>
        </p:txBody>
      </p:sp>
      <p:sp>
        <p:nvSpPr>
          <p:cNvPr id="5" name="流程图: 可选过程 4">
            <a:extLst>
              <a:ext uri="{FF2B5EF4-FFF2-40B4-BE49-F238E27FC236}">
                <a16:creationId xmlns:a16="http://schemas.microsoft.com/office/drawing/2014/main" id="{BA7DDEA7-B4EC-9294-117D-DAE4C9ABF445}"/>
              </a:ext>
            </a:extLst>
          </p:cNvPr>
          <p:cNvSpPr/>
          <p:nvPr/>
        </p:nvSpPr>
        <p:spPr>
          <a:xfrm>
            <a:off x="539664" y="913338"/>
            <a:ext cx="8064672" cy="4233669"/>
          </a:xfrm>
          <a:prstGeom prst="flowChartAlternateProcess">
            <a:avLst/>
          </a:prstGeom>
          <a:no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05944747"/>
      </p:ext>
    </p:extLst>
  </p:cSld>
  <p:clrMapOvr>
    <a:masterClrMapping/>
  </p:clrMapOvr>
  <p:transition spd="slow" advClick="0" advTm="6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9B57078-4091-C57B-C200-D9FFB55F9518}"/>
            </a:ext>
          </a:extLst>
        </p:cNvPr>
        <p:cNvGrpSpPr/>
        <p:nvPr/>
      </p:nvGrpSpPr>
      <p:grpSpPr>
        <a:xfrm>
          <a:off x="0" y="0"/>
          <a:ext cx="0" cy="0"/>
          <a:chOff x="0" y="0"/>
          <a:chExt cx="0" cy="0"/>
        </a:xfrm>
      </p:grpSpPr>
      <p:grpSp>
        <p:nvGrpSpPr>
          <p:cNvPr id="2" name="组合 7">
            <a:extLst>
              <a:ext uri="{FF2B5EF4-FFF2-40B4-BE49-F238E27FC236}">
                <a16:creationId xmlns:a16="http://schemas.microsoft.com/office/drawing/2014/main" id="{8AB392A4-D6E8-25C8-B83D-4BA8131096F6}"/>
              </a:ext>
            </a:extLst>
          </p:cNvPr>
          <p:cNvGrpSpPr>
            <a:grpSpLocks/>
          </p:cNvGrpSpPr>
          <p:nvPr/>
        </p:nvGrpSpPr>
        <p:grpSpPr bwMode="auto">
          <a:xfrm>
            <a:off x="274638" y="217488"/>
            <a:ext cx="5521464" cy="725822"/>
            <a:chOff x="274214" y="217809"/>
            <a:chExt cx="5522510" cy="724771"/>
          </a:xfrm>
        </p:grpSpPr>
        <p:grpSp>
          <p:nvGrpSpPr>
            <p:cNvPr id="22603" name="组合 8">
              <a:extLst>
                <a:ext uri="{FF2B5EF4-FFF2-40B4-BE49-F238E27FC236}">
                  <a16:creationId xmlns:a16="http://schemas.microsoft.com/office/drawing/2014/main" id="{DCD9D824-7627-4F6D-0C59-39659DD00C1A}"/>
                </a:ext>
              </a:extLst>
            </p:cNvPr>
            <p:cNvGrpSpPr>
              <a:grpSpLocks/>
            </p:cNvGrpSpPr>
            <p:nvPr/>
          </p:nvGrpSpPr>
          <p:grpSpPr bwMode="auto">
            <a:xfrm>
              <a:off x="274214" y="217809"/>
              <a:ext cx="454527" cy="435930"/>
              <a:chOff x="683568" y="1489348"/>
              <a:chExt cx="2638425" cy="2530475"/>
            </a:xfrm>
          </p:grpSpPr>
          <p:sp>
            <p:nvSpPr>
              <p:cNvPr id="22605" name="Freeform 7">
                <a:extLst>
                  <a:ext uri="{FF2B5EF4-FFF2-40B4-BE49-F238E27FC236}">
                    <a16:creationId xmlns:a16="http://schemas.microsoft.com/office/drawing/2014/main" id="{DD25D96E-592C-04CC-EE0D-028A4C0AC2D8}"/>
                  </a:ext>
                </a:extLst>
              </p:cNvPr>
              <p:cNvSpPr>
                <a:spLocks noChangeArrowheads="1"/>
              </p:cNvSpPr>
              <p:nvPr/>
            </p:nvSpPr>
            <p:spPr bwMode="auto">
              <a:xfrm>
                <a:off x="683568" y="1489348"/>
                <a:ext cx="2638425" cy="1771650"/>
              </a:xfrm>
              <a:custGeom>
                <a:avLst/>
                <a:gdLst>
                  <a:gd name="T0" fmla="*/ 0 w 16620"/>
                  <a:gd name="T1" fmla="*/ 708469 h 11158"/>
                  <a:gd name="T2" fmla="*/ 10319 w 16620"/>
                  <a:gd name="T3" fmla="*/ 711327 h 11158"/>
                  <a:gd name="T4" fmla="*/ 20320 w 16620"/>
                  <a:gd name="T5" fmla="*/ 713550 h 11158"/>
                  <a:gd name="T6" fmla="*/ 29845 w 16620"/>
                  <a:gd name="T7" fmla="*/ 715932 h 11158"/>
                  <a:gd name="T8" fmla="*/ 39053 w 16620"/>
                  <a:gd name="T9" fmla="*/ 717837 h 11158"/>
                  <a:gd name="T10" fmla="*/ 56039 w 16620"/>
                  <a:gd name="T11" fmla="*/ 721648 h 11158"/>
                  <a:gd name="T12" fmla="*/ 71438 w 16620"/>
                  <a:gd name="T13" fmla="*/ 725300 h 11158"/>
                  <a:gd name="T14" fmla="*/ 78581 w 16620"/>
                  <a:gd name="T15" fmla="*/ 727205 h 11158"/>
                  <a:gd name="T16" fmla="*/ 85408 w 16620"/>
                  <a:gd name="T17" fmla="*/ 728952 h 11158"/>
                  <a:gd name="T18" fmla="*/ 91916 w 16620"/>
                  <a:gd name="T19" fmla="*/ 730857 h 11158"/>
                  <a:gd name="T20" fmla="*/ 97790 w 16620"/>
                  <a:gd name="T21" fmla="*/ 732921 h 11158"/>
                  <a:gd name="T22" fmla="*/ 103505 w 16620"/>
                  <a:gd name="T23" fmla="*/ 735303 h 11158"/>
                  <a:gd name="T24" fmla="*/ 108903 w 16620"/>
                  <a:gd name="T25" fmla="*/ 737526 h 11158"/>
                  <a:gd name="T26" fmla="*/ 113824 w 16620"/>
                  <a:gd name="T27" fmla="*/ 740384 h 11158"/>
                  <a:gd name="T28" fmla="*/ 118586 w 16620"/>
                  <a:gd name="T29" fmla="*/ 743401 h 11158"/>
                  <a:gd name="T30" fmla="*/ 122873 w 16620"/>
                  <a:gd name="T31" fmla="*/ 746576 h 11158"/>
                  <a:gd name="T32" fmla="*/ 126841 w 16620"/>
                  <a:gd name="T33" fmla="*/ 750228 h 11158"/>
                  <a:gd name="T34" fmla="*/ 130493 w 16620"/>
                  <a:gd name="T35" fmla="*/ 754198 h 11158"/>
                  <a:gd name="T36" fmla="*/ 133826 w 16620"/>
                  <a:gd name="T37" fmla="*/ 758802 h 11158"/>
                  <a:gd name="T38" fmla="*/ 136843 w 16620"/>
                  <a:gd name="T39" fmla="*/ 763724 h 11158"/>
                  <a:gd name="T40" fmla="*/ 139700 w 16620"/>
                  <a:gd name="T41" fmla="*/ 769282 h 11158"/>
                  <a:gd name="T42" fmla="*/ 142081 w 16620"/>
                  <a:gd name="T43" fmla="*/ 775156 h 11158"/>
                  <a:gd name="T44" fmla="*/ 144304 w 16620"/>
                  <a:gd name="T45" fmla="*/ 781825 h 11158"/>
                  <a:gd name="T46" fmla="*/ 146209 w 16620"/>
                  <a:gd name="T47" fmla="*/ 788970 h 11158"/>
                  <a:gd name="T48" fmla="*/ 147955 w 16620"/>
                  <a:gd name="T49" fmla="*/ 796909 h 11158"/>
                  <a:gd name="T50" fmla="*/ 149225 w 16620"/>
                  <a:gd name="T51" fmla="*/ 805483 h 11158"/>
                  <a:gd name="T52" fmla="*/ 150336 w 16620"/>
                  <a:gd name="T53" fmla="*/ 815010 h 11158"/>
                  <a:gd name="T54" fmla="*/ 151289 w 16620"/>
                  <a:gd name="T55" fmla="*/ 825013 h 11158"/>
                  <a:gd name="T56" fmla="*/ 151765 w 16620"/>
                  <a:gd name="T57" fmla="*/ 835810 h 11158"/>
                  <a:gd name="T58" fmla="*/ 152083 w 16620"/>
                  <a:gd name="T59" fmla="*/ 847718 h 11158"/>
                  <a:gd name="T60" fmla="*/ 152241 w 16620"/>
                  <a:gd name="T61" fmla="*/ 860420 h 11158"/>
                  <a:gd name="T62" fmla="*/ 152241 w 16620"/>
                  <a:gd name="T63" fmla="*/ 1771650 h 11158"/>
                  <a:gd name="T64" fmla="*/ 253683 w 16620"/>
                  <a:gd name="T65" fmla="*/ 1771650 h 11158"/>
                  <a:gd name="T66" fmla="*/ 253683 w 16620"/>
                  <a:gd name="T67" fmla="*/ 860420 h 11158"/>
                  <a:gd name="T68" fmla="*/ 1322388 w 16620"/>
                  <a:gd name="T69" fmla="*/ 1462508 h 11158"/>
                  <a:gd name="T70" fmla="*/ 2622074 w 16620"/>
                  <a:gd name="T71" fmla="*/ 681477 h 11158"/>
                  <a:gd name="T72" fmla="*/ 2638425 w 16620"/>
                  <a:gd name="T73" fmla="*/ 607328 h 11158"/>
                  <a:gd name="T74" fmla="*/ 1319213 w 16620"/>
                  <a:gd name="T75" fmla="*/ 0 h 11158"/>
                  <a:gd name="T76" fmla="*/ 0 w 16620"/>
                  <a:gd name="T77" fmla="*/ 607328 h 11158"/>
                  <a:gd name="T78" fmla="*/ 0 w 16620"/>
                  <a:gd name="T79" fmla="*/ 708469 h 111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620"/>
                  <a:gd name="T121" fmla="*/ 0 h 11158"/>
                  <a:gd name="T122" fmla="*/ 16620 w 16620"/>
                  <a:gd name="T123" fmla="*/ 11158 h 1115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606" name="Freeform 8">
                <a:extLst>
                  <a:ext uri="{FF2B5EF4-FFF2-40B4-BE49-F238E27FC236}">
                    <a16:creationId xmlns:a16="http://schemas.microsoft.com/office/drawing/2014/main" id="{2559F22B-112E-0AF3-7413-4C4EDC349F13}"/>
                  </a:ext>
                </a:extLst>
              </p:cNvPr>
              <p:cNvSpPr>
                <a:spLocks noChangeArrowheads="1"/>
              </p:cNvSpPr>
              <p:nvPr/>
            </p:nvSpPr>
            <p:spPr bwMode="auto">
              <a:xfrm>
                <a:off x="1039168" y="2502173"/>
                <a:ext cx="1927225" cy="1517650"/>
              </a:xfrm>
              <a:custGeom>
                <a:avLst/>
                <a:gdLst>
                  <a:gd name="T0" fmla="*/ 1750148 w 12146"/>
                  <a:gd name="T1" fmla="*/ 654710 h 9555"/>
                  <a:gd name="T2" fmla="*/ 1785373 w 12146"/>
                  <a:gd name="T3" fmla="*/ 652327 h 9555"/>
                  <a:gd name="T4" fmla="*/ 1806476 w 12146"/>
                  <a:gd name="T5" fmla="*/ 650580 h 9555"/>
                  <a:gd name="T6" fmla="*/ 1825834 w 12146"/>
                  <a:gd name="T7" fmla="*/ 648515 h 9555"/>
                  <a:gd name="T8" fmla="*/ 1843288 w 12146"/>
                  <a:gd name="T9" fmla="*/ 645656 h 9555"/>
                  <a:gd name="T10" fmla="*/ 1859155 w 12146"/>
                  <a:gd name="T11" fmla="*/ 641844 h 9555"/>
                  <a:gd name="T12" fmla="*/ 1873118 w 12146"/>
                  <a:gd name="T13" fmla="*/ 636921 h 9555"/>
                  <a:gd name="T14" fmla="*/ 1885494 w 12146"/>
                  <a:gd name="T15" fmla="*/ 630250 h 9555"/>
                  <a:gd name="T16" fmla="*/ 1895967 w 12146"/>
                  <a:gd name="T17" fmla="*/ 621990 h 9555"/>
                  <a:gd name="T18" fmla="*/ 1905011 w 12146"/>
                  <a:gd name="T19" fmla="*/ 611666 h 9555"/>
                  <a:gd name="T20" fmla="*/ 1912469 w 12146"/>
                  <a:gd name="T21" fmla="*/ 598960 h 9555"/>
                  <a:gd name="T22" fmla="*/ 1918339 w 12146"/>
                  <a:gd name="T23" fmla="*/ 583394 h 9555"/>
                  <a:gd name="T24" fmla="*/ 1922624 w 12146"/>
                  <a:gd name="T25" fmla="*/ 565287 h 9555"/>
                  <a:gd name="T26" fmla="*/ 1925638 w 12146"/>
                  <a:gd name="T27" fmla="*/ 543686 h 9555"/>
                  <a:gd name="T28" fmla="*/ 1926908 w 12146"/>
                  <a:gd name="T29" fmla="*/ 518749 h 9555"/>
                  <a:gd name="T30" fmla="*/ 1927225 w 12146"/>
                  <a:gd name="T31" fmla="*/ 49079 h 9555"/>
                  <a:gd name="T32" fmla="*/ 964882 w 12146"/>
                  <a:gd name="T33" fmla="*/ 557822 h 9555"/>
                  <a:gd name="T34" fmla="*/ 0 w 12146"/>
                  <a:gd name="T35" fmla="*/ 49079 h 9555"/>
                  <a:gd name="T36" fmla="*/ 0 w 12146"/>
                  <a:gd name="T37" fmla="*/ 517637 h 9555"/>
                  <a:gd name="T38" fmla="*/ 1111 w 12146"/>
                  <a:gd name="T39" fmla="*/ 540350 h 9555"/>
                  <a:gd name="T40" fmla="*/ 3015 w 12146"/>
                  <a:gd name="T41" fmla="*/ 559728 h 9555"/>
                  <a:gd name="T42" fmla="*/ 6030 w 12146"/>
                  <a:gd name="T43" fmla="*/ 576246 h 9555"/>
                  <a:gd name="T44" fmla="*/ 10155 w 12146"/>
                  <a:gd name="T45" fmla="*/ 590065 h 9555"/>
                  <a:gd name="T46" fmla="*/ 15391 w 12146"/>
                  <a:gd name="T47" fmla="*/ 601660 h 9555"/>
                  <a:gd name="T48" fmla="*/ 21738 w 12146"/>
                  <a:gd name="T49" fmla="*/ 611031 h 9555"/>
                  <a:gd name="T50" fmla="*/ 29354 w 12146"/>
                  <a:gd name="T51" fmla="*/ 618814 h 9555"/>
                  <a:gd name="T52" fmla="*/ 38240 w 12146"/>
                  <a:gd name="T53" fmla="*/ 625008 h 9555"/>
                  <a:gd name="T54" fmla="*/ 48712 w 12146"/>
                  <a:gd name="T55" fmla="*/ 630091 h 9555"/>
                  <a:gd name="T56" fmla="*/ 60454 w 12146"/>
                  <a:gd name="T57" fmla="*/ 634379 h 9555"/>
                  <a:gd name="T58" fmla="*/ 73624 w 12146"/>
                  <a:gd name="T59" fmla="*/ 638191 h 9555"/>
                  <a:gd name="T60" fmla="*/ 96155 w 12146"/>
                  <a:gd name="T61" fmla="*/ 643433 h 9555"/>
                  <a:gd name="T62" fmla="*/ 122336 w 12146"/>
                  <a:gd name="T63" fmla="*/ 649468 h 9555"/>
                  <a:gd name="T64" fmla="*/ 141852 w 12146"/>
                  <a:gd name="T65" fmla="*/ 654075 h 9555"/>
                  <a:gd name="T66" fmla="*/ 152166 w 12146"/>
                  <a:gd name="T67" fmla="*/ 1112626 h 9555"/>
                  <a:gd name="T68" fmla="*/ 405723 w 12146"/>
                  <a:gd name="T69" fmla="*/ 1517650 h 9555"/>
                  <a:gd name="T70" fmla="*/ 760672 w 12146"/>
                  <a:gd name="T71" fmla="*/ 1112626 h 9555"/>
                  <a:gd name="T72" fmla="*/ 1166553 w 12146"/>
                  <a:gd name="T73" fmla="*/ 1517650 h 9555"/>
                  <a:gd name="T74" fmla="*/ 1521502 w 12146"/>
                  <a:gd name="T75" fmla="*/ 1112626 h 9555"/>
                  <a:gd name="T76" fmla="*/ 1724284 w 12146"/>
                  <a:gd name="T77" fmla="*/ 656775 h 95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46"/>
                  <a:gd name="T118" fmla="*/ 0 h 9555"/>
                  <a:gd name="T119" fmla="*/ 12146 w 12146"/>
                  <a:gd name="T120" fmla="*/ 9555 h 95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2604" name="TextBox 9">
              <a:extLst>
                <a:ext uri="{FF2B5EF4-FFF2-40B4-BE49-F238E27FC236}">
                  <a16:creationId xmlns:a16="http://schemas.microsoft.com/office/drawing/2014/main" id="{233E6BFF-E2F9-7152-2FD5-A772F02D882C}"/>
                </a:ext>
              </a:extLst>
            </p:cNvPr>
            <p:cNvSpPr txBox="1">
              <a:spLocks noChangeArrowheads="1"/>
            </p:cNvSpPr>
            <p:nvPr/>
          </p:nvSpPr>
          <p:spPr bwMode="auto">
            <a:xfrm>
              <a:off x="728741" y="235719"/>
              <a:ext cx="5067983" cy="706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000" b="1" dirty="0"/>
                <a:t> Key Technologies and Practical Challenges</a:t>
              </a:r>
            </a:p>
            <a:p>
              <a:endParaRPr lang="en-US" altLang="zh-CN" sz="2000" b="1" dirty="0"/>
            </a:p>
          </p:txBody>
        </p:sp>
      </p:grpSp>
      <p:sp>
        <p:nvSpPr>
          <p:cNvPr id="3" name="文本框 2">
            <a:extLst>
              <a:ext uri="{FF2B5EF4-FFF2-40B4-BE49-F238E27FC236}">
                <a16:creationId xmlns:a16="http://schemas.microsoft.com/office/drawing/2014/main" id="{1ABB7B0F-90DA-B103-BD46-663A51C68B28}"/>
              </a:ext>
            </a:extLst>
          </p:cNvPr>
          <p:cNvSpPr txBox="1"/>
          <p:nvPr/>
        </p:nvSpPr>
        <p:spPr>
          <a:xfrm>
            <a:off x="867065" y="1273368"/>
            <a:ext cx="7727586" cy="3416320"/>
          </a:xfrm>
          <a:prstGeom prst="rect">
            <a:avLst/>
          </a:prstGeom>
          <a:noFill/>
        </p:spPr>
        <p:txBody>
          <a:bodyPr wrap="square" rtlCol="0">
            <a:spAutoFit/>
          </a:bodyPr>
          <a:lstStyle/>
          <a:p>
            <a:r>
              <a:rPr lang="en-US" altLang="zh-CN" b="1" dirty="0"/>
              <a:t>Type Safety in Comparisons</a:t>
            </a:r>
          </a:p>
          <a:p>
            <a:r>
              <a:rPr lang="en-US" altLang="zh-CN" dirty="0"/>
              <a:t>Ensure type safety by using </a:t>
            </a:r>
            <a:r>
              <a:rPr lang="en-US" altLang="zh-CN" dirty="0" err="1"/>
              <a:t>dynamic_cast</a:t>
            </a:r>
            <a:r>
              <a:rPr lang="en-US" altLang="zh-CN" dirty="0"/>
              <a:t> to verify the compatibility of compared objects. This prevents runtime errors and ensures accurate comparisons.</a:t>
            </a:r>
          </a:p>
          <a:p>
            <a:endParaRPr lang="en-US" altLang="zh-CN" dirty="0"/>
          </a:p>
          <a:p>
            <a:r>
              <a:rPr lang="en-US" altLang="zh-CN" b="1" dirty="0"/>
              <a:t>Error Handling in Data Loading</a:t>
            </a:r>
          </a:p>
          <a:p>
            <a:r>
              <a:rPr lang="en-US" altLang="zh-CN" dirty="0"/>
              <a:t>Implement comprehensive error handling to manage malformed CSV files. The system displays error messages instead of crashing, ensuring robustness.</a:t>
            </a:r>
          </a:p>
          <a:p>
            <a:endParaRPr lang="en-US" altLang="zh-CN" dirty="0"/>
          </a:p>
          <a:p>
            <a:r>
              <a:rPr lang="en-US" altLang="zh-CN" b="1" dirty="0"/>
              <a:t>Cross-Platform Build Configuration</a:t>
            </a:r>
          </a:p>
          <a:p>
            <a:r>
              <a:rPr lang="en-US" altLang="zh-CN" dirty="0"/>
              <a:t>Address platform-specific issues by configuring </a:t>
            </a:r>
            <a:r>
              <a:rPr lang="en-US" altLang="zh-CN" dirty="0" err="1"/>
              <a:t>CMake</a:t>
            </a:r>
            <a:r>
              <a:rPr lang="en-US" altLang="zh-CN" dirty="0"/>
              <a:t> to detect Qt version differences and set target properties. This ensures seamless deployment across all supported platforms</a:t>
            </a:r>
            <a:endParaRPr lang="en-US" altLang="zh-CN" sz="1400" dirty="0"/>
          </a:p>
        </p:txBody>
      </p:sp>
      <p:sp>
        <p:nvSpPr>
          <p:cNvPr id="5" name="流程图: 可选过程 4">
            <a:extLst>
              <a:ext uri="{FF2B5EF4-FFF2-40B4-BE49-F238E27FC236}">
                <a16:creationId xmlns:a16="http://schemas.microsoft.com/office/drawing/2014/main" id="{F36E54DE-AACE-F1F0-5A03-32DD3904CB5E}"/>
              </a:ext>
            </a:extLst>
          </p:cNvPr>
          <p:cNvSpPr/>
          <p:nvPr/>
        </p:nvSpPr>
        <p:spPr>
          <a:xfrm>
            <a:off x="539664" y="913338"/>
            <a:ext cx="8064672" cy="4233669"/>
          </a:xfrm>
          <a:prstGeom prst="flowChartAlternateProcess">
            <a:avLst/>
          </a:prstGeom>
          <a:no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08741713"/>
      </p:ext>
    </p:extLst>
  </p:cSld>
  <p:clrMapOvr>
    <a:masterClrMapping/>
  </p:clrMapOvr>
  <p:transition spd="slow" advClick="0" advTm="6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771D31F-12EB-4A8E-A440-74CD397E5363}"/>
              </a:ext>
            </a:extLst>
          </p:cNvPr>
          <p:cNvSpPr/>
          <p:nvPr/>
        </p:nvSpPr>
        <p:spPr>
          <a:xfrm>
            <a:off x="0" y="1389063"/>
            <a:ext cx="1476375" cy="1152525"/>
          </a:xfrm>
          <a:prstGeom prst="rect">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2" name="矩形 31">
            <a:extLst>
              <a:ext uri="{FF2B5EF4-FFF2-40B4-BE49-F238E27FC236}">
                <a16:creationId xmlns:a16="http://schemas.microsoft.com/office/drawing/2014/main" id="{D0623C07-045E-421E-AD0D-334D5E2FF9CB}"/>
              </a:ext>
            </a:extLst>
          </p:cNvPr>
          <p:cNvSpPr/>
          <p:nvPr/>
        </p:nvSpPr>
        <p:spPr>
          <a:xfrm>
            <a:off x="3851275" y="1389063"/>
            <a:ext cx="5292725" cy="1152525"/>
          </a:xfrm>
          <a:prstGeom prst="rect">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60" name="TextBox 59">
            <a:extLst>
              <a:ext uri="{FF2B5EF4-FFF2-40B4-BE49-F238E27FC236}">
                <a16:creationId xmlns:a16="http://schemas.microsoft.com/office/drawing/2014/main" id="{6CC39FA9-F1C1-42D4-B68F-16856E9F6FF1}"/>
              </a:ext>
            </a:extLst>
          </p:cNvPr>
          <p:cNvSpPr txBox="1">
            <a:spLocks noChangeArrowheads="1"/>
          </p:cNvSpPr>
          <p:nvPr/>
        </p:nvSpPr>
        <p:spPr bwMode="auto">
          <a:xfrm>
            <a:off x="1510881" y="1464370"/>
            <a:ext cx="3001656"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latin typeface="微软雅黑" panose="020B0503020204020204" pitchFamily="34" charset="-122"/>
                <a:ea typeface="微软雅黑" panose="020B0503020204020204" pitchFamily="34" charset="-122"/>
              </a:rPr>
              <a:t>UI </a:t>
            </a:r>
          </a:p>
          <a:p>
            <a:pPr eaLnBrk="1" hangingPunct="1"/>
            <a:r>
              <a:rPr lang="en-US" altLang="zh-CN" sz="3200" b="1" dirty="0">
                <a:latin typeface="微软雅黑" panose="020B0503020204020204" pitchFamily="34" charset="-122"/>
                <a:ea typeface="微软雅黑" panose="020B0503020204020204" pitchFamily="34" charset="-122"/>
              </a:rPr>
              <a:t>Interface</a:t>
            </a:r>
            <a:endParaRPr lang="zh-CN" altLang="en-US" sz="3200" b="1" dirty="0">
              <a:latin typeface="微软雅黑" panose="020B0503020204020204" pitchFamily="34" charset="-122"/>
              <a:ea typeface="微软雅黑" panose="020B0503020204020204" pitchFamily="34" charset="-122"/>
            </a:endParaRPr>
          </a:p>
        </p:txBody>
      </p:sp>
      <p:grpSp>
        <p:nvGrpSpPr>
          <p:cNvPr id="6" name="组合 72">
            <a:extLst>
              <a:ext uri="{FF2B5EF4-FFF2-40B4-BE49-F238E27FC236}">
                <a16:creationId xmlns:a16="http://schemas.microsoft.com/office/drawing/2014/main" id="{7937743D-D98F-4048-9E54-D08C307DFAA6}"/>
              </a:ext>
            </a:extLst>
          </p:cNvPr>
          <p:cNvGrpSpPr/>
          <p:nvPr/>
        </p:nvGrpSpPr>
        <p:grpSpPr>
          <a:xfrm>
            <a:off x="280698" y="1526656"/>
            <a:ext cx="914260" cy="876852"/>
            <a:chOff x="683568" y="1489348"/>
            <a:chExt cx="2638425" cy="2530475"/>
          </a:xfrm>
          <a:solidFill>
            <a:schemeClr val="bg1"/>
          </a:solidFill>
        </p:grpSpPr>
        <p:sp>
          <p:nvSpPr>
            <p:cNvPr id="74" name="Freeform 7">
              <a:extLst>
                <a:ext uri="{FF2B5EF4-FFF2-40B4-BE49-F238E27FC236}">
                  <a16:creationId xmlns:a16="http://schemas.microsoft.com/office/drawing/2014/main" id="{68C26748-DA74-44CE-B2BA-BD141CCA6A48}"/>
                </a:ext>
              </a:extLst>
            </p:cNvPr>
            <p:cNvSpPr/>
            <p:nvPr/>
          </p:nvSpPr>
          <p:spPr bwMode="auto">
            <a:xfrm>
              <a:off x="683568" y="1489348"/>
              <a:ext cx="2638425" cy="1771650"/>
            </a:xfrm>
            <a:custGeom>
              <a:avLst/>
              <a:gdLst>
                <a:gd name="T0" fmla="*/ 0 w 16620"/>
                <a:gd name="T1" fmla="*/ 4462 h 11158"/>
                <a:gd name="T2" fmla="*/ 65 w 16620"/>
                <a:gd name="T3" fmla="*/ 4480 h 11158"/>
                <a:gd name="T4" fmla="*/ 128 w 16620"/>
                <a:gd name="T5" fmla="*/ 4494 h 11158"/>
                <a:gd name="T6" fmla="*/ 188 w 16620"/>
                <a:gd name="T7" fmla="*/ 4509 h 11158"/>
                <a:gd name="T8" fmla="*/ 246 w 16620"/>
                <a:gd name="T9" fmla="*/ 4521 h 11158"/>
                <a:gd name="T10" fmla="*/ 353 w 16620"/>
                <a:gd name="T11" fmla="*/ 4545 h 11158"/>
                <a:gd name="T12" fmla="*/ 450 w 16620"/>
                <a:gd name="T13" fmla="*/ 4568 h 11158"/>
                <a:gd name="T14" fmla="*/ 495 w 16620"/>
                <a:gd name="T15" fmla="*/ 4580 h 11158"/>
                <a:gd name="T16" fmla="*/ 538 w 16620"/>
                <a:gd name="T17" fmla="*/ 4591 h 11158"/>
                <a:gd name="T18" fmla="*/ 579 w 16620"/>
                <a:gd name="T19" fmla="*/ 4603 h 11158"/>
                <a:gd name="T20" fmla="*/ 616 w 16620"/>
                <a:gd name="T21" fmla="*/ 4616 h 11158"/>
                <a:gd name="T22" fmla="*/ 652 w 16620"/>
                <a:gd name="T23" fmla="*/ 4631 h 11158"/>
                <a:gd name="T24" fmla="*/ 686 w 16620"/>
                <a:gd name="T25" fmla="*/ 4645 h 11158"/>
                <a:gd name="T26" fmla="*/ 717 w 16620"/>
                <a:gd name="T27" fmla="*/ 4663 h 11158"/>
                <a:gd name="T28" fmla="*/ 747 w 16620"/>
                <a:gd name="T29" fmla="*/ 4682 h 11158"/>
                <a:gd name="T30" fmla="*/ 774 w 16620"/>
                <a:gd name="T31" fmla="*/ 4702 h 11158"/>
                <a:gd name="T32" fmla="*/ 799 w 16620"/>
                <a:gd name="T33" fmla="*/ 4725 h 11158"/>
                <a:gd name="T34" fmla="*/ 822 w 16620"/>
                <a:gd name="T35" fmla="*/ 4750 h 11158"/>
                <a:gd name="T36" fmla="*/ 843 w 16620"/>
                <a:gd name="T37" fmla="*/ 4779 h 11158"/>
                <a:gd name="T38" fmla="*/ 862 w 16620"/>
                <a:gd name="T39" fmla="*/ 4810 h 11158"/>
                <a:gd name="T40" fmla="*/ 880 w 16620"/>
                <a:gd name="T41" fmla="*/ 4845 h 11158"/>
                <a:gd name="T42" fmla="*/ 895 w 16620"/>
                <a:gd name="T43" fmla="*/ 4882 h 11158"/>
                <a:gd name="T44" fmla="*/ 909 w 16620"/>
                <a:gd name="T45" fmla="*/ 4924 h 11158"/>
                <a:gd name="T46" fmla="*/ 921 w 16620"/>
                <a:gd name="T47" fmla="*/ 4969 h 11158"/>
                <a:gd name="T48" fmla="*/ 932 w 16620"/>
                <a:gd name="T49" fmla="*/ 5019 h 11158"/>
                <a:gd name="T50" fmla="*/ 940 w 16620"/>
                <a:gd name="T51" fmla="*/ 5073 h 11158"/>
                <a:gd name="T52" fmla="*/ 947 w 16620"/>
                <a:gd name="T53" fmla="*/ 5133 h 11158"/>
                <a:gd name="T54" fmla="*/ 953 w 16620"/>
                <a:gd name="T55" fmla="*/ 5196 h 11158"/>
                <a:gd name="T56" fmla="*/ 956 w 16620"/>
                <a:gd name="T57" fmla="*/ 5264 h 11158"/>
                <a:gd name="T58" fmla="*/ 958 w 16620"/>
                <a:gd name="T59" fmla="*/ 5339 h 11158"/>
                <a:gd name="T60" fmla="*/ 959 w 16620"/>
                <a:gd name="T61" fmla="*/ 5419 h 11158"/>
                <a:gd name="T62" fmla="*/ 959 w 16620"/>
                <a:gd name="T63" fmla="*/ 11158 h 11158"/>
                <a:gd name="T64" fmla="*/ 1598 w 16620"/>
                <a:gd name="T65" fmla="*/ 11158 h 11158"/>
                <a:gd name="T66" fmla="*/ 1598 w 16620"/>
                <a:gd name="T67" fmla="*/ 5419 h 11158"/>
                <a:gd name="T68" fmla="*/ 8330 w 16620"/>
                <a:gd name="T69" fmla="*/ 9211 h 11158"/>
                <a:gd name="T70" fmla="*/ 16517 w 16620"/>
                <a:gd name="T71" fmla="*/ 4292 h 11158"/>
                <a:gd name="T72" fmla="*/ 16620 w 16620"/>
                <a:gd name="T73" fmla="*/ 3825 h 11158"/>
                <a:gd name="T74" fmla="*/ 8310 w 16620"/>
                <a:gd name="T75" fmla="*/ 0 h 11158"/>
                <a:gd name="T76" fmla="*/ 0 w 16620"/>
                <a:gd name="T77" fmla="*/ 3825 h 11158"/>
                <a:gd name="T78" fmla="*/ 0 w 16620"/>
                <a:gd name="T79" fmla="*/ 4462 h 11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grpFill/>
            <a:ln>
              <a:noFill/>
            </a:ln>
          </p:spPr>
          <p:txBody>
            <a:bodyPr/>
            <a:lstStyle/>
            <a:p>
              <a:pPr eaLnBrk="1" fontAlgn="auto" hangingPunct="1">
                <a:defRPr/>
              </a:pPr>
              <a:endParaRPr lang="zh-CN" altLang="en-US" noProof="1"/>
            </a:p>
          </p:txBody>
        </p:sp>
        <p:sp>
          <p:nvSpPr>
            <p:cNvPr id="75" name="Freeform 8">
              <a:extLst>
                <a:ext uri="{FF2B5EF4-FFF2-40B4-BE49-F238E27FC236}">
                  <a16:creationId xmlns:a16="http://schemas.microsoft.com/office/drawing/2014/main" id="{67430E05-4904-49D1-8BA0-9C93881B658D}"/>
                </a:ext>
              </a:extLst>
            </p:cNvPr>
            <p:cNvSpPr/>
            <p:nvPr/>
          </p:nvSpPr>
          <p:spPr bwMode="auto">
            <a:xfrm>
              <a:off x="1039168" y="2502173"/>
              <a:ext cx="1927225" cy="1517650"/>
            </a:xfrm>
            <a:custGeom>
              <a:avLst/>
              <a:gdLst>
                <a:gd name="T0" fmla="*/ 11030 w 12146"/>
                <a:gd name="T1" fmla="*/ 4122 h 9555"/>
                <a:gd name="T2" fmla="*/ 11252 w 12146"/>
                <a:gd name="T3" fmla="*/ 4107 h 9555"/>
                <a:gd name="T4" fmla="*/ 11385 w 12146"/>
                <a:gd name="T5" fmla="*/ 4096 h 9555"/>
                <a:gd name="T6" fmla="*/ 11507 w 12146"/>
                <a:gd name="T7" fmla="*/ 4083 h 9555"/>
                <a:gd name="T8" fmla="*/ 11617 w 12146"/>
                <a:gd name="T9" fmla="*/ 4065 h 9555"/>
                <a:gd name="T10" fmla="*/ 11717 w 12146"/>
                <a:gd name="T11" fmla="*/ 4041 h 9555"/>
                <a:gd name="T12" fmla="*/ 11805 w 12146"/>
                <a:gd name="T13" fmla="*/ 4010 h 9555"/>
                <a:gd name="T14" fmla="*/ 11883 w 12146"/>
                <a:gd name="T15" fmla="*/ 3968 h 9555"/>
                <a:gd name="T16" fmla="*/ 11949 w 12146"/>
                <a:gd name="T17" fmla="*/ 3916 h 9555"/>
                <a:gd name="T18" fmla="*/ 12006 w 12146"/>
                <a:gd name="T19" fmla="*/ 3851 h 9555"/>
                <a:gd name="T20" fmla="*/ 12053 w 12146"/>
                <a:gd name="T21" fmla="*/ 3771 h 9555"/>
                <a:gd name="T22" fmla="*/ 12090 w 12146"/>
                <a:gd name="T23" fmla="*/ 3673 h 9555"/>
                <a:gd name="T24" fmla="*/ 12117 w 12146"/>
                <a:gd name="T25" fmla="*/ 3559 h 9555"/>
                <a:gd name="T26" fmla="*/ 12136 w 12146"/>
                <a:gd name="T27" fmla="*/ 3423 h 9555"/>
                <a:gd name="T28" fmla="*/ 12144 w 12146"/>
                <a:gd name="T29" fmla="*/ 3266 h 9555"/>
                <a:gd name="T30" fmla="*/ 12146 w 12146"/>
                <a:gd name="T31" fmla="*/ 309 h 9555"/>
                <a:gd name="T32" fmla="*/ 6081 w 12146"/>
                <a:gd name="T33" fmla="*/ 3512 h 9555"/>
                <a:gd name="T34" fmla="*/ 0 w 12146"/>
                <a:gd name="T35" fmla="*/ 309 h 9555"/>
                <a:gd name="T36" fmla="*/ 0 w 12146"/>
                <a:gd name="T37" fmla="*/ 3259 h 9555"/>
                <a:gd name="T38" fmla="*/ 7 w 12146"/>
                <a:gd name="T39" fmla="*/ 3402 h 9555"/>
                <a:gd name="T40" fmla="*/ 19 w 12146"/>
                <a:gd name="T41" fmla="*/ 3524 h 9555"/>
                <a:gd name="T42" fmla="*/ 38 w 12146"/>
                <a:gd name="T43" fmla="*/ 3628 h 9555"/>
                <a:gd name="T44" fmla="*/ 64 w 12146"/>
                <a:gd name="T45" fmla="*/ 3715 h 9555"/>
                <a:gd name="T46" fmla="*/ 97 w 12146"/>
                <a:gd name="T47" fmla="*/ 3788 h 9555"/>
                <a:gd name="T48" fmla="*/ 137 w 12146"/>
                <a:gd name="T49" fmla="*/ 3847 h 9555"/>
                <a:gd name="T50" fmla="*/ 185 w 12146"/>
                <a:gd name="T51" fmla="*/ 3896 h 9555"/>
                <a:gd name="T52" fmla="*/ 241 w 12146"/>
                <a:gd name="T53" fmla="*/ 3935 h 9555"/>
                <a:gd name="T54" fmla="*/ 307 w 12146"/>
                <a:gd name="T55" fmla="*/ 3967 h 9555"/>
                <a:gd name="T56" fmla="*/ 381 w 12146"/>
                <a:gd name="T57" fmla="*/ 3994 h 9555"/>
                <a:gd name="T58" fmla="*/ 464 w 12146"/>
                <a:gd name="T59" fmla="*/ 4018 h 9555"/>
                <a:gd name="T60" fmla="*/ 606 w 12146"/>
                <a:gd name="T61" fmla="*/ 4051 h 9555"/>
                <a:gd name="T62" fmla="*/ 771 w 12146"/>
                <a:gd name="T63" fmla="*/ 4089 h 9555"/>
                <a:gd name="T64" fmla="*/ 894 w 12146"/>
                <a:gd name="T65" fmla="*/ 4118 h 9555"/>
                <a:gd name="T66" fmla="*/ 959 w 12146"/>
                <a:gd name="T67" fmla="*/ 7005 h 9555"/>
                <a:gd name="T68" fmla="*/ 2557 w 12146"/>
                <a:gd name="T69" fmla="*/ 9555 h 9555"/>
                <a:gd name="T70" fmla="*/ 4794 w 12146"/>
                <a:gd name="T71" fmla="*/ 7005 h 9555"/>
                <a:gd name="T72" fmla="*/ 7352 w 12146"/>
                <a:gd name="T73" fmla="*/ 9555 h 9555"/>
                <a:gd name="T74" fmla="*/ 9589 w 12146"/>
                <a:gd name="T75" fmla="*/ 7005 h 9555"/>
                <a:gd name="T76" fmla="*/ 10867 w 12146"/>
                <a:gd name="T77" fmla="*/ 4135 h 9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grpFill/>
            <a:ln>
              <a:noFill/>
            </a:ln>
          </p:spPr>
          <p:txBody>
            <a:bodyPr/>
            <a:lstStyle/>
            <a:p>
              <a:pPr eaLnBrk="1" fontAlgn="auto" hangingPunct="1">
                <a:defRPr/>
              </a:pPr>
              <a:endParaRPr lang="zh-CN" altLang="en-US" noProof="1"/>
            </a:p>
          </p:txBody>
        </p:sp>
      </p:grpSp>
    </p:spTree>
  </p:cSld>
  <p:clrMapOvr>
    <a:masterClrMapping/>
  </p:clrMapOvr>
  <p:transition spd="slow" advClick="0" advTm="3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1000"/>
                                        <p:tgtEl>
                                          <p:spTgt spid="60"/>
                                        </p:tgtEl>
                                      </p:cBhvr>
                                    </p:animEffect>
                                    <p:anim calcmode="lin" valueType="num">
                                      <p:cBhvr>
                                        <p:cTn id="8" dur="1000" fill="hold"/>
                                        <p:tgtEl>
                                          <p:spTgt spid="60"/>
                                        </p:tgtEl>
                                        <p:attrNameLst>
                                          <p:attrName>ppt_x</p:attrName>
                                        </p:attrNameLst>
                                      </p:cBhvr>
                                      <p:tavLst>
                                        <p:tav tm="0">
                                          <p:val>
                                            <p:strVal val="#ppt_x"/>
                                          </p:val>
                                        </p:tav>
                                        <p:tav tm="100000">
                                          <p:val>
                                            <p:strVal val="#ppt_x"/>
                                          </p:val>
                                        </p:tav>
                                      </p:tavLst>
                                    </p:anim>
                                    <p:anim calcmode="lin" valueType="num">
                                      <p:cBhvr>
                                        <p:cTn id="9"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1">
            <a:extLst>
              <a:ext uri="{FF2B5EF4-FFF2-40B4-BE49-F238E27FC236}">
                <a16:creationId xmlns:a16="http://schemas.microsoft.com/office/drawing/2014/main" id="{2C6F3A8E-871F-2845-586D-E3B35C53378F}"/>
              </a:ext>
            </a:extLst>
          </p:cNvPr>
          <p:cNvGrpSpPr>
            <a:grpSpLocks/>
          </p:cNvGrpSpPr>
          <p:nvPr/>
        </p:nvGrpSpPr>
        <p:grpSpPr bwMode="auto">
          <a:xfrm>
            <a:off x="274638" y="217488"/>
            <a:ext cx="3937000" cy="436562"/>
            <a:chOff x="274214" y="217809"/>
            <a:chExt cx="3937746" cy="435930"/>
          </a:xfrm>
        </p:grpSpPr>
        <p:grpSp>
          <p:nvGrpSpPr>
            <p:cNvPr id="3" name="组合 32">
              <a:extLst>
                <a:ext uri="{FF2B5EF4-FFF2-40B4-BE49-F238E27FC236}">
                  <a16:creationId xmlns:a16="http://schemas.microsoft.com/office/drawing/2014/main" id="{3B3891FC-589A-7B37-612C-166B08B86930}"/>
                </a:ext>
              </a:extLst>
            </p:cNvPr>
            <p:cNvGrpSpPr>
              <a:grpSpLocks/>
            </p:cNvGrpSpPr>
            <p:nvPr/>
          </p:nvGrpSpPr>
          <p:grpSpPr bwMode="auto">
            <a:xfrm>
              <a:off x="274214" y="217809"/>
              <a:ext cx="454527" cy="435930"/>
              <a:chOff x="683568" y="1489348"/>
              <a:chExt cx="2638425" cy="2530475"/>
            </a:xfrm>
          </p:grpSpPr>
          <p:sp>
            <p:nvSpPr>
              <p:cNvPr id="5" name="Freeform 7">
                <a:extLst>
                  <a:ext uri="{FF2B5EF4-FFF2-40B4-BE49-F238E27FC236}">
                    <a16:creationId xmlns:a16="http://schemas.microsoft.com/office/drawing/2014/main" id="{4D107161-F953-BBAD-DB7D-39CF924F3030}"/>
                  </a:ext>
                </a:extLst>
              </p:cNvPr>
              <p:cNvSpPr>
                <a:spLocks noChangeArrowheads="1"/>
              </p:cNvSpPr>
              <p:nvPr/>
            </p:nvSpPr>
            <p:spPr bwMode="auto">
              <a:xfrm>
                <a:off x="683568" y="1489348"/>
                <a:ext cx="2638425" cy="1771650"/>
              </a:xfrm>
              <a:custGeom>
                <a:avLst/>
                <a:gdLst>
                  <a:gd name="T0" fmla="*/ 0 w 16620"/>
                  <a:gd name="T1" fmla="*/ 708469 h 11158"/>
                  <a:gd name="T2" fmla="*/ 10319 w 16620"/>
                  <a:gd name="T3" fmla="*/ 711327 h 11158"/>
                  <a:gd name="T4" fmla="*/ 20320 w 16620"/>
                  <a:gd name="T5" fmla="*/ 713550 h 11158"/>
                  <a:gd name="T6" fmla="*/ 29845 w 16620"/>
                  <a:gd name="T7" fmla="*/ 715932 h 11158"/>
                  <a:gd name="T8" fmla="*/ 39053 w 16620"/>
                  <a:gd name="T9" fmla="*/ 717837 h 11158"/>
                  <a:gd name="T10" fmla="*/ 56039 w 16620"/>
                  <a:gd name="T11" fmla="*/ 721648 h 11158"/>
                  <a:gd name="T12" fmla="*/ 71438 w 16620"/>
                  <a:gd name="T13" fmla="*/ 725300 h 11158"/>
                  <a:gd name="T14" fmla="*/ 78581 w 16620"/>
                  <a:gd name="T15" fmla="*/ 727205 h 11158"/>
                  <a:gd name="T16" fmla="*/ 85408 w 16620"/>
                  <a:gd name="T17" fmla="*/ 728952 h 11158"/>
                  <a:gd name="T18" fmla="*/ 91916 w 16620"/>
                  <a:gd name="T19" fmla="*/ 730857 h 11158"/>
                  <a:gd name="T20" fmla="*/ 97790 w 16620"/>
                  <a:gd name="T21" fmla="*/ 732921 h 11158"/>
                  <a:gd name="T22" fmla="*/ 103505 w 16620"/>
                  <a:gd name="T23" fmla="*/ 735303 h 11158"/>
                  <a:gd name="T24" fmla="*/ 108903 w 16620"/>
                  <a:gd name="T25" fmla="*/ 737526 h 11158"/>
                  <a:gd name="T26" fmla="*/ 113824 w 16620"/>
                  <a:gd name="T27" fmla="*/ 740384 h 11158"/>
                  <a:gd name="T28" fmla="*/ 118586 w 16620"/>
                  <a:gd name="T29" fmla="*/ 743401 h 11158"/>
                  <a:gd name="T30" fmla="*/ 122873 w 16620"/>
                  <a:gd name="T31" fmla="*/ 746576 h 11158"/>
                  <a:gd name="T32" fmla="*/ 126841 w 16620"/>
                  <a:gd name="T33" fmla="*/ 750228 h 11158"/>
                  <a:gd name="T34" fmla="*/ 130493 w 16620"/>
                  <a:gd name="T35" fmla="*/ 754198 h 11158"/>
                  <a:gd name="T36" fmla="*/ 133826 w 16620"/>
                  <a:gd name="T37" fmla="*/ 758802 h 11158"/>
                  <a:gd name="T38" fmla="*/ 136843 w 16620"/>
                  <a:gd name="T39" fmla="*/ 763724 h 11158"/>
                  <a:gd name="T40" fmla="*/ 139700 w 16620"/>
                  <a:gd name="T41" fmla="*/ 769282 h 11158"/>
                  <a:gd name="T42" fmla="*/ 142081 w 16620"/>
                  <a:gd name="T43" fmla="*/ 775156 h 11158"/>
                  <a:gd name="T44" fmla="*/ 144304 w 16620"/>
                  <a:gd name="T45" fmla="*/ 781825 h 11158"/>
                  <a:gd name="T46" fmla="*/ 146209 w 16620"/>
                  <a:gd name="T47" fmla="*/ 788970 h 11158"/>
                  <a:gd name="T48" fmla="*/ 147955 w 16620"/>
                  <a:gd name="T49" fmla="*/ 796909 h 11158"/>
                  <a:gd name="T50" fmla="*/ 149225 w 16620"/>
                  <a:gd name="T51" fmla="*/ 805483 h 11158"/>
                  <a:gd name="T52" fmla="*/ 150336 w 16620"/>
                  <a:gd name="T53" fmla="*/ 815010 h 11158"/>
                  <a:gd name="T54" fmla="*/ 151289 w 16620"/>
                  <a:gd name="T55" fmla="*/ 825013 h 11158"/>
                  <a:gd name="T56" fmla="*/ 151765 w 16620"/>
                  <a:gd name="T57" fmla="*/ 835810 h 11158"/>
                  <a:gd name="T58" fmla="*/ 152083 w 16620"/>
                  <a:gd name="T59" fmla="*/ 847718 h 11158"/>
                  <a:gd name="T60" fmla="*/ 152241 w 16620"/>
                  <a:gd name="T61" fmla="*/ 860420 h 11158"/>
                  <a:gd name="T62" fmla="*/ 152241 w 16620"/>
                  <a:gd name="T63" fmla="*/ 1771650 h 11158"/>
                  <a:gd name="T64" fmla="*/ 253683 w 16620"/>
                  <a:gd name="T65" fmla="*/ 1771650 h 11158"/>
                  <a:gd name="T66" fmla="*/ 253683 w 16620"/>
                  <a:gd name="T67" fmla="*/ 860420 h 11158"/>
                  <a:gd name="T68" fmla="*/ 1322388 w 16620"/>
                  <a:gd name="T69" fmla="*/ 1462508 h 11158"/>
                  <a:gd name="T70" fmla="*/ 2622074 w 16620"/>
                  <a:gd name="T71" fmla="*/ 681477 h 11158"/>
                  <a:gd name="T72" fmla="*/ 2638425 w 16620"/>
                  <a:gd name="T73" fmla="*/ 607328 h 11158"/>
                  <a:gd name="T74" fmla="*/ 1319213 w 16620"/>
                  <a:gd name="T75" fmla="*/ 0 h 11158"/>
                  <a:gd name="T76" fmla="*/ 0 w 16620"/>
                  <a:gd name="T77" fmla="*/ 607328 h 11158"/>
                  <a:gd name="T78" fmla="*/ 0 w 16620"/>
                  <a:gd name="T79" fmla="*/ 708469 h 111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620"/>
                  <a:gd name="T121" fmla="*/ 0 h 11158"/>
                  <a:gd name="T122" fmla="*/ 16620 w 16620"/>
                  <a:gd name="T123" fmla="*/ 11158 h 1115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 name="Freeform 8">
                <a:extLst>
                  <a:ext uri="{FF2B5EF4-FFF2-40B4-BE49-F238E27FC236}">
                    <a16:creationId xmlns:a16="http://schemas.microsoft.com/office/drawing/2014/main" id="{93F02703-0430-2DC2-2424-FAE46B274A63}"/>
                  </a:ext>
                </a:extLst>
              </p:cNvPr>
              <p:cNvSpPr>
                <a:spLocks noChangeArrowheads="1"/>
              </p:cNvSpPr>
              <p:nvPr/>
            </p:nvSpPr>
            <p:spPr bwMode="auto">
              <a:xfrm>
                <a:off x="1039168" y="2502173"/>
                <a:ext cx="1927225" cy="1517650"/>
              </a:xfrm>
              <a:custGeom>
                <a:avLst/>
                <a:gdLst>
                  <a:gd name="T0" fmla="*/ 1750148 w 12146"/>
                  <a:gd name="T1" fmla="*/ 654710 h 9555"/>
                  <a:gd name="T2" fmla="*/ 1785373 w 12146"/>
                  <a:gd name="T3" fmla="*/ 652327 h 9555"/>
                  <a:gd name="T4" fmla="*/ 1806476 w 12146"/>
                  <a:gd name="T5" fmla="*/ 650580 h 9555"/>
                  <a:gd name="T6" fmla="*/ 1825834 w 12146"/>
                  <a:gd name="T7" fmla="*/ 648515 h 9555"/>
                  <a:gd name="T8" fmla="*/ 1843288 w 12146"/>
                  <a:gd name="T9" fmla="*/ 645656 h 9555"/>
                  <a:gd name="T10" fmla="*/ 1859155 w 12146"/>
                  <a:gd name="T11" fmla="*/ 641844 h 9555"/>
                  <a:gd name="T12" fmla="*/ 1873118 w 12146"/>
                  <a:gd name="T13" fmla="*/ 636921 h 9555"/>
                  <a:gd name="T14" fmla="*/ 1885494 w 12146"/>
                  <a:gd name="T15" fmla="*/ 630250 h 9555"/>
                  <a:gd name="T16" fmla="*/ 1895967 w 12146"/>
                  <a:gd name="T17" fmla="*/ 621990 h 9555"/>
                  <a:gd name="T18" fmla="*/ 1905011 w 12146"/>
                  <a:gd name="T19" fmla="*/ 611666 h 9555"/>
                  <a:gd name="T20" fmla="*/ 1912469 w 12146"/>
                  <a:gd name="T21" fmla="*/ 598960 h 9555"/>
                  <a:gd name="T22" fmla="*/ 1918339 w 12146"/>
                  <a:gd name="T23" fmla="*/ 583394 h 9555"/>
                  <a:gd name="T24" fmla="*/ 1922624 w 12146"/>
                  <a:gd name="T25" fmla="*/ 565287 h 9555"/>
                  <a:gd name="T26" fmla="*/ 1925638 w 12146"/>
                  <a:gd name="T27" fmla="*/ 543686 h 9555"/>
                  <a:gd name="T28" fmla="*/ 1926908 w 12146"/>
                  <a:gd name="T29" fmla="*/ 518749 h 9555"/>
                  <a:gd name="T30" fmla="*/ 1927225 w 12146"/>
                  <a:gd name="T31" fmla="*/ 49079 h 9555"/>
                  <a:gd name="T32" fmla="*/ 964882 w 12146"/>
                  <a:gd name="T33" fmla="*/ 557822 h 9555"/>
                  <a:gd name="T34" fmla="*/ 0 w 12146"/>
                  <a:gd name="T35" fmla="*/ 49079 h 9555"/>
                  <a:gd name="T36" fmla="*/ 0 w 12146"/>
                  <a:gd name="T37" fmla="*/ 517637 h 9555"/>
                  <a:gd name="T38" fmla="*/ 1111 w 12146"/>
                  <a:gd name="T39" fmla="*/ 540350 h 9555"/>
                  <a:gd name="T40" fmla="*/ 3015 w 12146"/>
                  <a:gd name="T41" fmla="*/ 559728 h 9555"/>
                  <a:gd name="T42" fmla="*/ 6030 w 12146"/>
                  <a:gd name="T43" fmla="*/ 576246 h 9555"/>
                  <a:gd name="T44" fmla="*/ 10155 w 12146"/>
                  <a:gd name="T45" fmla="*/ 590065 h 9555"/>
                  <a:gd name="T46" fmla="*/ 15391 w 12146"/>
                  <a:gd name="T47" fmla="*/ 601660 h 9555"/>
                  <a:gd name="T48" fmla="*/ 21738 w 12146"/>
                  <a:gd name="T49" fmla="*/ 611031 h 9555"/>
                  <a:gd name="T50" fmla="*/ 29354 w 12146"/>
                  <a:gd name="T51" fmla="*/ 618814 h 9555"/>
                  <a:gd name="T52" fmla="*/ 38240 w 12146"/>
                  <a:gd name="T53" fmla="*/ 625008 h 9555"/>
                  <a:gd name="T54" fmla="*/ 48712 w 12146"/>
                  <a:gd name="T55" fmla="*/ 630091 h 9555"/>
                  <a:gd name="T56" fmla="*/ 60454 w 12146"/>
                  <a:gd name="T57" fmla="*/ 634379 h 9555"/>
                  <a:gd name="T58" fmla="*/ 73624 w 12146"/>
                  <a:gd name="T59" fmla="*/ 638191 h 9555"/>
                  <a:gd name="T60" fmla="*/ 96155 w 12146"/>
                  <a:gd name="T61" fmla="*/ 643433 h 9555"/>
                  <a:gd name="T62" fmla="*/ 122336 w 12146"/>
                  <a:gd name="T63" fmla="*/ 649468 h 9555"/>
                  <a:gd name="T64" fmla="*/ 141852 w 12146"/>
                  <a:gd name="T65" fmla="*/ 654075 h 9555"/>
                  <a:gd name="T66" fmla="*/ 152166 w 12146"/>
                  <a:gd name="T67" fmla="*/ 1112626 h 9555"/>
                  <a:gd name="T68" fmla="*/ 405723 w 12146"/>
                  <a:gd name="T69" fmla="*/ 1517650 h 9555"/>
                  <a:gd name="T70" fmla="*/ 760672 w 12146"/>
                  <a:gd name="T71" fmla="*/ 1112626 h 9555"/>
                  <a:gd name="T72" fmla="*/ 1166553 w 12146"/>
                  <a:gd name="T73" fmla="*/ 1517650 h 9555"/>
                  <a:gd name="T74" fmla="*/ 1521502 w 12146"/>
                  <a:gd name="T75" fmla="*/ 1112626 h 9555"/>
                  <a:gd name="T76" fmla="*/ 1724284 w 12146"/>
                  <a:gd name="T77" fmla="*/ 656775 h 95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46"/>
                  <a:gd name="T118" fmla="*/ 0 h 9555"/>
                  <a:gd name="T119" fmla="*/ 12146 w 12146"/>
                  <a:gd name="T120" fmla="*/ 9555 h 95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 name="TextBox 33">
              <a:extLst>
                <a:ext uri="{FF2B5EF4-FFF2-40B4-BE49-F238E27FC236}">
                  <a16:creationId xmlns:a16="http://schemas.microsoft.com/office/drawing/2014/main" id="{CB995F27-C09F-7B6A-0220-39BBFE378687}"/>
                </a:ext>
              </a:extLst>
            </p:cNvPr>
            <p:cNvSpPr txBox="1">
              <a:spLocks noChangeArrowheads="1"/>
            </p:cNvSpPr>
            <p:nvPr/>
          </p:nvSpPr>
          <p:spPr bwMode="auto">
            <a:xfrm>
              <a:off x="728742" y="235719"/>
              <a:ext cx="34832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latin typeface="微软雅黑" panose="020B0503020204020204" pitchFamily="34" charset="-122"/>
                  <a:ea typeface="微软雅黑" panose="020B0503020204020204" pitchFamily="34" charset="-122"/>
                </a:rPr>
                <a:t>Overall</a:t>
              </a:r>
              <a:endParaRPr lang="zh-CN" altLang="en-US" sz="2000" b="1" dirty="0">
                <a:latin typeface="微软雅黑" panose="020B0503020204020204" pitchFamily="34" charset="-122"/>
                <a:ea typeface="微软雅黑" panose="020B0503020204020204" pitchFamily="34" charset="-122"/>
              </a:endParaRPr>
            </a:p>
          </p:txBody>
        </p:sp>
      </p:grpSp>
      <p:pic>
        <p:nvPicPr>
          <p:cNvPr id="9" name="图片 8">
            <a:extLst>
              <a:ext uri="{FF2B5EF4-FFF2-40B4-BE49-F238E27FC236}">
                <a16:creationId xmlns:a16="http://schemas.microsoft.com/office/drawing/2014/main" id="{0AF6C20E-4AD6-EF4F-660B-E7046527E9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670" y="626285"/>
            <a:ext cx="3308839" cy="2231216"/>
          </a:xfrm>
          <a:prstGeom prst="rect">
            <a:avLst/>
          </a:prstGeom>
        </p:spPr>
      </p:pic>
      <p:pic>
        <p:nvPicPr>
          <p:cNvPr id="12" name="图片 11">
            <a:extLst>
              <a:ext uri="{FF2B5EF4-FFF2-40B4-BE49-F238E27FC236}">
                <a16:creationId xmlns:a16="http://schemas.microsoft.com/office/drawing/2014/main" id="{EAEA76BA-07F6-36CE-DB70-3D01845EB7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7959" y="2137440"/>
            <a:ext cx="4840942" cy="3473754"/>
          </a:xfrm>
          <a:prstGeom prst="rect">
            <a:avLst/>
          </a:prstGeom>
        </p:spPr>
      </p:pic>
    </p:spTree>
    <p:extLst>
      <p:ext uri="{BB962C8B-B14F-4D97-AF65-F5344CB8AC3E}">
        <p14:creationId xmlns:p14="http://schemas.microsoft.com/office/powerpoint/2010/main" val="3184889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4102-B6FD-0D7C-A6E8-426548B57D31}"/>
            </a:ext>
          </a:extLst>
        </p:cNvPr>
        <p:cNvGrpSpPr/>
        <p:nvPr/>
      </p:nvGrpSpPr>
      <p:grpSpPr>
        <a:xfrm>
          <a:off x="0" y="0"/>
          <a:ext cx="0" cy="0"/>
          <a:chOff x="0" y="0"/>
          <a:chExt cx="0" cy="0"/>
        </a:xfrm>
      </p:grpSpPr>
      <p:grpSp>
        <p:nvGrpSpPr>
          <p:cNvPr id="2" name="组合 31">
            <a:extLst>
              <a:ext uri="{FF2B5EF4-FFF2-40B4-BE49-F238E27FC236}">
                <a16:creationId xmlns:a16="http://schemas.microsoft.com/office/drawing/2014/main" id="{F35FD9CB-E6AD-AC1E-714B-925C1DB075E1}"/>
              </a:ext>
            </a:extLst>
          </p:cNvPr>
          <p:cNvGrpSpPr>
            <a:grpSpLocks/>
          </p:cNvGrpSpPr>
          <p:nvPr/>
        </p:nvGrpSpPr>
        <p:grpSpPr bwMode="auto">
          <a:xfrm>
            <a:off x="274638" y="217488"/>
            <a:ext cx="3937000" cy="436562"/>
            <a:chOff x="274214" y="217809"/>
            <a:chExt cx="3937746" cy="435930"/>
          </a:xfrm>
        </p:grpSpPr>
        <p:grpSp>
          <p:nvGrpSpPr>
            <p:cNvPr id="3" name="组合 32">
              <a:extLst>
                <a:ext uri="{FF2B5EF4-FFF2-40B4-BE49-F238E27FC236}">
                  <a16:creationId xmlns:a16="http://schemas.microsoft.com/office/drawing/2014/main" id="{96307FD9-BF7E-BB62-7C69-602B334794D6}"/>
                </a:ext>
              </a:extLst>
            </p:cNvPr>
            <p:cNvGrpSpPr>
              <a:grpSpLocks/>
            </p:cNvGrpSpPr>
            <p:nvPr/>
          </p:nvGrpSpPr>
          <p:grpSpPr bwMode="auto">
            <a:xfrm>
              <a:off x="274214" y="217809"/>
              <a:ext cx="454527" cy="435930"/>
              <a:chOff x="683568" y="1489348"/>
              <a:chExt cx="2638425" cy="2530475"/>
            </a:xfrm>
          </p:grpSpPr>
          <p:sp>
            <p:nvSpPr>
              <p:cNvPr id="5" name="Freeform 7">
                <a:extLst>
                  <a:ext uri="{FF2B5EF4-FFF2-40B4-BE49-F238E27FC236}">
                    <a16:creationId xmlns:a16="http://schemas.microsoft.com/office/drawing/2014/main" id="{5EBAC0A5-F5BF-C714-2F10-15A61EF17343}"/>
                  </a:ext>
                </a:extLst>
              </p:cNvPr>
              <p:cNvSpPr>
                <a:spLocks noChangeArrowheads="1"/>
              </p:cNvSpPr>
              <p:nvPr/>
            </p:nvSpPr>
            <p:spPr bwMode="auto">
              <a:xfrm>
                <a:off x="683568" y="1489348"/>
                <a:ext cx="2638425" cy="1771650"/>
              </a:xfrm>
              <a:custGeom>
                <a:avLst/>
                <a:gdLst>
                  <a:gd name="T0" fmla="*/ 0 w 16620"/>
                  <a:gd name="T1" fmla="*/ 708469 h 11158"/>
                  <a:gd name="T2" fmla="*/ 10319 w 16620"/>
                  <a:gd name="T3" fmla="*/ 711327 h 11158"/>
                  <a:gd name="T4" fmla="*/ 20320 w 16620"/>
                  <a:gd name="T5" fmla="*/ 713550 h 11158"/>
                  <a:gd name="T6" fmla="*/ 29845 w 16620"/>
                  <a:gd name="T7" fmla="*/ 715932 h 11158"/>
                  <a:gd name="T8" fmla="*/ 39053 w 16620"/>
                  <a:gd name="T9" fmla="*/ 717837 h 11158"/>
                  <a:gd name="T10" fmla="*/ 56039 w 16620"/>
                  <a:gd name="T11" fmla="*/ 721648 h 11158"/>
                  <a:gd name="T12" fmla="*/ 71438 w 16620"/>
                  <a:gd name="T13" fmla="*/ 725300 h 11158"/>
                  <a:gd name="T14" fmla="*/ 78581 w 16620"/>
                  <a:gd name="T15" fmla="*/ 727205 h 11158"/>
                  <a:gd name="T16" fmla="*/ 85408 w 16620"/>
                  <a:gd name="T17" fmla="*/ 728952 h 11158"/>
                  <a:gd name="T18" fmla="*/ 91916 w 16620"/>
                  <a:gd name="T19" fmla="*/ 730857 h 11158"/>
                  <a:gd name="T20" fmla="*/ 97790 w 16620"/>
                  <a:gd name="T21" fmla="*/ 732921 h 11158"/>
                  <a:gd name="T22" fmla="*/ 103505 w 16620"/>
                  <a:gd name="T23" fmla="*/ 735303 h 11158"/>
                  <a:gd name="T24" fmla="*/ 108903 w 16620"/>
                  <a:gd name="T25" fmla="*/ 737526 h 11158"/>
                  <a:gd name="T26" fmla="*/ 113824 w 16620"/>
                  <a:gd name="T27" fmla="*/ 740384 h 11158"/>
                  <a:gd name="T28" fmla="*/ 118586 w 16620"/>
                  <a:gd name="T29" fmla="*/ 743401 h 11158"/>
                  <a:gd name="T30" fmla="*/ 122873 w 16620"/>
                  <a:gd name="T31" fmla="*/ 746576 h 11158"/>
                  <a:gd name="T32" fmla="*/ 126841 w 16620"/>
                  <a:gd name="T33" fmla="*/ 750228 h 11158"/>
                  <a:gd name="T34" fmla="*/ 130493 w 16620"/>
                  <a:gd name="T35" fmla="*/ 754198 h 11158"/>
                  <a:gd name="T36" fmla="*/ 133826 w 16620"/>
                  <a:gd name="T37" fmla="*/ 758802 h 11158"/>
                  <a:gd name="T38" fmla="*/ 136843 w 16620"/>
                  <a:gd name="T39" fmla="*/ 763724 h 11158"/>
                  <a:gd name="T40" fmla="*/ 139700 w 16620"/>
                  <a:gd name="T41" fmla="*/ 769282 h 11158"/>
                  <a:gd name="T42" fmla="*/ 142081 w 16620"/>
                  <a:gd name="T43" fmla="*/ 775156 h 11158"/>
                  <a:gd name="T44" fmla="*/ 144304 w 16620"/>
                  <a:gd name="T45" fmla="*/ 781825 h 11158"/>
                  <a:gd name="T46" fmla="*/ 146209 w 16620"/>
                  <a:gd name="T47" fmla="*/ 788970 h 11158"/>
                  <a:gd name="T48" fmla="*/ 147955 w 16620"/>
                  <a:gd name="T49" fmla="*/ 796909 h 11158"/>
                  <a:gd name="T50" fmla="*/ 149225 w 16620"/>
                  <a:gd name="T51" fmla="*/ 805483 h 11158"/>
                  <a:gd name="T52" fmla="*/ 150336 w 16620"/>
                  <a:gd name="T53" fmla="*/ 815010 h 11158"/>
                  <a:gd name="T54" fmla="*/ 151289 w 16620"/>
                  <a:gd name="T55" fmla="*/ 825013 h 11158"/>
                  <a:gd name="T56" fmla="*/ 151765 w 16620"/>
                  <a:gd name="T57" fmla="*/ 835810 h 11158"/>
                  <a:gd name="T58" fmla="*/ 152083 w 16620"/>
                  <a:gd name="T59" fmla="*/ 847718 h 11158"/>
                  <a:gd name="T60" fmla="*/ 152241 w 16620"/>
                  <a:gd name="T61" fmla="*/ 860420 h 11158"/>
                  <a:gd name="T62" fmla="*/ 152241 w 16620"/>
                  <a:gd name="T63" fmla="*/ 1771650 h 11158"/>
                  <a:gd name="T64" fmla="*/ 253683 w 16620"/>
                  <a:gd name="T65" fmla="*/ 1771650 h 11158"/>
                  <a:gd name="T66" fmla="*/ 253683 w 16620"/>
                  <a:gd name="T67" fmla="*/ 860420 h 11158"/>
                  <a:gd name="T68" fmla="*/ 1322388 w 16620"/>
                  <a:gd name="T69" fmla="*/ 1462508 h 11158"/>
                  <a:gd name="T70" fmla="*/ 2622074 w 16620"/>
                  <a:gd name="T71" fmla="*/ 681477 h 11158"/>
                  <a:gd name="T72" fmla="*/ 2638425 w 16620"/>
                  <a:gd name="T73" fmla="*/ 607328 h 11158"/>
                  <a:gd name="T74" fmla="*/ 1319213 w 16620"/>
                  <a:gd name="T75" fmla="*/ 0 h 11158"/>
                  <a:gd name="T76" fmla="*/ 0 w 16620"/>
                  <a:gd name="T77" fmla="*/ 607328 h 11158"/>
                  <a:gd name="T78" fmla="*/ 0 w 16620"/>
                  <a:gd name="T79" fmla="*/ 708469 h 111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620"/>
                  <a:gd name="T121" fmla="*/ 0 h 11158"/>
                  <a:gd name="T122" fmla="*/ 16620 w 16620"/>
                  <a:gd name="T123" fmla="*/ 11158 h 1115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 name="Freeform 8">
                <a:extLst>
                  <a:ext uri="{FF2B5EF4-FFF2-40B4-BE49-F238E27FC236}">
                    <a16:creationId xmlns:a16="http://schemas.microsoft.com/office/drawing/2014/main" id="{6D2F2242-3909-1DC9-7F0F-C05A355C4266}"/>
                  </a:ext>
                </a:extLst>
              </p:cNvPr>
              <p:cNvSpPr>
                <a:spLocks noChangeArrowheads="1"/>
              </p:cNvSpPr>
              <p:nvPr/>
            </p:nvSpPr>
            <p:spPr bwMode="auto">
              <a:xfrm>
                <a:off x="1039168" y="2502173"/>
                <a:ext cx="1927225" cy="1517650"/>
              </a:xfrm>
              <a:custGeom>
                <a:avLst/>
                <a:gdLst>
                  <a:gd name="T0" fmla="*/ 1750148 w 12146"/>
                  <a:gd name="T1" fmla="*/ 654710 h 9555"/>
                  <a:gd name="T2" fmla="*/ 1785373 w 12146"/>
                  <a:gd name="T3" fmla="*/ 652327 h 9555"/>
                  <a:gd name="T4" fmla="*/ 1806476 w 12146"/>
                  <a:gd name="T5" fmla="*/ 650580 h 9555"/>
                  <a:gd name="T6" fmla="*/ 1825834 w 12146"/>
                  <a:gd name="T7" fmla="*/ 648515 h 9555"/>
                  <a:gd name="T8" fmla="*/ 1843288 w 12146"/>
                  <a:gd name="T9" fmla="*/ 645656 h 9555"/>
                  <a:gd name="T10" fmla="*/ 1859155 w 12146"/>
                  <a:gd name="T11" fmla="*/ 641844 h 9555"/>
                  <a:gd name="T12" fmla="*/ 1873118 w 12146"/>
                  <a:gd name="T13" fmla="*/ 636921 h 9555"/>
                  <a:gd name="T14" fmla="*/ 1885494 w 12146"/>
                  <a:gd name="T15" fmla="*/ 630250 h 9555"/>
                  <a:gd name="T16" fmla="*/ 1895967 w 12146"/>
                  <a:gd name="T17" fmla="*/ 621990 h 9555"/>
                  <a:gd name="T18" fmla="*/ 1905011 w 12146"/>
                  <a:gd name="T19" fmla="*/ 611666 h 9555"/>
                  <a:gd name="T20" fmla="*/ 1912469 w 12146"/>
                  <a:gd name="T21" fmla="*/ 598960 h 9555"/>
                  <a:gd name="T22" fmla="*/ 1918339 w 12146"/>
                  <a:gd name="T23" fmla="*/ 583394 h 9555"/>
                  <a:gd name="T24" fmla="*/ 1922624 w 12146"/>
                  <a:gd name="T25" fmla="*/ 565287 h 9555"/>
                  <a:gd name="T26" fmla="*/ 1925638 w 12146"/>
                  <a:gd name="T27" fmla="*/ 543686 h 9555"/>
                  <a:gd name="T28" fmla="*/ 1926908 w 12146"/>
                  <a:gd name="T29" fmla="*/ 518749 h 9555"/>
                  <a:gd name="T30" fmla="*/ 1927225 w 12146"/>
                  <a:gd name="T31" fmla="*/ 49079 h 9555"/>
                  <a:gd name="T32" fmla="*/ 964882 w 12146"/>
                  <a:gd name="T33" fmla="*/ 557822 h 9555"/>
                  <a:gd name="T34" fmla="*/ 0 w 12146"/>
                  <a:gd name="T35" fmla="*/ 49079 h 9555"/>
                  <a:gd name="T36" fmla="*/ 0 w 12146"/>
                  <a:gd name="T37" fmla="*/ 517637 h 9555"/>
                  <a:gd name="T38" fmla="*/ 1111 w 12146"/>
                  <a:gd name="T39" fmla="*/ 540350 h 9555"/>
                  <a:gd name="T40" fmla="*/ 3015 w 12146"/>
                  <a:gd name="T41" fmla="*/ 559728 h 9555"/>
                  <a:gd name="T42" fmla="*/ 6030 w 12146"/>
                  <a:gd name="T43" fmla="*/ 576246 h 9555"/>
                  <a:gd name="T44" fmla="*/ 10155 w 12146"/>
                  <a:gd name="T45" fmla="*/ 590065 h 9555"/>
                  <a:gd name="T46" fmla="*/ 15391 w 12146"/>
                  <a:gd name="T47" fmla="*/ 601660 h 9555"/>
                  <a:gd name="T48" fmla="*/ 21738 w 12146"/>
                  <a:gd name="T49" fmla="*/ 611031 h 9555"/>
                  <a:gd name="T50" fmla="*/ 29354 w 12146"/>
                  <a:gd name="T51" fmla="*/ 618814 h 9555"/>
                  <a:gd name="T52" fmla="*/ 38240 w 12146"/>
                  <a:gd name="T53" fmla="*/ 625008 h 9555"/>
                  <a:gd name="T54" fmla="*/ 48712 w 12146"/>
                  <a:gd name="T55" fmla="*/ 630091 h 9555"/>
                  <a:gd name="T56" fmla="*/ 60454 w 12146"/>
                  <a:gd name="T57" fmla="*/ 634379 h 9555"/>
                  <a:gd name="T58" fmla="*/ 73624 w 12146"/>
                  <a:gd name="T59" fmla="*/ 638191 h 9555"/>
                  <a:gd name="T60" fmla="*/ 96155 w 12146"/>
                  <a:gd name="T61" fmla="*/ 643433 h 9555"/>
                  <a:gd name="T62" fmla="*/ 122336 w 12146"/>
                  <a:gd name="T63" fmla="*/ 649468 h 9555"/>
                  <a:gd name="T64" fmla="*/ 141852 w 12146"/>
                  <a:gd name="T65" fmla="*/ 654075 h 9555"/>
                  <a:gd name="T66" fmla="*/ 152166 w 12146"/>
                  <a:gd name="T67" fmla="*/ 1112626 h 9555"/>
                  <a:gd name="T68" fmla="*/ 405723 w 12146"/>
                  <a:gd name="T69" fmla="*/ 1517650 h 9555"/>
                  <a:gd name="T70" fmla="*/ 760672 w 12146"/>
                  <a:gd name="T71" fmla="*/ 1112626 h 9555"/>
                  <a:gd name="T72" fmla="*/ 1166553 w 12146"/>
                  <a:gd name="T73" fmla="*/ 1517650 h 9555"/>
                  <a:gd name="T74" fmla="*/ 1521502 w 12146"/>
                  <a:gd name="T75" fmla="*/ 1112626 h 9555"/>
                  <a:gd name="T76" fmla="*/ 1724284 w 12146"/>
                  <a:gd name="T77" fmla="*/ 656775 h 95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46"/>
                  <a:gd name="T118" fmla="*/ 0 h 9555"/>
                  <a:gd name="T119" fmla="*/ 12146 w 12146"/>
                  <a:gd name="T120" fmla="*/ 9555 h 95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 name="TextBox 33">
              <a:extLst>
                <a:ext uri="{FF2B5EF4-FFF2-40B4-BE49-F238E27FC236}">
                  <a16:creationId xmlns:a16="http://schemas.microsoft.com/office/drawing/2014/main" id="{E90E6975-E0F2-DF26-9D7C-34D0900653E6}"/>
                </a:ext>
              </a:extLst>
            </p:cNvPr>
            <p:cNvSpPr txBox="1">
              <a:spLocks noChangeArrowheads="1"/>
            </p:cNvSpPr>
            <p:nvPr/>
          </p:nvSpPr>
          <p:spPr bwMode="auto">
            <a:xfrm>
              <a:off x="728742" y="235719"/>
              <a:ext cx="34832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latin typeface="微软雅黑" panose="020B0503020204020204" pitchFamily="34" charset="-122"/>
                  <a:ea typeface="微软雅黑" panose="020B0503020204020204" pitchFamily="34" charset="-122"/>
                </a:rPr>
                <a:t>Our UI</a:t>
              </a:r>
              <a:endParaRPr lang="zh-CN" altLang="en-US" sz="2000" b="1" dirty="0">
                <a:latin typeface="微软雅黑" panose="020B0503020204020204" pitchFamily="34" charset="-122"/>
                <a:ea typeface="微软雅黑" panose="020B0503020204020204" pitchFamily="34" charset="-122"/>
              </a:endParaRPr>
            </a:p>
          </p:txBody>
        </p:sp>
      </p:grpSp>
      <p:pic>
        <p:nvPicPr>
          <p:cNvPr id="8" name="图片 7">
            <a:extLst>
              <a:ext uri="{FF2B5EF4-FFF2-40B4-BE49-F238E27FC236}">
                <a16:creationId xmlns:a16="http://schemas.microsoft.com/office/drawing/2014/main" id="{20DF98D3-11CC-EC9B-95BF-6BD5BF83E0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9814" y="302149"/>
            <a:ext cx="5076854" cy="3990502"/>
          </a:xfrm>
          <a:prstGeom prst="rect">
            <a:avLst/>
          </a:prstGeom>
        </p:spPr>
      </p:pic>
      <p:sp>
        <p:nvSpPr>
          <p:cNvPr id="10" name="文本框 9">
            <a:extLst>
              <a:ext uri="{FF2B5EF4-FFF2-40B4-BE49-F238E27FC236}">
                <a16:creationId xmlns:a16="http://schemas.microsoft.com/office/drawing/2014/main" id="{416C2169-457D-BE87-AB66-E6BE9B1CCFC7}"/>
              </a:ext>
            </a:extLst>
          </p:cNvPr>
          <p:cNvSpPr txBox="1"/>
          <p:nvPr/>
        </p:nvSpPr>
        <p:spPr>
          <a:xfrm>
            <a:off x="1745980" y="4513638"/>
            <a:ext cx="6264522" cy="646331"/>
          </a:xfrm>
          <a:prstGeom prst="rect">
            <a:avLst/>
          </a:prstGeom>
          <a:noFill/>
        </p:spPr>
        <p:txBody>
          <a:bodyPr wrap="square">
            <a:spAutoFit/>
          </a:bodyPr>
          <a:lstStyle/>
          <a:p>
            <a:r>
              <a:rPr lang="zh-CN" altLang="en-US" dirty="0"/>
              <a:t>The three buttons at the top of the interface are used to select the difficulty level</a:t>
            </a:r>
            <a:r>
              <a:rPr lang="en-US" altLang="zh-CN" dirty="0"/>
              <a:t>.</a:t>
            </a:r>
            <a:endParaRPr lang="zh-CN" altLang="en-US" dirty="0"/>
          </a:p>
        </p:txBody>
      </p:sp>
    </p:spTree>
    <p:extLst>
      <p:ext uri="{BB962C8B-B14F-4D97-AF65-F5344CB8AC3E}">
        <p14:creationId xmlns:p14="http://schemas.microsoft.com/office/powerpoint/2010/main" val="777259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DB27C-CD1D-9118-514A-0832680B7988}"/>
            </a:ext>
          </a:extLst>
        </p:cNvPr>
        <p:cNvGrpSpPr/>
        <p:nvPr/>
      </p:nvGrpSpPr>
      <p:grpSpPr>
        <a:xfrm>
          <a:off x="0" y="0"/>
          <a:ext cx="0" cy="0"/>
          <a:chOff x="0" y="0"/>
          <a:chExt cx="0" cy="0"/>
        </a:xfrm>
      </p:grpSpPr>
      <p:grpSp>
        <p:nvGrpSpPr>
          <p:cNvPr id="2" name="组合 31">
            <a:extLst>
              <a:ext uri="{FF2B5EF4-FFF2-40B4-BE49-F238E27FC236}">
                <a16:creationId xmlns:a16="http://schemas.microsoft.com/office/drawing/2014/main" id="{6D2057DC-A1A6-3F36-1FA4-2A0348D33E37}"/>
              </a:ext>
            </a:extLst>
          </p:cNvPr>
          <p:cNvGrpSpPr>
            <a:grpSpLocks/>
          </p:cNvGrpSpPr>
          <p:nvPr/>
        </p:nvGrpSpPr>
        <p:grpSpPr bwMode="auto">
          <a:xfrm>
            <a:off x="274638" y="217488"/>
            <a:ext cx="3937000" cy="436562"/>
            <a:chOff x="274214" y="217809"/>
            <a:chExt cx="3937746" cy="435930"/>
          </a:xfrm>
        </p:grpSpPr>
        <p:grpSp>
          <p:nvGrpSpPr>
            <p:cNvPr id="3" name="组合 32">
              <a:extLst>
                <a:ext uri="{FF2B5EF4-FFF2-40B4-BE49-F238E27FC236}">
                  <a16:creationId xmlns:a16="http://schemas.microsoft.com/office/drawing/2014/main" id="{33879FB1-7E10-6575-9229-A8A243B75C64}"/>
                </a:ext>
              </a:extLst>
            </p:cNvPr>
            <p:cNvGrpSpPr>
              <a:grpSpLocks/>
            </p:cNvGrpSpPr>
            <p:nvPr/>
          </p:nvGrpSpPr>
          <p:grpSpPr bwMode="auto">
            <a:xfrm>
              <a:off x="274214" y="217809"/>
              <a:ext cx="454527" cy="435930"/>
              <a:chOff x="683568" y="1489348"/>
              <a:chExt cx="2638425" cy="2530475"/>
            </a:xfrm>
          </p:grpSpPr>
          <p:sp>
            <p:nvSpPr>
              <p:cNvPr id="5" name="Freeform 7">
                <a:extLst>
                  <a:ext uri="{FF2B5EF4-FFF2-40B4-BE49-F238E27FC236}">
                    <a16:creationId xmlns:a16="http://schemas.microsoft.com/office/drawing/2014/main" id="{C3D9F846-F76C-9538-7428-C58AF319EFFD}"/>
                  </a:ext>
                </a:extLst>
              </p:cNvPr>
              <p:cNvSpPr>
                <a:spLocks noChangeArrowheads="1"/>
              </p:cNvSpPr>
              <p:nvPr/>
            </p:nvSpPr>
            <p:spPr bwMode="auto">
              <a:xfrm>
                <a:off x="683568" y="1489348"/>
                <a:ext cx="2638425" cy="1771650"/>
              </a:xfrm>
              <a:custGeom>
                <a:avLst/>
                <a:gdLst>
                  <a:gd name="T0" fmla="*/ 0 w 16620"/>
                  <a:gd name="T1" fmla="*/ 708469 h 11158"/>
                  <a:gd name="T2" fmla="*/ 10319 w 16620"/>
                  <a:gd name="T3" fmla="*/ 711327 h 11158"/>
                  <a:gd name="T4" fmla="*/ 20320 w 16620"/>
                  <a:gd name="T5" fmla="*/ 713550 h 11158"/>
                  <a:gd name="T6" fmla="*/ 29845 w 16620"/>
                  <a:gd name="T7" fmla="*/ 715932 h 11158"/>
                  <a:gd name="T8" fmla="*/ 39053 w 16620"/>
                  <a:gd name="T9" fmla="*/ 717837 h 11158"/>
                  <a:gd name="T10" fmla="*/ 56039 w 16620"/>
                  <a:gd name="T11" fmla="*/ 721648 h 11158"/>
                  <a:gd name="T12" fmla="*/ 71438 w 16620"/>
                  <a:gd name="T13" fmla="*/ 725300 h 11158"/>
                  <a:gd name="T14" fmla="*/ 78581 w 16620"/>
                  <a:gd name="T15" fmla="*/ 727205 h 11158"/>
                  <a:gd name="T16" fmla="*/ 85408 w 16620"/>
                  <a:gd name="T17" fmla="*/ 728952 h 11158"/>
                  <a:gd name="T18" fmla="*/ 91916 w 16620"/>
                  <a:gd name="T19" fmla="*/ 730857 h 11158"/>
                  <a:gd name="T20" fmla="*/ 97790 w 16620"/>
                  <a:gd name="T21" fmla="*/ 732921 h 11158"/>
                  <a:gd name="T22" fmla="*/ 103505 w 16620"/>
                  <a:gd name="T23" fmla="*/ 735303 h 11158"/>
                  <a:gd name="T24" fmla="*/ 108903 w 16620"/>
                  <a:gd name="T25" fmla="*/ 737526 h 11158"/>
                  <a:gd name="T26" fmla="*/ 113824 w 16620"/>
                  <a:gd name="T27" fmla="*/ 740384 h 11158"/>
                  <a:gd name="T28" fmla="*/ 118586 w 16620"/>
                  <a:gd name="T29" fmla="*/ 743401 h 11158"/>
                  <a:gd name="T30" fmla="*/ 122873 w 16620"/>
                  <a:gd name="T31" fmla="*/ 746576 h 11158"/>
                  <a:gd name="T32" fmla="*/ 126841 w 16620"/>
                  <a:gd name="T33" fmla="*/ 750228 h 11158"/>
                  <a:gd name="T34" fmla="*/ 130493 w 16620"/>
                  <a:gd name="T35" fmla="*/ 754198 h 11158"/>
                  <a:gd name="T36" fmla="*/ 133826 w 16620"/>
                  <a:gd name="T37" fmla="*/ 758802 h 11158"/>
                  <a:gd name="T38" fmla="*/ 136843 w 16620"/>
                  <a:gd name="T39" fmla="*/ 763724 h 11158"/>
                  <a:gd name="T40" fmla="*/ 139700 w 16620"/>
                  <a:gd name="T41" fmla="*/ 769282 h 11158"/>
                  <a:gd name="T42" fmla="*/ 142081 w 16620"/>
                  <a:gd name="T43" fmla="*/ 775156 h 11158"/>
                  <a:gd name="T44" fmla="*/ 144304 w 16620"/>
                  <a:gd name="T45" fmla="*/ 781825 h 11158"/>
                  <a:gd name="T46" fmla="*/ 146209 w 16620"/>
                  <a:gd name="T47" fmla="*/ 788970 h 11158"/>
                  <a:gd name="T48" fmla="*/ 147955 w 16620"/>
                  <a:gd name="T49" fmla="*/ 796909 h 11158"/>
                  <a:gd name="T50" fmla="*/ 149225 w 16620"/>
                  <a:gd name="T51" fmla="*/ 805483 h 11158"/>
                  <a:gd name="T52" fmla="*/ 150336 w 16620"/>
                  <a:gd name="T53" fmla="*/ 815010 h 11158"/>
                  <a:gd name="T54" fmla="*/ 151289 w 16620"/>
                  <a:gd name="T55" fmla="*/ 825013 h 11158"/>
                  <a:gd name="T56" fmla="*/ 151765 w 16620"/>
                  <a:gd name="T57" fmla="*/ 835810 h 11158"/>
                  <a:gd name="T58" fmla="*/ 152083 w 16620"/>
                  <a:gd name="T59" fmla="*/ 847718 h 11158"/>
                  <a:gd name="T60" fmla="*/ 152241 w 16620"/>
                  <a:gd name="T61" fmla="*/ 860420 h 11158"/>
                  <a:gd name="T62" fmla="*/ 152241 w 16620"/>
                  <a:gd name="T63" fmla="*/ 1771650 h 11158"/>
                  <a:gd name="T64" fmla="*/ 253683 w 16620"/>
                  <a:gd name="T65" fmla="*/ 1771650 h 11158"/>
                  <a:gd name="T66" fmla="*/ 253683 w 16620"/>
                  <a:gd name="T67" fmla="*/ 860420 h 11158"/>
                  <a:gd name="T68" fmla="*/ 1322388 w 16620"/>
                  <a:gd name="T69" fmla="*/ 1462508 h 11158"/>
                  <a:gd name="T70" fmla="*/ 2622074 w 16620"/>
                  <a:gd name="T71" fmla="*/ 681477 h 11158"/>
                  <a:gd name="T72" fmla="*/ 2638425 w 16620"/>
                  <a:gd name="T73" fmla="*/ 607328 h 11158"/>
                  <a:gd name="T74" fmla="*/ 1319213 w 16620"/>
                  <a:gd name="T75" fmla="*/ 0 h 11158"/>
                  <a:gd name="T76" fmla="*/ 0 w 16620"/>
                  <a:gd name="T77" fmla="*/ 607328 h 11158"/>
                  <a:gd name="T78" fmla="*/ 0 w 16620"/>
                  <a:gd name="T79" fmla="*/ 708469 h 111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620"/>
                  <a:gd name="T121" fmla="*/ 0 h 11158"/>
                  <a:gd name="T122" fmla="*/ 16620 w 16620"/>
                  <a:gd name="T123" fmla="*/ 11158 h 1115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 name="Freeform 8">
                <a:extLst>
                  <a:ext uri="{FF2B5EF4-FFF2-40B4-BE49-F238E27FC236}">
                    <a16:creationId xmlns:a16="http://schemas.microsoft.com/office/drawing/2014/main" id="{5A79817F-EA0C-B312-8030-D49710EFD7D1}"/>
                  </a:ext>
                </a:extLst>
              </p:cNvPr>
              <p:cNvSpPr>
                <a:spLocks noChangeArrowheads="1"/>
              </p:cNvSpPr>
              <p:nvPr/>
            </p:nvSpPr>
            <p:spPr bwMode="auto">
              <a:xfrm>
                <a:off x="1039168" y="2502173"/>
                <a:ext cx="1927225" cy="1517650"/>
              </a:xfrm>
              <a:custGeom>
                <a:avLst/>
                <a:gdLst>
                  <a:gd name="T0" fmla="*/ 1750148 w 12146"/>
                  <a:gd name="T1" fmla="*/ 654710 h 9555"/>
                  <a:gd name="T2" fmla="*/ 1785373 w 12146"/>
                  <a:gd name="T3" fmla="*/ 652327 h 9555"/>
                  <a:gd name="T4" fmla="*/ 1806476 w 12146"/>
                  <a:gd name="T5" fmla="*/ 650580 h 9555"/>
                  <a:gd name="T6" fmla="*/ 1825834 w 12146"/>
                  <a:gd name="T7" fmla="*/ 648515 h 9555"/>
                  <a:gd name="T8" fmla="*/ 1843288 w 12146"/>
                  <a:gd name="T9" fmla="*/ 645656 h 9555"/>
                  <a:gd name="T10" fmla="*/ 1859155 w 12146"/>
                  <a:gd name="T11" fmla="*/ 641844 h 9555"/>
                  <a:gd name="T12" fmla="*/ 1873118 w 12146"/>
                  <a:gd name="T13" fmla="*/ 636921 h 9555"/>
                  <a:gd name="T14" fmla="*/ 1885494 w 12146"/>
                  <a:gd name="T15" fmla="*/ 630250 h 9555"/>
                  <a:gd name="T16" fmla="*/ 1895967 w 12146"/>
                  <a:gd name="T17" fmla="*/ 621990 h 9555"/>
                  <a:gd name="T18" fmla="*/ 1905011 w 12146"/>
                  <a:gd name="T19" fmla="*/ 611666 h 9555"/>
                  <a:gd name="T20" fmla="*/ 1912469 w 12146"/>
                  <a:gd name="T21" fmla="*/ 598960 h 9555"/>
                  <a:gd name="T22" fmla="*/ 1918339 w 12146"/>
                  <a:gd name="T23" fmla="*/ 583394 h 9555"/>
                  <a:gd name="T24" fmla="*/ 1922624 w 12146"/>
                  <a:gd name="T25" fmla="*/ 565287 h 9555"/>
                  <a:gd name="T26" fmla="*/ 1925638 w 12146"/>
                  <a:gd name="T27" fmla="*/ 543686 h 9555"/>
                  <a:gd name="T28" fmla="*/ 1926908 w 12146"/>
                  <a:gd name="T29" fmla="*/ 518749 h 9555"/>
                  <a:gd name="T30" fmla="*/ 1927225 w 12146"/>
                  <a:gd name="T31" fmla="*/ 49079 h 9555"/>
                  <a:gd name="T32" fmla="*/ 964882 w 12146"/>
                  <a:gd name="T33" fmla="*/ 557822 h 9555"/>
                  <a:gd name="T34" fmla="*/ 0 w 12146"/>
                  <a:gd name="T35" fmla="*/ 49079 h 9555"/>
                  <a:gd name="T36" fmla="*/ 0 w 12146"/>
                  <a:gd name="T37" fmla="*/ 517637 h 9555"/>
                  <a:gd name="T38" fmla="*/ 1111 w 12146"/>
                  <a:gd name="T39" fmla="*/ 540350 h 9555"/>
                  <a:gd name="T40" fmla="*/ 3015 w 12146"/>
                  <a:gd name="T41" fmla="*/ 559728 h 9555"/>
                  <a:gd name="T42" fmla="*/ 6030 w 12146"/>
                  <a:gd name="T43" fmla="*/ 576246 h 9555"/>
                  <a:gd name="T44" fmla="*/ 10155 w 12146"/>
                  <a:gd name="T45" fmla="*/ 590065 h 9555"/>
                  <a:gd name="T46" fmla="*/ 15391 w 12146"/>
                  <a:gd name="T47" fmla="*/ 601660 h 9555"/>
                  <a:gd name="T48" fmla="*/ 21738 w 12146"/>
                  <a:gd name="T49" fmla="*/ 611031 h 9555"/>
                  <a:gd name="T50" fmla="*/ 29354 w 12146"/>
                  <a:gd name="T51" fmla="*/ 618814 h 9555"/>
                  <a:gd name="T52" fmla="*/ 38240 w 12146"/>
                  <a:gd name="T53" fmla="*/ 625008 h 9555"/>
                  <a:gd name="T54" fmla="*/ 48712 w 12146"/>
                  <a:gd name="T55" fmla="*/ 630091 h 9555"/>
                  <a:gd name="T56" fmla="*/ 60454 w 12146"/>
                  <a:gd name="T57" fmla="*/ 634379 h 9555"/>
                  <a:gd name="T58" fmla="*/ 73624 w 12146"/>
                  <a:gd name="T59" fmla="*/ 638191 h 9555"/>
                  <a:gd name="T60" fmla="*/ 96155 w 12146"/>
                  <a:gd name="T61" fmla="*/ 643433 h 9555"/>
                  <a:gd name="T62" fmla="*/ 122336 w 12146"/>
                  <a:gd name="T63" fmla="*/ 649468 h 9555"/>
                  <a:gd name="T64" fmla="*/ 141852 w 12146"/>
                  <a:gd name="T65" fmla="*/ 654075 h 9555"/>
                  <a:gd name="T66" fmla="*/ 152166 w 12146"/>
                  <a:gd name="T67" fmla="*/ 1112626 h 9555"/>
                  <a:gd name="T68" fmla="*/ 405723 w 12146"/>
                  <a:gd name="T69" fmla="*/ 1517650 h 9555"/>
                  <a:gd name="T70" fmla="*/ 760672 w 12146"/>
                  <a:gd name="T71" fmla="*/ 1112626 h 9555"/>
                  <a:gd name="T72" fmla="*/ 1166553 w 12146"/>
                  <a:gd name="T73" fmla="*/ 1517650 h 9555"/>
                  <a:gd name="T74" fmla="*/ 1521502 w 12146"/>
                  <a:gd name="T75" fmla="*/ 1112626 h 9555"/>
                  <a:gd name="T76" fmla="*/ 1724284 w 12146"/>
                  <a:gd name="T77" fmla="*/ 656775 h 95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46"/>
                  <a:gd name="T118" fmla="*/ 0 h 9555"/>
                  <a:gd name="T119" fmla="*/ 12146 w 12146"/>
                  <a:gd name="T120" fmla="*/ 9555 h 95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 name="TextBox 33">
              <a:extLst>
                <a:ext uri="{FF2B5EF4-FFF2-40B4-BE49-F238E27FC236}">
                  <a16:creationId xmlns:a16="http://schemas.microsoft.com/office/drawing/2014/main" id="{C1FAD27F-B708-1F4D-3A4D-C3D806D2CEFE}"/>
                </a:ext>
              </a:extLst>
            </p:cNvPr>
            <p:cNvSpPr txBox="1">
              <a:spLocks noChangeArrowheads="1"/>
            </p:cNvSpPr>
            <p:nvPr/>
          </p:nvSpPr>
          <p:spPr bwMode="auto">
            <a:xfrm>
              <a:off x="728742" y="235719"/>
              <a:ext cx="34832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latin typeface="微软雅黑" panose="020B0503020204020204" pitchFamily="34" charset="-122"/>
                  <a:ea typeface="微软雅黑" panose="020B0503020204020204" pitchFamily="34" charset="-122"/>
                </a:rPr>
                <a:t>Our UI</a:t>
              </a:r>
              <a:endParaRPr lang="zh-CN" altLang="en-US" sz="2000" b="1" dirty="0">
                <a:latin typeface="微软雅黑" panose="020B0503020204020204" pitchFamily="34" charset="-122"/>
                <a:ea typeface="微软雅黑" panose="020B0503020204020204" pitchFamily="34" charset="-122"/>
              </a:endParaRPr>
            </a:p>
          </p:txBody>
        </p:sp>
      </p:grpSp>
      <p:pic>
        <p:nvPicPr>
          <p:cNvPr id="9" name="图片 8">
            <a:extLst>
              <a:ext uri="{FF2B5EF4-FFF2-40B4-BE49-F238E27FC236}">
                <a16:creationId xmlns:a16="http://schemas.microsoft.com/office/drawing/2014/main" id="{E1988CE9-E8A9-B22D-8A27-206432529A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228" y="985344"/>
            <a:ext cx="8191543" cy="2016053"/>
          </a:xfrm>
          <a:prstGeom prst="rect">
            <a:avLst/>
          </a:prstGeom>
        </p:spPr>
      </p:pic>
      <p:sp>
        <p:nvSpPr>
          <p:cNvPr id="11" name="文本框 10">
            <a:extLst>
              <a:ext uri="{FF2B5EF4-FFF2-40B4-BE49-F238E27FC236}">
                <a16:creationId xmlns:a16="http://schemas.microsoft.com/office/drawing/2014/main" id="{74A7834F-C3B2-D9C1-937C-871D802FDBFA}"/>
              </a:ext>
            </a:extLst>
          </p:cNvPr>
          <p:cNvSpPr txBox="1"/>
          <p:nvPr/>
        </p:nvSpPr>
        <p:spPr>
          <a:xfrm>
            <a:off x="611670" y="3361542"/>
            <a:ext cx="3888324" cy="1200329"/>
          </a:xfrm>
          <a:prstGeom prst="rect">
            <a:avLst/>
          </a:prstGeom>
          <a:noFill/>
        </p:spPr>
        <p:txBody>
          <a:bodyPr wrap="square">
            <a:spAutoFit/>
          </a:bodyPr>
          <a:lstStyle/>
          <a:p>
            <a:pPr marL="285750" indent="-285750">
              <a:buFont typeface="Wingdings" panose="05000000000000000000" pitchFamily="2" charset="2"/>
              <a:buChar char="n"/>
            </a:pPr>
            <a:r>
              <a:rPr lang="en-US" altLang="zh-CN" dirty="0"/>
              <a:t>When the input is confirmed for the first time, the difficulty button is locked to prevent card bugs and has unlimited answer times.</a:t>
            </a:r>
            <a:endParaRPr lang="zh-CN" altLang="en-US" dirty="0"/>
          </a:p>
        </p:txBody>
      </p:sp>
      <p:sp>
        <p:nvSpPr>
          <p:cNvPr id="13" name="文本框 12">
            <a:extLst>
              <a:ext uri="{FF2B5EF4-FFF2-40B4-BE49-F238E27FC236}">
                <a16:creationId xmlns:a16="http://schemas.microsoft.com/office/drawing/2014/main" id="{772BD44F-DE5A-A014-572E-4390CCF20930}"/>
              </a:ext>
            </a:extLst>
          </p:cNvPr>
          <p:cNvSpPr txBox="1"/>
          <p:nvPr/>
        </p:nvSpPr>
        <p:spPr>
          <a:xfrm>
            <a:off x="4860024" y="3361542"/>
            <a:ext cx="3168264" cy="923330"/>
          </a:xfrm>
          <a:prstGeom prst="rect">
            <a:avLst/>
          </a:prstGeom>
          <a:noFill/>
        </p:spPr>
        <p:txBody>
          <a:bodyPr wrap="square">
            <a:spAutoFit/>
          </a:bodyPr>
          <a:lstStyle/>
          <a:p>
            <a:pPr marL="285750" indent="-285750">
              <a:buFont typeface="Wingdings" panose="05000000000000000000" pitchFamily="2" charset="2"/>
              <a:buChar char="n"/>
            </a:pPr>
            <a:r>
              <a:rPr lang="zh-CN" altLang="en-US" dirty="0"/>
              <a:t>If the input ID cannot be found in the database, an error will be displayed</a:t>
            </a:r>
            <a:r>
              <a:rPr lang="en-US" altLang="zh-CN" dirty="0"/>
              <a:t>.</a:t>
            </a:r>
            <a:endParaRPr lang="zh-CN" altLang="en-US" dirty="0"/>
          </a:p>
        </p:txBody>
      </p:sp>
    </p:spTree>
    <p:extLst>
      <p:ext uri="{BB962C8B-B14F-4D97-AF65-F5344CB8AC3E}">
        <p14:creationId xmlns:p14="http://schemas.microsoft.com/office/powerpoint/2010/main" val="4173175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E1008-1327-92DE-67F5-B3AB6B71DECC}"/>
            </a:ext>
          </a:extLst>
        </p:cNvPr>
        <p:cNvGrpSpPr/>
        <p:nvPr/>
      </p:nvGrpSpPr>
      <p:grpSpPr>
        <a:xfrm>
          <a:off x="0" y="0"/>
          <a:ext cx="0" cy="0"/>
          <a:chOff x="0" y="0"/>
          <a:chExt cx="0" cy="0"/>
        </a:xfrm>
      </p:grpSpPr>
      <p:grpSp>
        <p:nvGrpSpPr>
          <p:cNvPr id="2" name="组合 31">
            <a:extLst>
              <a:ext uri="{FF2B5EF4-FFF2-40B4-BE49-F238E27FC236}">
                <a16:creationId xmlns:a16="http://schemas.microsoft.com/office/drawing/2014/main" id="{AA122A70-B990-5954-E7CC-333414340562}"/>
              </a:ext>
            </a:extLst>
          </p:cNvPr>
          <p:cNvGrpSpPr>
            <a:grpSpLocks/>
          </p:cNvGrpSpPr>
          <p:nvPr/>
        </p:nvGrpSpPr>
        <p:grpSpPr bwMode="auto">
          <a:xfrm>
            <a:off x="274638" y="217488"/>
            <a:ext cx="3937000" cy="436562"/>
            <a:chOff x="274214" y="217809"/>
            <a:chExt cx="3937746" cy="435930"/>
          </a:xfrm>
        </p:grpSpPr>
        <p:grpSp>
          <p:nvGrpSpPr>
            <p:cNvPr id="3" name="组合 32">
              <a:extLst>
                <a:ext uri="{FF2B5EF4-FFF2-40B4-BE49-F238E27FC236}">
                  <a16:creationId xmlns:a16="http://schemas.microsoft.com/office/drawing/2014/main" id="{7C437FFD-FA48-F546-3A61-161685193C67}"/>
                </a:ext>
              </a:extLst>
            </p:cNvPr>
            <p:cNvGrpSpPr>
              <a:grpSpLocks/>
            </p:cNvGrpSpPr>
            <p:nvPr/>
          </p:nvGrpSpPr>
          <p:grpSpPr bwMode="auto">
            <a:xfrm>
              <a:off x="274214" y="217809"/>
              <a:ext cx="454527" cy="435930"/>
              <a:chOff x="683568" y="1489348"/>
              <a:chExt cx="2638425" cy="2530475"/>
            </a:xfrm>
          </p:grpSpPr>
          <p:sp>
            <p:nvSpPr>
              <p:cNvPr id="5" name="Freeform 7">
                <a:extLst>
                  <a:ext uri="{FF2B5EF4-FFF2-40B4-BE49-F238E27FC236}">
                    <a16:creationId xmlns:a16="http://schemas.microsoft.com/office/drawing/2014/main" id="{4324374A-74EF-C206-C164-2D98AD55A44B}"/>
                  </a:ext>
                </a:extLst>
              </p:cNvPr>
              <p:cNvSpPr>
                <a:spLocks noChangeArrowheads="1"/>
              </p:cNvSpPr>
              <p:nvPr/>
            </p:nvSpPr>
            <p:spPr bwMode="auto">
              <a:xfrm>
                <a:off x="683568" y="1489348"/>
                <a:ext cx="2638425" cy="1771650"/>
              </a:xfrm>
              <a:custGeom>
                <a:avLst/>
                <a:gdLst>
                  <a:gd name="T0" fmla="*/ 0 w 16620"/>
                  <a:gd name="T1" fmla="*/ 708469 h 11158"/>
                  <a:gd name="T2" fmla="*/ 10319 w 16620"/>
                  <a:gd name="T3" fmla="*/ 711327 h 11158"/>
                  <a:gd name="T4" fmla="*/ 20320 w 16620"/>
                  <a:gd name="T5" fmla="*/ 713550 h 11158"/>
                  <a:gd name="T6" fmla="*/ 29845 w 16620"/>
                  <a:gd name="T7" fmla="*/ 715932 h 11158"/>
                  <a:gd name="T8" fmla="*/ 39053 w 16620"/>
                  <a:gd name="T9" fmla="*/ 717837 h 11158"/>
                  <a:gd name="T10" fmla="*/ 56039 w 16620"/>
                  <a:gd name="T11" fmla="*/ 721648 h 11158"/>
                  <a:gd name="T12" fmla="*/ 71438 w 16620"/>
                  <a:gd name="T13" fmla="*/ 725300 h 11158"/>
                  <a:gd name="T14" fmla="*/ 78581 w 16620"/>
                  <a:gd name="T15" fmla="*/ 727205 h 11158"/>
                  <a:gd name="T16" fmla="*/ 85408 w 16620"/>
                  <a:gd name="T17" fmla="*/ 728952 h 11158"/>
                  <a:gd name="T18" fmla="*/ 91916 w 16620"/>
                  <a:gd name="T19" fmla="*/ 730857 h 11158"/>
                  <a:gd name="T20" fmla="*/ 97790 w 16620"/>
                  <a:gd name="T21" fmla="*/ 732921 h 11158"/>
                  <a:gd name="T22" fmla="*/ 103505 w 16620"/>
                  <a:gd name="T23" fmla="*/ 735303 h 11158"/>
                  <a:gd name="T24" fmla="*/ 108903 w 16620"/>
                  <a:gd name="T25" fmla="*/ 737526 h 11158"/>
                  <a:gd name="T26" fmla="*/ 113824 w 16620"/>
                  <a:gd name="T27" fmla="*/ 740384 h 11158"/>
                  <a:gd name="T28" fmla="*/ 118586 w 16620"/>
                  <a:gd name="T29" fmla="*/ 743401 h 11158"/>
                  <a:gd name="T30" fmla="*/ 122873 w 16620"/>
                  <a:gd name="T31" fmla="*/ 746576 h 11158"/>
                  <a:gd name="T32" fmla="*/ 126841 w 16620"/>
                  <a:gd name="T33" fmla="*/ 750228 h 11158"/>
                  <a:gd name="T34" fmla="*/ 130493 w 16620"/>
                  <a:gd name="T35" fmla="*/ 754198 h 11158"/>
                  <a:gd name="T36" fmla="*/ 133826 w 16620"/>
                  <a:gd name="T37" fmla="*/ 758802 h 11158"/>
                  <a:gd name="T38" fmla="*/ 136843 w 16620"/>
                  <a:gd name="T39" fmla="*/ 763724 h 11158"/>
                  <a:gd name="T40" fmla="*/ 139700 w 16620"/>
                  <a:gd name="T41" fmla="*/ 769282 h 11158"/>
                  <a:gd name="T42" fmla="*/ 142081 w 16620"/>
                  <a:gd name="T43" fmla="*/ 775156 h 11158"/>
                  <a:gd name="T44" fmla="*/ 144304 w 16620"/>
                  <a:gd name="T45" fmla="*/ 781825 h 11158"/>
                  <a:gd name="T46" fmla="*/ 146209 w 16620"/>
                  <a:gd name="T47" fmla="*/ 788970 h 11158"/>
                  <a:gd name="T48" fmla="*/ 147955 w 16620"/>
                  <a:gd name="T49" fmla="*/ 796909 h 11158"/>
                  <a:gd name="T50" fmla="*/ 149225 w 16620"/>
                  <a:gd name="T51" fmla="*/ 805483 h 11158"/>
                  <a:gd name="T52" fmla="*/ 150336 w 16620"/>
                  <a:gd name="T53" fmla="*/ 815010 h 11158"/>
                  <a:gd name="T54" fmla="*/ 151289 w 16620"/>
                  <a:gd name="T55" fmla="*/ 825013 h 11158"/>
                  <a:gd name="T56" fmla="*/ 151765 w 16620"/>
                  <a:gd name="T57" fmla="*/ 835810 h 11158"/>
                  <a:gd name="T58" fmla="*/ 152083 w 16620"/>
                  <a:gd name="T59" fmla="*/ 847718 h 11158"/>
                  <a:gd name="T60" fmla="*/ 152241 w 16620"/>
                  <a:gd name="T61" fmla="*/ 860420 h 11158"/>
                  <a:gd name="T62" fmla="*/ 152241 w 16620"/>
                  <a:gd name="T63" fmla="*/ 1771650 h 11158"/>
                  <a:gd name="T64" fmla="*/ 253683 w 16620"/>
                  <a:gd name="T65" fmla="*/ 1771650 h 11158"/>
                  <a:gd name="T66" fmla="*/ 253683 w 16620"/>
                  <a:gd name="T67" fmla="*/ 860420 h 11158"/>
                  <a:gd name="T68" fmla="*/ 1322388 w 16620"/>
                  <a:gd name="T69" fmla="*/ 1462508 h 11158"/>
                  <a:gd name="T70" fmla="*/ 2622074 w 16620"/>
                  <a:gd name="T71" fmla="*/ 681477 h 11158"/>
                  <a:gd name="T72" fmla="*/ 2638425 w 16620"/>
                  <a:gd name="T73" fmla="*/ 607328 h 11158"/>
                  <a:gd name="T74" fmla="*/ 1319213 w 16620"/>
                  <a:gd name="T75" fmla="*/ 0 h 11158"/>
                  <a:gd name="T76" fmla="*/ 0 w 16620"/>
                  <a:gd name="T77" fmla="*/ 607328 h 11158"/>
                  <a:gd name="T78" fmla="*/ 0 w 16620"/>
                  <a:gd name="T79" fmla="*/ 708469 h 111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620"/>
                  <a:gd name="T121" fmla="*/ 0 h 11158"/>
                  <a:gd name="T122" fmla="*/ 16620 w 16620"/>
                  <a:gd name="T123" fmla="*/ 11158 h 1115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 name="Freeform 8">
                <a:extLst>
                  <a:ext uri="{FF2B5EF4-FFF2-40B4-BE49-F238E27FC236}">
                    <a16:creationId xmlns:a16="http://schemas.microsoft.com/office/drawing/2014/main" id="{632DD7F8-391E-69DC-C9B9-5B308B2C6557}"/>
                  </a:ext>
                </a:extLst>
              </p:cNvPr>
              <p:cNvSpPr>
                <a:spLocks noChangeArrowheads="1"/>
              </p:cNvSpPr>
              <p:nvPr/>
            </p:nvSpPr>
            <p:spPr bwMode="auto">
              <a:xfrm>
                <a:off x="1039168" y="2502173"/>
                <a:ext cx="1927225" cy="1517650"/>
              </a:xfrm>
              <a:custGeom>
                <a:avLst/>
                <a:gdLst>
                  <a:gd name="T0" fmla="*/ 1750148 w 12146"/>
                  <a:gd name="T1" fmla="*/ 654710 h 9555"/>
                  <a:gd name="T2" fmla="*/ 1785373 w 12146"/>
                  <a:gd name="T3" fmla="*/ 652327 h 9555"/>
                  <a:gd name="T4" fmla="*/ 1806476 w 12146"/>
                  <a:gd name="T5" fmla="*/ 650580 h 9555"/>
                  <a:gd name="T6" fmla="*/ 1825834 w 12146"/>
                  <a:gd name="T7" fmla="*/ 648515 h 9555"/>
                  <a:gd name="T8" fmla="*/ 1843288 w 12146"/>
                  <a:gd name="T9" fmla="*/ 645656 h 9555"/>
                  <a:gd name="T10" fmla="*/ 1859155 w 12146"/>
                  <a:gd name="T11" fmla="*/ 641844 h 9555"/>
                  <a:gd name="T12" fmla="*/ 1873118 w 12146"/>
                  <a:gd name="T13" fmla="*/ 636921 h 9555"/>
                  <a:gd name="T14" fmla="*/ 1885494 w 12146"/>
                  <a:gd name="T15" fmla="*/ 630250 h 9555"/>
                  <a:gd name="T16" fmla="*/ 1895967 w 12146"/>
                  <a:gd name="T17" fmla="*/ 621990 h 9555"/>
                  <a:gd name="T18" fmla="*/ 1905011 w 12146"/>
                  <a:gd name="T19" fmla="*/ 611666 h 9555"/>
                  <a:gd name="T20" fmla="*/ 1912469 w 12146"/>
                  <a:gd name="T21" fmla="*/ 598960 h 9555"/>
                  <a:gd name="T22" fmla="*/ 1918339 w 12146"/>
                  <a:gd name="T23" fmla="*/ 583394 h 9555"/>
                  <a:gd name="T24" fmla="*/ 1922624 w 12146"/>
                  <a:gd name="T25" fmla="*/ 565287 h 9555"/>
                  <a:gd name="T26" fmla="*/ 1925638 w 12146"/>
                  <a:gd name="T27" fmla="*/ 543686 h 9555"/>
                  <a:gd name="T28" fmla="*/ 1926908 w 12146"/>
                  <a:gd name="T29" fmla="*/ 518749 h 9555"/>
                  <a:gd name="T30" fmla="*/ 1927225 w 12146"/>
                  <a:gd name="T31" fmla="*/ 49079 h 9555"/>
                  <a:gd name="T32" fmla="*/ 964882 w 12146"/>
                  <a:gd name="T33" fmla="*/ 557822 h 9555"/>
                  <a:gd name="T34" fmla="*/ 0 w 12146"/>
                  <a:gd name="T35" fmla="*/ 49079 h 9555"/>
                  <a:gd name="T36" fmla="*/ 0 w 12146"/>
                  <a:gd name="T37" fmla="*/ 517637 h 9555"/>
                  <a:gd name="T38" fmla="*/ 1111 w 12146"/>
                  <a:gd name="T39" fmla="*/ 540350 h 9555"/>
                  <a:gd name="T40" fmla="*/ 3015 w 12146"/>
                  <a:gd name="T41" fmla="*/ 559728 h 9555"/>
                  <a:gd name="T42" fmla="*/ 6030 w 12146"/>
                  <a:gd name="T43" fmla="*/ 576246 h 9555"/>
                  <a:gd name="T44" fmla="*/ 10155 w 12146"/>
                  <a:gd name="T45" fmla="*/ 590065 h 9555"/>
                  <a:gd name="T46" fmla="*/ 15391 w 12146"/>
                  <a:gd name="T47" fmla="*/ 601660 h 9555"/>
                  <a:gd name="T48" fmla="*/ 21738 w 12146"/>
                  <a:gd name="T49" fmla="*/ 611031 h 9555"/>
                  <a:gd name="T50" fmla="*/ 29354 w 12146"/>
                  <a:gd name="T51" fmla="*/ 618814 h 9555"/>
                  <a:gd name="T52" fmla="*/ 38240 w 12146"/>
                  <a:gd name="T53" fmla="*/ 625008 h 9555"/>
                  <a:gd name="T54" fmla="*/ 48712 w 12146"/>
                  <a:gd name="T55" fmla="*/ 630091 h 9555"/>
                  <a:gd name="T56" fmla="*/ 60454 w 12146"/>
                  <a:gd name="T57" fmla="*/ 634379 h 9555"/>
                  <a:gd name="T58" fmla="*/ 73624 w 12146"/>
                  <a:gd name="T59" fmla="*/ 638191 h 9555"/>
                  <a:gd name="T60" fmla="*/ 96155 w 12146"/>
                  <a:gd name="T61" fmla="*/ 643433 h 9555"/>
                  <a:gd name="T62" fmla="*/ 122336 w 12146"/>
                  <a:gd name="T63" fmla="*/ 649468 h 9555"/>
                  <a:gd name="T64" fmla="*/ 141852 w 12146"/>
                  <a:gd name="T65" fmla="*/ 654075 h 9555"/>
                  <a:gd name="T66" fmla="*/ 152166 w 12146"/>
                  <a:gd name="T67" fmla="*/ 1112626 h 9555"/>
                  <a:gd name="T68" fmla="*/ 405723 w 12146"/>
                  <a:gd name="T69" fmla="*/ 1517650 h 9555"/>
                  <a:gd name="T70" fmla="*/ 760672 w 12146"/>
                  <a:gd name="T71" fmla="*/ 1112626 h 9555"/>
                  <a:gd name="T72" fmla="*/ 1166553 w 12146"/>
                  <a:gd name="T73" fmla="*/ 1517650 h 9555"/>
                  <a:gd name="T74" fmla="*/ 1521502 w 12146"/>
                  <a:gd name="T75" fmla="*/ 1112626 h 9555"/>
                  <a:gd name="T76" fmla="*/ 1724284 w 12146"/>
                  <a:gd name="T77" fmla="*/ 656775 h 95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46"/>
                  <a:gd name="T118" fmla="*/ 0 h 9555"/>
                  <a:gd name="T119" fmla="*/ 12146 w 12146"/>
                  <a:gd name="T120" fmla="*/ 9555 h 95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 name="TextBox 33">
              <a:extLst>
                <a:ext uri="{FF2B5EF4-FFF2-40B4-BE49-F238E27FC236}">
                  <a16:creationId xmlns:a16="http://schemas.microsoft.com/office/drawing/2014/main" id="{30967744-BF74-F8F5-F2AE-ED965A15F04C}"/>
                </a:ext>
              </a:extLst>
            </p:cNvPr>
            <p:cNvSpPr txBox="1">
              <a:spLocks noChangeArrowheads="1"/>
            </p:cNvSpPr>
            <p:nvPr/>
          </p:nvSpPr>
          <p:spPr bwMode="auto">
            <a:xfrm>
              <a:off x="728742" y="235719"/>
              <a:ext cx="34832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latin typeface="微软雅黑" panose="020B0503020204020204" pitchFamily="34" charset="-122"/>
                  <a:ea typeface="微软雅黑" panose="020B0503020204020204" pitchFamily="34" charset="-122"/>
                </a:rPr>
                <a:t>Our UI</a:t>
              </a:r>
              <a:endParaRPr lang="zh-CN" altLang="en-US" sz="2000" b="1" dirty="0">
                <a:latin typeface="微软雅黑" panose="020B0503020204020204" pitchFamily="34" charset="-122"/>
                <a:ea typeface="微软雅黑" panose="020B0503020204020204" pitchFamily="34" charset="-122"/>
              </a:endParaRPr>
            </a:p>
          </p:txBody>
        </p:sp>
      </p:grpSp>
      <p:pic>
        <p:nvPicPr>
          <p:cNvPr id="9" name="图片 8">
            <a:extLst>
              <a:ext uri="{FF2B5EF4-FFF2-40B4-BE49-F238E27FC236}">
                <a16:creationId xmlns:a16="http://schemas.microsoft.com/office/drawing/2014/main" id="{18330C28-841A-A23C-057F-0E363A5212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581" y="810848"/>
            <a:ext cx="8244306" cy="2952974"/>
          </a:xfrm>
          <a:prstGeom prst="rect">
            <a:avLst/>
          </a:prstGeom>
        </p:spPr>
      </p:pic>
      <p:sp>
        <p:nvSpPr>
          <p:cNvPr id="11" name="文本框 10">
            <a:extLst>
              <a:ext uri="{FF2B5EF4-FFF2-40B4-BE49-F238E27FC236}">
                <a16:creationId xmlns:a16="http://schemas.microsoft.com/office/drawing/2014/main" id="{D8C3D80E-7299-D1CE-B9A2-8CD28E4DD434}"/>
              </a:ext>
            </a:extLst>
          </p:cNvPr>
          <p:cNvSpPr txBox="1"/>
          <p:nvPr/>
        </p:nvSpPr>
        <p:spPr>
          <a:xfrm>
            <a:off x="899694" y="3972310"/>
            <a:ext cx="7416618" cy="923330"/>
          </a:xfrm>
          <a:prstGeom prst="rect">
            <a:avLst/>
          </a:prstGeom>
          <a:noFill/>
        </p:spPr>
        <p:txBody>
          <a:bodyPr wrap="square">
            <a:spAutoFit/>
          </a:bodyPr>
          <a:lstStyle/>
          <a:p>
            <a:r>
              <a:rPr lang="zh-CN" altLang="en-US" dirty="0"/>
              <a:t>When the user inputs an existing ID, if the answer is not correct, the correct information will be compared and displayed in the input box, and the user can make the next guess based on the information</a:t>
            </a:r>
            <a:r>
              <a:rPr lang="en-US" altLang="zh-CN" dirty="0"/>
              <a:t>.</a:t>
            </a:r>
            <a:endParaRPr lang="zh-CN" altLang="en-US" dirty="0"/>
          </a:p>
        </p:txBody>
      </p:sp>
      <p:sp>
        <p:nvSpPr>
          <p:cNvPr id="13" name="文本框 12">
            <a:extLst>
              <a:ext uri="{FF2B5EF4-FFF2-40B4-BE49-F238E27FC236}">
                <a16:creationId xmlns:a16="http://schemas.microsoft.com/office/drawing/2014/main" id="{F3FB74AC-B30E-C9D1-10A6-EC73DFAFE61F}"/>
              </a:ext>
            </a:extLst>
          </p:cNvPr>
          <p:cNvSpPr txBox="1"/>
          <p:nvPr/>
        </p:nvSpPr>
        <p:spPr>
          <a:xfrm>
            <a:off x="5652090" y="2209446"/>
            <a:ext cx="4572000" cy="369332"/>
          </a:xfrm>
          <a:prstGeom prst="rect">
            <a:avLst/>
          </a:prstGeom>
          <a:noFill/>
        </p:spPr>
        <p:txBody>
          <a:bodyPr wrap="square">
            <a:spAutoFit/>
          </a:bodyPr>
          <a:lstStyle/>
          <a:p>
            <a:r>
              <a:rPr lang="zh-CN" altLang="en-US" dirty="0">
                <a:solidFill>
                  <a:srgbClr val="FF0000"/>
                </a:solidFill>
              </a:rPr>
              <a:t>Display remaining times</a:t>
            </a:r>
          </a:p>
        </p:txBody>
      </p:sp>
    </p:spTree>
    <p:extLst>
      <p:ext uri="{BB962C8B-B14F-4D97-AF65-F5344CB8AC3E}">
        <p14:creationId xmlns:p14="http://schemas.microsoft.com/office/powerpoint/2010/main" val="2818493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068E3-61D9-15A1-D5A2-DB7550AB1E5B}"/>
            </a:ext>
          </a:extLst>
        </p:cNvPr>
        <p:cNvGrpSpPr/>
        <p:nvPr/>
      </p:nvGrpSpPr>
      <p:grpSpPr>
        <a:xfrm>
          <a:off x="0" y="0"/>
          <a:ext cx="0" cy="0"/>
          <a:chOff x="0" y="0"/>
          <a:chExt cx="0" cy="0"/>
        </a:xfrm>
      </p:grpSpPr>
      <p:grpSp>
        <p:nvGrpSpPr>
          <p:cNvPr id="2" name="组合 31">
            <a:extLst>
              <a:ext uri="{FF2B5EF4-FFF2-40B4-BE49-F238E27FC236}">
                <a16:creationId xmlns:a16="http://schemas.microsoft.com/office/drawing/2014/main" id="{F69B1A08-6516-4A57-27AF-7448908C3207}"/>
              </a:ext>
            </a:extLst>
          </p:cNvPr>
          <p:cNvGrpSpPr>
            <a:grpSpLocks/>
          </p:cNvGrpSpPr>
          <p:nvPr/>
        </p:nvGrpSpPr>
        <p:grpSpPr bwMode="auto">
          <a:xfrm>
            <a:off x="274638" y="217488"/>
            <a:ext cx="3937000" cy="436562"/>
            <a:chOff x="274214" y="217809"/>
            <a:chExt cx="3937746" cy="435930"/>
          </a:xfrm>
        </p:grpSpPr>
        <p:grpSp>
          <p:nvGrpSpPr>
            <p:cNvPr id="3" name="组合 32">
              <a:extLst>
                <a:ext uri="{FF2B5EF4-FFF2-40B4-BE49-F238E27FC236}">
                  <a16:creationId xmlns:a16="http://schemas.microsoft.com/office/drawing/2014/main" id="{B8D23078-6C59-9CED-0229-546EC64A427D}"/>
                </a:ext>
              </a:extLst>
            </p:cNvPr>
            <p:cNvGrpSpPr>
              <a:grpSpLocks/>
            </p:cNvGrpSpPr>
            <p:nvPr/>
          </p:nvGrpSpPr>
          <p:grpSpPr bwMode="auto">
            <a:xfrm>
              <a:off x="274214" y="217809"/>
              <a:ext cx="454527" cy="435930"/>
              <a:chOff x="683568" y="1489348"/>
              <a:chExt cx="2638425" cy="2530475"/>
            </a:xfrm>
          </p:grpSpPr>
          <p:sp>
            <p:nvSpPr>
              <p:cNvPr id="5" name="Freeform 7">
                <a:extLst>
                  <a:ext uri="{FF2B5EF4-FFF2-40B4-BE49-F238E27FC236}">
                    <a16:creationId xmlns:a16="http://schemas.microsoft.com/office/drawing/2014/main" id="{B32BB8CC-1967-7CDF-0019-48D6276CB5D3}"/>
                  </a:ext>
                </a:extLst>
              </p:cNvPr>
              <p:cNvSpPr>
                <a:spLocks noChangeArrowheads="1"/>
              </p:cNvSpPr>
              <p:nvPr/>
            </p:nvSpPr>
            <p:spPr bwMode="auto">
              <a:xfrm>
                <a:off x="683568" y="1489348"/>
                <a:ext cx="2638425" cy="1771650"/>
              </a:xfrm>
              <a:custGeom>
                <a:avLst/>
                <a:gdLst>
                  <a:gd name="T0" fmla="*/ 0 w 16620"/>
                  <a:gd name="T1" fmla="*/ 708469 h 11158"/>
                  <a:gd name="T2" fmla="*/ 10319 w 16620"/>
                  <a:gd name="T3" fmla="*/ 711327 h 11158"/>
                  <a:gd name="T4" fmla="*/ 20320 w 16620"/>
                  <a:gd name="T5" fmla="*/ 713550 h 11158"/>
                  <a:gd name="T6" fmla="*/ 29845 w 16620"/>
                  <a:gd name="T7" fmla="*/ 715932 h 11158"/>
                  <a:gd name="T8" fmla="*/ 39053 w 16620"/>
                  <a:gd name="T9" fmla="*/ 717837 h 11158"/>
                  <a:gd name="T10" fmla="*/ 56039 w 16620"/>
                  <a:gd name="T11" fmla="*/ 721648 h 11158"/>
                  <a:gd name="T12" fmla="*/ 71438 w 16620"/>
                  <a:gd name="T13" fmla="*/ 725300 h 11158"/>
                  <a:gd name="T14" fmla="*/ 78581 w 16620"/>
                  <a:gd name="T15" fmla="*/ 727205 h 11158"/>
                  <a:gd name="T16" fmla="*/ 85408 w 16620"/>
                  <a:gd name="T17" fmla="*/ 728952 h 11158"/>
                  <a:gd name="T18" fmla="*/ 91916 w 16620"/>
                  <a:gd name="T19" fmla="*/ 730857 h 11158"/>
                  <a:gd name="T20" fmla="*/ 97790 w 16620"/>
                  <a:gd name="T21" fmla="*/ 732921 h 11158"/>
                  <a:gd name="T22" fmla="*/ 103505 w 16620"/>
                  <a:gd name="T23" fmla="*/ 735303 h 11158"/>
                  <a:gd name="T24" fmla="*/ 108903 w 16620"/>
                  <a:gd name="T25" fmla="*/ 737526 h 11158"/>
                  <a:gd name="T26" fmla="*/ 113824 w 16620"/>
                  <a:gd name="T27" fmla="*/ 740384 h 11158"/>
                  <a:gd name="T28" fmla="*/ 118586 w 16620"/>
                  <a:gd name="T29" fmla="*/ 743401 h 11158"/>
                  <a:gd name="T30" fmla="*/ 122873 w 16620"/>
                  <a:gd name="T31" fmla="*/ 746576 h 11158"/>
                  <a:gd name="T32" fmla="*/ 126841 w 16620"/>
                  <a:gd name="T33" fmla="*/ 750228 h 11158"/>
                  <a:gd name="T34" fmla="*/ 130493 w 16620"/>
                  <a:gd name="T35" fmla="*/ 754198 h 11158"/>
                  <a:gd name="T36" fmla="*/ 133826 w 16620"/>
                  <a:gd name="T37" fmla="*/ 758802 h 11158"/>
                  <a:gd name="T38" fmla="*/ 136843 w 16620"/>
                  <a:gd name="T39" fmla="*/ 763724 h 11158"/>
                  <a:gd name="T40" fmla="*/ 139700 w 16620"/>
                  <a:gd name="T41" fmla="*/ 769282 h 11158"/>
                  <a:gd name="T42" fmla="*/ 142081 w 16620"/>
                  <a:gd name="T43" fmla="*/ 775156 h 11158"/>
                  <a:gd name="T44" fmla="*/ 144304 w 16620"/>
                  <a:gd name="T45" fmla="*/ 781825 h 11158"/>
                  <a:gd name="T46" fmla="*/ 146209 w 16620"/>
                  <a:gd name="T47" fmla="*/ 788970 h 11158"/>
                  <a:gd name="T48" fmla="*/ 147955 w 16620"/>
                  <a:gd name="T49" fmla="*/ 796909 h 11158"/>
                  <a:gd name="T50" fmla="*/ 149225 w 16620"/>
                  <a:gd name="T51" fmla="*/ 805483 h 11158"/>
                  <a:gd name="T52" fmla="*/ 150336 w 16620"/>
                  <a:gd name="T53" fmla="*/ 815010 h 11158"/>
                  <a:gd name="T54" fmla="*/ 151289 w 16620"/>
                  <a:gd name="T55" fmla="*/ 825013 h 11158"/>
                  <a:gd name="T56" fmla="*/ 151765 w 16620"/>
                  <a:gd name="T57" fmla="*/ 835810 h 11158"/>
                  <a:gd name="T58" fmla="*/ 152083 w 16620"/>
                  <a:gd name="T59" fmla="*/ 847718 h 11158"/>
                  <a:gd name="T60" fmla="*/ 152241 w 16620"/>
                  <a:gd name="T61" fmla="*/ 860420 h 11158"/>
                  <a:gd name="T62" fmla="*/ 152241 w 16620"/>
                  <a:gd name="T63" fmla="*/ 1771650 h 11158"/>
                  <a:gd name="T64" fmla="*/ 253683 w 16620"/>
                  <a:gd name="T65" fmla="*/ 1771650 h 11158"/>
                  <a:gd name="T66" fmla="*/ 253683 w 16620"/>
                  <a:gd name="T67" fmla="*/ 860420 h 11158"/>
                  <a:gd name="T68" fmla="*/ 1322388 w 16620"/>
                  <a:gd name="T69" fmla="*/ 1462508 h 11158"/>
                  <a:gd name="T70" fmla="*/ 2622074 w 16620"/>
                  <a:gd name="T71" fmla="*/ 681477 h 11158"/>
                  <a:gd name="T72" fmla="*/ 2638425 w 16620"/>
                  <a:gd name="T73" fmla="*/ 607328 h 11158"/>
                  <a:gd name="T74" fmla="*/ 1319213 w 16620"/>
                  <a:gd name="T75" fmla="*/ 0 h 11158"/>
                  <a:gd name="T76" fmla="*/ 0 w 16620"/>
                  <a:gd name="T77" fmla="*/ 607328 h 11158"/>
                  <a:gd name="T78" fmla="*/ 0 w 16620"/>
                  <a:gd name="T79" fmla="*/ 708469 h 111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620"/>
                  <a:gd name="T121" fmla="*/ 0 h 11158"/>
                  <a:gd name="T122" fmla="*/ 16620 w 16620"/>
                  <a:gd name="T123" fmla="*/ 11158 h 1115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 name="Freeform 8">
                <a:extLst>
                  <a:ext uri="{FF2B5EF4-FFF2-40B4-BE49-F238E27FC236}">
                    <a16:creationId xmlns:a16="http://schemas.microsoft.com/office/drawing/2014/main" id="{A2FB00EC-99D5-B98E-20D0-3E19A454D0E7}"/>
                  </a:ext>
                </a:extLst>
              </p:cNvPr>
              <p:cNvSpPr>
                <a:spLocks noChangeArrowheads="1"/>
              </p:cNvSpPr>
              <p:nvPr/>
            </p:nvSpPr>
            <p:spPr bwMode="auto">
              <a:xfrm>
                <a:off x="1039168" y="2502173"/>
                <a:ext cx="1927225" cy="1517650"/>
              </a:xfrm>
              <a:custGeom>
                <a:avLst/>
                <a:gdLst>
                  <a:gd name="T0" fmla="*/ 1750148 w 12146"/>
                  <a:gd name="T1" fmla="*/ 654710 h 9555"/>
                  <a:gd name="T2" fmla="*/ 1785373 w 12146"/>
                  <a:gd name="T3" fmla="*/ 652327 h 9555"/>
                  <a:gd name="T4" fmla="*/ 1806476 w 12146"/>
                  <a:gd name="T5" fmla="*/ 650580 h 9555"/>
                  <a:gd name="T6" fmla="*/ 1825834 w 12146"/>
                  <a:gd name="T7" fmla="*/ 648515 h 9555"/>
                  <a:gd name="T8" fmla="*/ 1843288 w 12146"/>
                  <a:gd name="T9" fmla="*/ 645656 h 9555"/>
                  <a:gd name="T10" fmla="*/ 1859155 w 12146"/>
                  <a:gd name="T11" fmla="*/ 641844 h 9555"/>
                  <a:gd name="T12" fmla="*/ 1873118 w 12146"/>
                  <a:gd name="T13" fmla="*/ 636921 h 9555"/>
                  <a:gd name="T14" fmla="*/ 1885494 w 12146"/>
                  <a:gd name="T15" fmla="*/ 630250 h 9555"/>
                  <a:gd name="T16" fmla="*/ 1895967 w 12146"/>
                  <a:gd name="T17" fmla="*/ 621990 h 9555"/>
                  <a:gd name="T18" fmla="*/ 1905011 w 12146"/>
                  <a:gd name="T19" fmla="*/ 611666 h 9555"/>
                  <a:gd name="T20" fmla="*/ 1912469 w 12146"/>
                  <a:gd name="T21" fmla="*/ 598960 h 9555"/>
                  <a:gd name="T22" fmla="*/ 1918339 w 12146"/>
                  <a:gd name="T23" fmla="*/ 583394 h 9555"/>
                  <a:gd name="T24" fmla="*/ 1922624 w 12146"/>
                  <a:gd name="T25" fmla="*/ 565287 h 9555"/>
                  <a:gd name="T26" fmla="*/ 1925638 w 12146"/>
                  <a:gd name="T27" fmla="*/ 543686 h 9555"/>
                  <a:gd name="T28" fmla="*/ 1926908 w 12146"/>
                  <a:gd name="T29" fmla="*/ 518749 h 9555"/>
                  <a:gd name="T30" fmla="*/ 1927225 w 12146"/>
                  <a:gd name="T31" fmla="*/ 49079 h 9555"/>
                  <a:gd name="T32" fmla="*/ 964882 w 12146"/>
                  <a:gd name="T33" fmla="*/ 557822 h 9555"/>
                  <a:gd name="T34" fmla="*/ 0 w 12146"/>
                  <a:gd name="T35" fmla="*/ 49079 h 9555"/>
                  <a:gd name="T36" fmla="*/ 0 w 12146"/>
                  <a:gd name="T37" fmla="*/ 517637 h 9555"/>
                  <a:gd name="T38" fmla="*/ 1111 w 12146"/>
                  <a:gd name="T39" fmla="*/ 540350 h 9555"/>
                  <a:gd name="T40" fmla="*/ 3015 w 12146"/>
                  <a:gd name="T41" fmla="*/ 559728 h 9555"/>
                  <a:gd name="T42" fmla="*/ 6030 w 12146"/>
                  <a:gd name="T43" fmla="*/ 576246 h 9555"/>
                  <a:gd name="T44" fmla="*/ 10155 w 12146"/>
                  <a:gd name="T45" fmla="*/ 590065 h 9555"/>
                  <a:gd name="T46" fmla="*/ 15391 w 12146"/>
                  <a:gd name="T47" fmla="*/ 601660 h 9555"/>
                  <a:gd name="T48" fmla="*/ 21738 w 12146"/>
                  <a:gd name="T49" fmla="*/ 611031 h 9555"/>
                  <a:gd name="T50" fmla="*/ 29354 w 12146"/>
                  <a:gd name="T51" fmla="*/ 618814 h 9555"/>
                  <a:gd name="T52" fmla="*/ 38240 w 12146"/>
                  <a:gd name="T53" fmla="*/ 625008 h 9555"/>
                  <a:gd name="T54" fmla="*/ 48712 w 12146"/>
                  <a:gd name="T55" fmla="*/ 630091 h 9555"/>
                  <a:gd name="T56" fmla="*/ 60454 w 12146"/>
                  <a:gd name="T57" fmla="*/ 634379 h 9555"/>
                  <a:gd name="T58" fmla="*/ 73624 w 12146"/>
                  <a:gd name="T59" fmla="*/ 638191 h 9555"/>
                  <a:gd name="T60" fmla="*/ 96155 w 12146"/>
                  <a:gd name="T61" fmla="*/ 643433 h 9555"/>
                  <a:gd name="T62" fmla="*/ 122336 w 12146"/>
                  <a:gd name="T63" fmla="*/ 649468 h 9555"/>
                  <a:gd name="T64" fmla="*/ 141852 w 12146"/>
                  <a:gd name="T65" fmla="*/ 654075 h 9555"/>
                  <a:gd name="T66" fmla="*/ 152166 w 12146"/>
                  <a:gd name="T67" fmla="*/ 1112626 h 9555"/>
                  <a:gd name="T68" fmla="*/ 405723 w 12146"/>
                  <a:gd name="T69" fmla="*/ 1517650 h 9555"/>
                  <a:gd name="T70" fmla="*/ 760672 w 12146"/>
                  <a:gd name="T71" fmla="*/ 1112626 h 9555"/>
                  <a:gd name="T72" fmla="*/ 1166553 w 12146"/>
                  <a:gd name="T73" fmla="*/ 1517650 h 9555"/>
                  <a:gd name="T74" fmla="*/ 1521502 w 12146"/>
                  <a:gd name="T75" fmla="*/ 1112626 h 9555"/>
                  <a:gd name="T76" fmla="*/ 1724284 w 12146"/>
                  <a:gd name="T77" fmla="*/ 656775 h 95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46"/>
                  <a:gd name="T118" fmla="*/ 0 h 9555"/>
                  <a:gd name="T119" fmla="*/ 12146 w 12146"/>
                  <a:gd name="T120" fmla="*/ 9555 h 95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 name="TextBox 33">
              <a:extLst>
                <a:ext uri="{FF2B5EF4-FFF2-40B4-BE49-F238E27FC236}">
                  <a16:creationId xmlns:a16="http://schemas.microsoft.com/office/drawing/2014/main" id="{93C6D4CD-F2DD-FBDE-587C-C9066A6EA7D8}"/>
                </a:ext>
              </a:extLst>
            </p:cNvPr>
            <p:cNvSpPr txBox="1">
              <a:spLocks noChangeArrowheads="1"/>
            </p:cNvSpPr>
            <p:nvPr/>
          </p:nvSpPr>
          <p:spPr bwMode="auto">
            <a:xfrm>
              <a:off x="728742" y="235719"/>
              <a:ext cx="34832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latin typeface="微软雅黑" panose="020B0503020204020204" pitchFamily="34" charset="-122"/>
                  <a:ea typeface="微软雅黑" panose="020B0503020204020204" pitchFamily="34" charset="-122"/>
                </a:rPr>
                <a:t>Our UI</a:t>
              </a:r>
              <a:endParaRPr lang="zh-CN" altLang="en-US" sz="2000" b="1" dirty="0">
                <a:latin typeface="微软雅黑" panose="020B0503020204020204" pitchFamily="34" charset="-122"/>
                <a:ea typeface="微软雅黑" panose="020B0503020204020204" pitchFamily="34" charset="-122"/>
              </a:endParaRPr>
            </a:p>
          </p:txBody>
        </p:sp>
      </p:grpSp>
      <p:pic>
        <p:nvPicPr>
          <p:cNvPr id="8" name="图片 7">
            <a:extLst>
              <a:ext uri="{FF2B5EF4-FFF2-40B4-BE49-F238E27FC236}">
                <a16:creationId xmlns:a16="http://schemas.microsoft.com/office/drawing/2014/main" id="{5A1A3D79-05A7-913A-CC57-AE5EAB41E5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058" y="841332"/>
            <a:ext cx="8005883" cy="3038377"/>
          </a:xfrm>
          <a:prstGeom prst="rect">
            <a:avLst/>
          </a:prstGeom>
        </p:spPr>
      </p:pic>
      <p:sp>
        <p:nvSpPr>
          <p:cNvPr id="11" name="文本框 10">
            <a:extLst>
              <a:ext uri="{FF2B5EF4-FFF2-40B4-BE49-F238E27FC236}">
                <a16:creationId xmlns:a16="http://schemas.microsoft.com/office/drawing/2014/main" id="{862E48DA-1149-5473-F7AB-B48724069F65}"/>
              </a:ext>
            </a:extLst>
          </p:cNvPr>
          <p:cNvSpPr txBox="1"/>
          <p:nvPr/>
        </p:nvSpPr>
        <p:spPr>
          <a:xfrm>
            <a:off x="1187718" y="4297620"/>
            <a:ext cx="6912576" cy="646331"/>
          </a:xfrm>
          <a:prstGeom prst="rect">
            <a:avLst/>
          </a:prstGeom>
          <a:noFill/>
        </p:spPr>
        <p:txBody>
          <a:bodyPr wrap="square">
            <a:spAutoFit/>
          </a:bodyPr>
          <a:lstStyle/>
          <a:p>
            <a:r>
              <a:rPr lang="zh-CN" altLang="en-US" dirty="0"/>
              <a:t>You can click the surrender button and re-enter in the input box to start the next game</a:t>
            </a:r>
            <a:r>
              <a:rPr lang="en-US" altLang="zh-CN" dirty="0"/>
              <a:t>.</a:t>
            </a:r>
            <a:endParaRPr lang="zh-CN" altLang="en-US" dirty="0"/>
          </a:p>
        </p:txBody>
      </p:sp>
    </p:spTree>
    <p:extLst>
      <p:ext uri="{BB962C8B-B14F-4D97-AF65-F5344CB8AC3E}">
        <p14:creationId xmlns:p14="http://schemas.microsoft.com/office/powerpoint/2010/main" val="3223977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C19B48B-13B7-BED7-38C1-88AE0057DF4E}"/>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F1B45EC4-236E-A0F7-A6F5-26E82FFE5228}"/>
              </a:ext>
            </a:extLst>
          </p:cNvPr>
          <p:cNvSpPr/>
          <p:nvPr/>
        </p:nvSpPr>
        <p:spPr>
          <a:xfrm>
            <a:off x="0" y="1389063"/>
            <a:ext cx="1476375" cy="1152525"/>
          </a:xfrm>
          <a:prstGeom prst="rect">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2" name="矩形 31">
            <a:extLst>
              <a:ext uri="{FF2B5EF4-FFF2-40B4-BE49-F238E27FC236}">
                <a16:creationId xmlns:a16="http://schemas.microsoft.com/office/drawing/2014/main" id="{5BBC6CFC-ADAA-0A5C-4052-951D1C1F1A05}"/>
              </a:ext>
            </a:extLst>
          </p:cNvPr>
          <p:cNvSpPr/>
          <p:nvPr/>
        </p:nvSpPr>
        <p:spPr>
          <a:xfrm>
            <a:off x="4872290" y="1389063"/>
            <a:ext cx="4271710" cy="1152525"/>
          </a:xfrm>
          <a:prstGeom prst="rect">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60" name="TextBox 59">
            <a:extLst>
              <a:ext uri="{FF2B5EF4-FFF2-40B4-BE49-F238E27FC236}">
                <a16:creationId xmlns:a16="http://schemas.microsoft.com/office/drawing/2014/main" id="{01BBBA77-90F8-99FB-C9FB-5D6B7B530FF5}"/>
              </a:ext>
            </a:extLst>
          </p:cNvPr>
          <p:cNvSpPr txBox="1">
            <a:spLocks noChangeArrowheads="1"/>
          </p:cNvSpPr>
          <p:nvPr/>
        </p:nvSpPr>
        <p:spPr bwMode="auto">
          <a:xfrm>
            <a:off x="1663335" y="1633398"/>
            <a:ext cx="320895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latin typeface="微软雅黑" panose="020B0503020204020204" pitchFamily="34" charset="-122"/>
                <a:ea typeface="微软雅黑" panose="020B0503020204020204" pitchFamily="34" charset="-122"/>
              </a:rPr>
              <a:t>Testing Report</a:t>
            </a:r>
            <a:endParaRPr lang="zh-CN" altLang="en-US" sz="3200" b="1" dirty="0">
              <a:latin typeface="微软雅黑" panose="020B0503020204020204" pitchFamily="34" charset="-122"/>
              <a:ea typeface="微软雅黑" panose="020B0503020204020204" pitchFamily="34" charset="-122"/>
            </a:endParaRPr>
          </a:p>
        </p:txBody>
      </p:sp>
      <p:grpSp>
        <p:nvGrpSpPr>
          <p:cNvPr id="2" name="组合 60">
            <a:extLst>
              <a:ext uri="{FF2B5EF4-FFF2-40B4-BE49-F238E27FC236}">
                <a16:creationId xmlns:a16="http://schemas.microsoft.com/office/drawing/2014/main" id="{B0A38093-948A-A013-6889-F88D54116C52}"/>
              </a:ext>
            </a:extLst>
          </p:cNvPr>
          <p:cNvGrpSpPr>
            <a:grpSpLocks/>
          </p:cNvGrpSpPr>
          <p:nvPr/>
        </p:nvGrpSpPr>
        <p:grpSpPr bwMode="auto">
          <a:xfrm>
            <a:off x="1476375" y="2932114"/>
            <a:ext cx="2521591" cy="400110"/>
            <a:chOff x="1046574" y="3059408"/>
            <a:chExt cx="2523504" cy="400170"/>
          </a:xfrm>
        </p:grpSpPr>
        <p:sp>
          <p:nvSpPr>
            <p:cNvPr id="4115" name="Freeform 976">
              <a:extLst>
                <a:ext uri="{FF2B5EF4-FFF2-40B4-BE49-F238E27FC236}">
                  <a16:creationId xmlns:a16="http://schemas.microsoft.com/office/drawing/2014/main" id="{F242A3C5-B1F3-2C8D-53F8-D5B4E9F4965A}"/>
                </a:ext>
              </a:extLst>
            </p:cNvPr>
            <p:cNvSpPr>
              <a:spLocks noEditPoints="1" noChangeArrowheads="1"/>
            </p:cNvSpPr>
            <p:nvPr/>
          </p:nvSpPr>
          <p:spPr bwMode="auto">
            <a:xfrm>
              <a:off x="1046574" y="3139821"/>
              <a:ext cx="236722" cy="239282"/>
            </a:xfrm>
            <a:custGeom>
              <a:avLst/>
              <a:gdLst>
                <a:gd name="T0" fmla="*/ 118361 w 78"/>
                <a:gd name="T1" fmla="*/ 0 h 78"/>
                <a:gd name="T2" fmla="*/ 0 w 78"/>
                <a:gd name="T3" fmla="*/ 119641 h 78"/>
                <a:gd name="T4" fmla="*/ 118361 w 78"/>
                <a:gd name="T5" fmla="*/ 239282 h 78"/>
                <a:gd name="T6" fmla="*/ 236722 w 78"/>
                <a:gd name="T7" fmla="*/ 119641 h 78"/>
                <a:gd name="T8" fmla="*/ 118361 w 78"/>
                <a:gd name="T9" fmla="*/ 0 h 78"/>
                <a:gd name="T10" fmla="*/ 191199 w 78"/>
                <a:gd name="T11" fmla="*/ 141115 h 78"/>
                <a:gd name="T12" fmla="*/ 139605 w 78"/>
                <a:gd name="T13" fmla="*/ 141115 h 78"/>
                <a:gd name="T14" fmla="*/ 139605 w 78"/>
                <a:gd name="T15" fmla="*/ 193266 h 78"/>
                <a:gd name="T16" fmla="*/ 118361 w 78"/>
                <a:gd name="T17" fmla="*/ 214740 h 78"/>
                <a:gd name="T18" fmla="*/ 97117 w 78"/>
                <a:gd name="T19" fmla="*/ 193266 h 78"/>
                <a:gd name="T20" fmla="*/ 97117 w 78"/>
                <a:gd name="T21" fmla="*/ 141115 h 78"/>
                <a:gd name="T22" fmla="*/ 48558 w 78"/>
                <a:gd name="T23" fmla="*/ 141115 h 78"/>
                <a:gd name="T24" fmla="*/ 24279 w 78"/>
                <a:gd name="T25" fmla="*/ 119641 h 78"/>
                <a:gd name="T26" fmla="*/ 48558 w 78"/>
                <a:gd name="T27" fmla="*/ 98167 h 78"/>
                <a:gd name="T28" fmla="*/ 97117 w 78"/>
                <a:gd name="T29" fmla="*/ 98167 h 78"/>
                <a:gd name="T30" fmla="*/ 97117 w 78"/>
                <a:gd name="T31" fmla="*/ 49083 h 78"/>
                <a:gd name="T32" fmla="*/ 118361 w 78"/>
                <a:gd name="T33" fmla="*/ 24542 h 78"/>
                <a:gd name="T34" fmla="*/ 139605 w 78"/>
                <a:gd name="T35" fmla="*/ 49083 h 78"/>
                <a:gd name="T36" fmla="*/ 139605 w 78"/>
                <a:gd name="T37" fmla="*/ 98167 h 78"/>
                <a:gd name="T38" fmla="*/ 191199 w 78"/>
                <a:gd name="T39" fmla="*/ 98167 h 78"/>
                <a:gd name="T40" fmla="*/ 212443 w 78"/>
                <a:gd name="T41" fmla="*/ 119641 h 78"/>
                <a:gd name="T42" fmla="*/ 191199 w 78"/>
                <a:gd name="T43" fmla="*/ 141115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8"/>
                <a:gd name="T67" fmla="*/ 0 h 78"/>
                <a:gd name="T68" fmla="*/ 78 w 78"/>
                <a:gd name="T69" fmla="*/ 78 h 7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8" h="78">
                  <a:moveTo>
                    <a:pt x="39" y="0"/>
                  </a:moveTo>
                  <a:cubicBezTo>
                    <a:pt x="18" y="0"/>
                    <a:pt x="0" y="18"/>
                    <a:pt x="0" y="39"/>
                  </a:cubicBezTo>
                  <a:cubicBezTo>
                    <a:pt x="0" y="60"/>
                    <a:pt x="18" y="78"/>
                    <a:pt x="39" y="78"/>
                  </a:cubicBezTo>
                  <a:cubicBezTo>
                    <a:pt x="60" y="78"/>
                    <a:pt x="78" y="60"/>
                    <a:pt x="78" y="39"/>
                  </a:cubicBezTo>
                  <a:cubicBezTo>
                    <a:pt x="78" y="18"/>
                    <a:pt x="60" y="0"/>
                    <a:pt x="39" y="0"/>
                  </a:cubicBezTo>
                  <a:close/>
                  <a:moveTo>
                    <a:pt x="63" y="46"/>
                  </a:moveTo>
                  <a:cubicBezTo>
                    <a:pt x="46" y="46"/>
                    <a:pt x="46" y="46"/>
                    <a:pt x="46" y="46"/>
                  </a:cubicBezTo>
                  <a:cubicBezTo>
                    <a:pt x="46" y="63"/>
                    <a:pt x="46" y="63"/>
                    <a:pt x="46" y="63"/>
                  </a:cubicBezTo>
                  <a:cubicBezTo>
                    <a:pt x="46" y="67"/>
                    <a:pt x="43" y="70"/>
                    <a:pt x="39" y="70"/>
                  </a:cubicBezTo>
                  <a:cubicBezTo>
                    <a:pt x="35" y="70"/>
                    <a:pt x="32" y="67"/>
                    <a:pt x="32" y="63"/>
                  </a:cubicBezTo>
                  <a:cubicBezTo>
                    <a:pt x="32" y="46"/>
                    <a:pt x="32" y="46"/>
                    <a:pt x="32" y="46"/>
                  </a:cubicBezTo>
                  <a:cubicBezTo>
                    <a:pt x="16" y="46"/>
                    <a:pt x="16" y="46"/>
                    <a:pt x="16" y="46"/>
                  </a:cubicBezTo>
                  <a:cubicBezTo>
                    <a:pt x="12" y="46"/>
                    <a:pt x="8" y="43"/>
                    <a:pt x="8" y="39"/>
                  </a:cubicBezTo>
                  <a:cubicBezTo>
                    <a:pt x="8" y="35"/>
                    <a:pt x="12" y="32"/>
                    <a:pt x="16" y="32"/>
                  </a:cubicBezTo>
                  <a:cubicBezTo>
                    <a:pt x="32" y="32"/>
                    <a:pt x="32" y="32"/>
                    <a:pt x="32" y="32"/>
                  </a:cubicBezTo>
                  <a:cubicBezTo>
                    <a:pt x="32" y="16"/>
                    <a:pt x="32" y="16"/>
                    <a:pt x="32" y="16"/>
                  </a:cubicBezTo>
                  <a:cubicBezTo>
                    <a:pt x="32" y="12"/>
                    <a:pt x="35" y="8"/>
                    <a:pt x="39" y="8"/>
                  </a:cubicBezTo>
                  <a:cubicBezTo>
                    <a:pt x="43" y="8"/>
                    <a:pt x="46" y="12"/>
                    <a:pt x="46" y="16"/>
                  </a:cubicBezTo>
                  <a:cubicBezTo>
                    <a:pt x="46" y="32"/>
                    <a:pt x="46" y="32"/>
                    <a:pt x="46" y="32"/>
                  </a:cubicBezTo>
                  <a:cubicBezTo>
                    <a:pt x="63" y="32"/>
                    <a:pt x="63" y="32"/>
                    <a:pt x="63" y="32"/>
                  </a:cubicBezTo>
                  <a:cubicBezTo>
                    <a:pt x="67" y="32"/>
                    <a:pt x="70" y="35"/>
                    <a:pt x="70" y="39"/>
                  </a:cubicBezTo>
                  <a:cubicBezTo>
                    <a:pt x="70" y="43"/>
                    <a:pt x="67" y="46"/>
                    <a:pt x="63" y="46"/>
                  </a:cubicBez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16" name="TextBox 62">
              <a:extLst>
                <a:ext uri="{FF2B5EF4-FFF2-40B4-BE49-F238E27FC236}">
                  <a16:creationId xmlns:a16="http://schemas.microsoft.com/office/drawing/2014/main" id="{5685F68C-AB12-A571-F1F6-BED2B6EB71FB}"/>
                </a:ext>
              </a:extLst>
            </p:cNvPr>
            <p:cNvSpPr txBox="1">
              <a:spLocks noChangeArrowheads="1"/>
            </p:cNvSpPr>
            <p:nvPr/>
          </p:nvSpPr>
          <p:spPr bwMode="auto">
            <a:xfrm>
              <a:off x="1283296" y="3059408"/>
              <a:ext cx="2286782"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latin typeface="微软雅黑" panose="020B0503020204020204" pitchFamily="34" charset="-122"/>
                  <a:ea typeface="微软雅黑" panose="020B0503020204020204" pitchFamily="34" charset="-122"/>
                </a:rPr>
                <a:t>Function testing</a:t>
              </a:r>
              <a:endParaRPr lang="zh-CN" altLang="en-US" sz="2000" b="1" dirty="0">
                <a:latin typeface="微软雅黑" panose="020B0503020204020204" pitchFamily="34" charset="-122"/>
                <a:ea typeface="微软雅黑" panose="020B0503020204020204" pitchFamily="34" charset="-122"/>
              </a:endParaRPr>
            </a:p>
          </p:txBody>
        </p:sp>
      </p:grpSp>
      <p:grpSp>
        <p:nvGrpSpPr>
          <p:cNvPr id="5" name="组合 66">
            <a:extLst>
              <a:ext uri="{FF2B5EF4-FFF2-40B4-BE49-F238E27FC236}">
                <a16:creationId xmlns:a16="http://schemas.microsoft.com/office/drawing/2014/main" id="{91D7FC09-BB1A-3756-76BA-F5F5E7220253}"/>
              </a:ext>
            </a:extLst>
          </p:cNvPr>
          <p:cNvGrpSpPr>
            <a:grpSpLocks/>
          </p:cNvGrpSpPr>
          <p:nvPr/>
        </p:nvGrpSpPr>
        <p:grpSpPr bwMode="auto">
          <a:xfrm>
            <a:off x="1476375" y="3649567"/>
            <a:ext cx="2322930" cy="400110"/>
            <a:chOff x="1046574" y="3059408"/>
            <a:chExt cx="2323610" cy="400170"/>
          </a:xfrm>
        </p:grpSpPr>
        <p:sp>
          <p:nvSpPr>
            <p:cNvPr id="4111" name="Freeform 976">
              <a:extLst>
                <a:ext uri="{FF2B5EF4-FFF2-40B4-BE49-F238E27FC236}">
                  <a16:creationId xmlns:a16="http://schemas.microsoft.com/office/drawing/2014/main" id="{1D0A715B-A455-7E41-9BD1-FEFE1A0B4FC5}"/>
                </a:ext>
              </a:extLst>
            </p:cNvPr>
            <p:cNvSpPr>
              <a:spLocks noEditPoints="1" noChangeArrowheads="1"/>
            </p:cNvSpPr>
            <p:nvPr/>
          </p:nvSpPr>
          <p:spPr bwMode="auto">
            <a:xfrm>
              <a:off x="1046574" y="3139821"/>
              <a:ext cx="236722" cy="239282"/>
            </a:xfrm>
            <a:custGeom>
              <a:avLst/>
              <a:gdLst>
                <a:gd name="T0" fmla="*/ 118361 w 78"/>
                <a:gd name="T1" fmla="*/ 0 h 78"/>
                <a:gd name="T2" fmla="*/ 0 w 78"/>
                <a:gd name="T3" fmla="*/ 119641 h 78"/>
                <a:gd name="T4" fmla="*/ 118361 w 78"/>
                <a:gd name="T5" fmla="*/ 239282 h 78"/>
                <a:gd name="T6" fmla="*/ 236722 w 78"/>
                <a:gd name="T7" fmla="*/ 119641 h 78"/>
                <a:gd name="T8" fmla="*/ 118361 w 78"/>
                <a:gd name="T9" fmla="*/ 0 h 78"/>
                <a:gd name="T10" fmla="*/ 191199 w 78"/>
                <a:gd name="T11" fmla="*/ 141115 h 78"/>
                <a:gd name="T12" fmla="*/ 139605 w 78"/>
                <a:gd name="T13" fmla="*/ 141115 h 78"/>
                <a:gd name="T14" fmla="*/ 139605 w 78"/>
                <a:gd name="T15" fmla="*/ 193266 h 78"/>
                <a:gd name="T16" fmla="*/ 118361 w 78"/>
                <a:gd name="T17" fmla="*/ 214740 h 78"/>
                <a:gd name="T18" fmla="*/ 97117 w 78"/>
                <a:gd name="T19" fmla="*/ 193266 h 78"/>
                <a:gd name="T20" fmla="*/ 97117 w 78"/>
                <a:gd name="T21" fmla="*/ 141115 h 78"/>
                <a:gd name="T22" fmla="*/ 48558 w 78"/>
                <a:gd name="T23" fmla="*/ 141115 h 78"/>
                <a:gd name="T24" fmla="*/ 24279 w 78"/>
                <a:gd name="T25" fmla="*/ 119641 h 78"/>
                <a:gd name="T26" fmla="*/ 48558 w 78"/>
                <a:gd name="T27" fmla="*/ 98167 h 78"/>
                <a:gd name="T28" fmla="*/ 97117 w 78"/>
                <a:gd name="T29" fmla="*/ 98167 h 78"/>
                <a:gd name="T30" fmla="*/ 97117 w 78"/>
                <a:gd name="T31" fmla="*/ 49083 h 78"/>
                <a:gd name="T32" fmla="*/ 118361 w 78"/>
                <a:gd name="T33" fmla="*/ 24542 h 78"/>
                <a:gd name="T34" fmla="*/ 139605 w 78"/>
                <a:gd name="T35" fmla="*/ 49083 h 78"/>
                <a:gd name="T36" fmla="*/ 139605 w 78"/>
                <a:gd name="T37" fmla="*/ 98167 h 78"/>
                <a:gd name="T38" fmla="*/ 191199 w 78"/>
                <a:gd name="T39" fmla="*/ 98167 h 78"/>
                <a:gd name="T40" fmla="*/ 212443 w 78"/>
                <a:gd name="T41" fmla="*/ 119641 h 78"/>
                <a:gd name="T42" fmla="*/ 191199 w 78"/>
                <a:gd name="T43" fmla="*/ 141115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8"/>
                <a:gd name="T67" fmla="*/ 0 h 78"/>
                <a:gd name="T68" fmla="*/ 78 w 78"/>
                <a:gd name="T69" fmla="*/ 78 h 7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8" h="78">
                  <a:moveTo>
                    <a:pt x="39" y="0"/>
                  </a:moveTo>
                  <a:cubicBezTo>
                    <a:pt x="18" y="0"/>
                    <a:pt x="0" y="18"/>
                    <a:pt x="0" y="39"/>
                  </a:cubicBezTo>
                  <a:cubicBezTo>
                    <a:pt x="0" y="60"/>
                    <a:pt x="18" y="78"/>
                    <a:pt x="39" y="78"/>
                  </a:cubicBezTo>
                  <a:cubicBezTo>
                    <a:pt x="60" y="78"/>
                    <a:pt x="78" y="60"/>
                    <a:pt x="78" y="39"/>
                  </a:cubicBezTo>
                  <a:cubicBezTo>
                    <a:pt x="78" y="18"/>
                    <a:pt x="60" y="0"/>
                    <a:pt x="39" y="0"/>
                  </a:cubicBezTo>
                  <a:close/>
                  <a:moveTo>
                    <a:pt x="63" y="46"/>
                  </a:moveTo>
                  <a:cubicBezTo>
                    <a:pt x="46" y="46"/>
                    <a:pt x="46" y="46"/>
                    <a:pt x="46" y="46"/>
                  </a:cubicBezTo>
                  <a:cubicBezTo>
                    <a:pt x="46" y="63"/>
                    <a:pt x="46" y="63"/>
                    <a:pt x="46" y="63"/>
                  </a:cubicBezTo>
                  <a:cubicBezTo>
                    <a:pt x="46" y="67"/>
                    <a:pt x="43" y="70"/>
                    <a:pt x="39" y="70"/>
                  </a:cubicBezTo>
                  <a:cubicBezTo>
                    <a:pt x="35" y="70"/>
                    <a:pt x="32" y="67"/>
                    <a:pt x="32" y="63"/>
                  </a:cubicBezTo>
                  <a:cubicBezTo>
                    <a:pt x="32" y="46"/>
                    <a:pt x="32" y="46"/>
                    <a:pt x="32" y="46"/>
                  </a:cubicBezTo>
                  <a:cubicBezTo>
                    <a:pt x="16" y="46"/>
                    <a:pt x="16" y="46"/>
                    <a:pt x="16" y="46"/>
                  </a:cubicBezTo>
                  <a:cubicBezTo>
                    <a:pt x="12" y="46"/>
                    <a:pt x="8" y="43"/>
                    <a:pt x="8" y="39"/>
                  </a:cubicBezTo>
                  <a:cubicBezTo>
                    <a:pt x="8" y="35"/>
                    <a:pt x="12" y="32"/>
                    <a:pt x="16" y="32"/>
                  </a:cubicBezTo>
                  <a:cubicBezTo>
                    <a:pt x="32" y="32"/>
                    <a:pt x="32" y="32"/>
                    <a:pt x="32" y="32"/>
                  </a:cubicBezTo>
                  <a:cubicBezTo>
                    <a:pt x="32" y="16"/>
                    <a:pt x="32" y="16"/>
                    <a:pt x="32" y="16"/>
                  </a:cubicBezTo>
                  <a:cubicBezTo>
                    <a:pt x="32" y="12"/>
                    <a:pt x="35" y="8"/>
                    <a:pt x="39" y="8"/>
                  </a:cubicBezTo>
                  <a:cubicBezTo>
                    <a:pt x="43" y="8"/>
                    <a:pt x="46" y="12"/>
                    <a:pt x="46" y="16"/>
                  </a:cubicBezTo>
                  <a:cubicBezTo>
                    <a:pt x="46" y="32"/>
                    <a:pt x="46" y="32"/>
                    <a:pt x="46" y="32"/>
                  </a:cubicBezTo>
                  <a:cubicBezTo>
                    <a:pt x="63" y="32"/>
                    <a:pt x="63" y="32"/>
                    <a:pt x="63" y="32"/>
                  </a:cubicBezTo>
                  <a:cubicBezTo>
                    <a:pt x="67" y="32"/>
                    <a:pt x="70" y="35"/>
                    <a:pt x="70" y="39"/>
                  </a:cubicBezTo>
                  <a:cubicBezTo>
                    <a:pt x="70" y="43"/>
                    <a:pt x="67" y="46"/>
                    <a:pt x="63" y="46"/>
                  </a:cubicBez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12" name="TextBox 68">
              <a:extLst>
                <a:ext uri="{FF2B5EF4-FFF2-40B4-BE49-F238E27FC236}">
                  <a16:creationId xmlns:a16="http://schemas.microsoft.com/office/drawing/2014/main" id="{C9C02B01-61AC-EEB1-389B-C6BF161A928E}"/>
                </a:ext>
              </a:extLst>
            </p:cNvPr>
            <p:cNvSpPr txBox="1">
              <a:spLocks noChangeArrowheads="1"/>
            </p:cNvSpPr>
            <p:nvPr/>
          </p:nvSpPr>
          <p:spPr bwMode="auto">
            <a:xfrm>
              <a:off x="1283296" y="3059408"/>
              <a:ext cx="2086888"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latin typeface="微软雅黑" panose="020B0503020204020204" pitchFamily="34" charset="-122"/>
                  <a:ea typeface="微软雅黑" panose="020B0503020204020204" pitchFamily="34" charset="-122"/>
                </a:rPr>
                <a:t>System testing</a:t>
              </a:r>
              <a:endParaRPr lang="zh-CN" altLang="en-US" sz="2000" b="1" dirty="0">
                <a:latin typeface="微软雅黑" panose="020B0503020204020204" pitchFamily="34" charset="-122"/>
                <a:ea typeface="微软雅黑" panose="020B0503020204020204" pitchFamily="34" charset="-122"/>
              </a:endParaRPr>
            </a:p>
          </p:txBody>
        </p:sp>
      </p:grpSp>
      <p:grpSp>
        <p:nvGrpSpPr>
          <p:cNvPr id="7" name="组合 72">
            <a:extLst>
              <a:ext uri="{FF2B5EF4-FFF2-40B4-BE49-F238E27FC236}">
                <a16:creationId xmlns:a16="http://schemas.microsoft.com/office/drawing/2014/main" id="{6729C69A-33BD-3A00-9AF9-3FF155FB307C}"/>
              </a:ext>
            </a:extLst>
          </p:cNvPr>
          <p:cNvGrpSpPr/>
          <p:nvPr/>
        </p:nvGrpSpPr>
        <p:grpSpPr>
          <a:xfrm>
            <a:off x="280698" y="1526656"/>
            <a:ext cx="914260" cy="876852"/>
            <a:chOff x="683568" y="1489348"/>
            <a:chExt cx="2638425" cy="2530475"/>
          </a:xfrm>
          <a:solidFill>
            <a:schemeClr val="bg1"/>
          </a:solidFill>
        </p:grpSpPr>
        <p:sp>
          <p:nvSpPr>
            <p:cNvPr id="74" name="Freeform 7">
              <a:extLst>
                <a:ext uri="{FF2B5EF4-FFF2-40B4-BE49-F238E27FC236}">
                  <a16:creationId xmlns:a16="http://schemas.microsoft.com/office/drawing/2014/main" id="{9A07CFFC-A246-6E46-C3E4-761F97DFAE1E}"/>
                </a:ext>
              </a:extLst>
            </p:cNvPr>
            <p:cNvSpPr/>
            <p:nvPr/>
          </p:nvSpPr>
          <p:spPr bwMode="auto">
            <a:xfrm>
              <a:off x="683568" y="1489348"/>
              <a:ext cx="2638425" cy="1771650"/>
            </a:xfrm>
            <a:custGeom>
              <a:avLst/>
              <a:gdLst>
                <a:gd name="T0" fmla="*/ 0 w 16620"/>
                <a:gd name="T1" fmla="*/ 4462 h 11158"/>
                <a:gd name="T2" fmla="*/ 65 w 16620"/>
                <a:gd name="T3" fmla="*/ 4480 h 11158"/>
                <a:gd name="T4" fmla="*/ 128 w 16620"/>
                <a:gd name="T5" fmla="*/ 4494 h 11158"/>
                <a:gd name="T6" fmla="*/ 188 w 16620"/>
                <a:gd name="T7" fmla="*/ 4509 h 11158"/>
                <a:gd name="T8" fmla="*/ 246 w 16620"/>
                <a:gd name="T9" fmla="*/ 4521 h 11158"/>
                <a:gd name="T10" fmla="*/ 353 w 16620"/>
                <a:gd name="T11" fmla="*/ 4545 h 11158"/>
                <a:gd name="T12" fmla="*/ 450 w 16620"/>
                <a:gd name="T13" fmla="*/ 4568 h 11158"/>
                <a:gd name="T14" fmla="*/ 495 w 16620"/>
                <a:gd name="T15" fmla="*/ 4580 h 11158"/>
                <a:gd name="T16" fmla="*/ 538 w 16620"/>
                <a:gd name="T17" fmla="*/ 4591 h 11158"/>
                <a:gd name="T18" fmla="*/ 579 w 16620"/>
                <a:gd name="T19" fmla="*/ 4603 h 11158"/>
                <a:gd name="T20" fmla="*/ 616 w 16620"/>
                <a:gd name="T21" fmla="*/ 4616 h 11158"/>
                <a:gd name="T22" fmla="*/ 652 w 16620"/>
                <a:gd name="T23" fmla="*/ 4631 h 11158"/>
                <a:gd name="T24" fmla="*/ 686 w 16620"/>
                <a:gd name="T25" fmla="*/ 4645 h 11158"/>
                <a:gd name="T26" fmla="*/ 717 w 16620"/>
                <a:gd name="T27" fmla="*/ 4663 h 11158"/>
                <a:gd name="T28" fmla="*/ 747 w 16620"/>
                <a:gd name="T29" fmla="*/ 4682 h 11158"/>
                <a:gd name="T30" fmla="*/ 774 w 16620"/>
                <a:gd name="T31" fmla="*/ 4702 h 11158"/>
                <a:gd name="T32" fmla="*/ 799 w 16620"/>
                <a:gd name="T33" fmla="*/ 4725 h 11158"/>
                <a:gd name="T34" fmla="*/ 822 w 16620"/>
                <a:gd name="T35" fmla="*/ 4750 h 11158"/>
                <a:gd name="T36" fmla="*/ 843 w 16620"/>
                <a:gd name="T37" fmla="*/ 4779 h 11158"/>
                <a:gd name="T38" fmla="*/ 862 w 16620"/>
                <a:gd name="T39" fmla="*/ 4810 h 11158"/>
                <a:gd name="T40" fmla="*/ 880 w 16620"/>
                <a:gd name="T41" fmla="*/ 4845 h 11158"/>
                <a:gd name="T42" fmla="*/ 895 w 16620"/>
                <a:gd name="T43" fmla="*/ 4882 h 11158"/>
                <a:gd name="T44" fmla="*/ 909 w 16620"/>
                <a:gd name="T45" fmla="*/ 4924 h 11158"/>
                <a:gd name="T46" fmla="*/ 921 w 16620"/>
                <a:gd name="T47" fmla="*/ 4969 h 11158"/>
                <a:gd name="T48" fmla="*/ 932 w 16620"/>
                <a:gd name="T49" fmla="*/ 5019 h 11158"/>
                <a:gd name="T50" fmla="*/ 940 w 16620"/>
                <a:gd name="T51" fmla="*/ 5073 h 11158"/>
                <a:gd name="T52" fmla="*/ 947 w 16620"/>
                <a:gd name="T53" fmla="*/ 5133 h 11158"/>
                <a:gd name="T54" fmla="*/ 953 w 16620"/>
                <a:gd name="T55" fmla="*/ 5196 h 11158"/>
                <a:gd name="T56" fmla="*/ 956 w 16620"/>
                <a:gd name="T57" fmla="*/ 5264 h 11158"/>
                <a:gd name="T58" fmla="*/ 958 w 16620"/>
                <a:gd name="T59" fmla="*/ 5339 h 11158"/>
                <a:gd name="T60" fmla="*/ 959 w 16620"/>
                <a:gd name="T61" fmla="*/ 5419 h 11158"/>
                <a:gd name="T62" fmla="*/ 959 w 16620"/>
                <a:gd name="T63" fmla="*/ 11158 h 11158"/>
                <a:gd name="T64" fmla="*/ 1598 w 16620"/>
                <a:gd name="T65" fmla="*/ 11158 h 11158"/>
                <a:gd name="T66" fmla="*/ 1598 w 16620"/>
                <a:gd name="T67" fmla="*/ 5419 h 11158"/>
                <a:gd name="T68" fmla="*/ 8330 w 16620"/>
                <a:gd name="T69" fmla="*/ 9211 h 11158"/>
                <a:gd name="T70" fmla="*/ 16517 w 16620"/>
                <a:gd name="T71" fmla="*/ 4292 h 11158"/>
                <a:gd name="T72" fmla="*/ 16620 w 16620"/>
                <a:gd name="T73" fmla="*/ 3825 h 11158"/>
                <a:gd name="T74" fmla="*/ 8310 w 16620"/>
                <a:gd name="T75" fmla="*/ 0 h 11158"/>
                <a:gd name="T76" fmla="*/ 0 w 16620"/>
                <a:gd name="T77" fmla="*/ 3825 h 11158"/>
                <a:gd name="T78" fmla="*/ 0 w 16620"/>
                <a:gd name="T79" fmla="*/ 4462 h 11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grpFill/>
            <a:ln>
              <a:noFill/>
            </a:ln>
          </p:spPr>
          <p:txBody>
            <a:bodyPr/>
            <a:lstStyle/>
            <a:p>
              <a:pPr eaLnBrk="1" fontAlgn="auto" hangingPunct="1">
                <a:defRPr/>
              </a:pPr>
              <a:endParaRPr lang="zh-CN" altLang="en-US" noProof="1"/>
            </a:p>
          </p:txBody>
        </p:sp>
        <p:sp>
          <p:nvSpPr>
            <p:cNvPr id="75" name="Freeform 8">
              <a:extLst>
                <a:ext uri="{FF2B5EF4-FFF2-40B4-BE49-F238E27FC236}">
                  <a16:creationId xmlns:a16="http://schemas.microsoft.com/office/drawing/2014/main" id="{D43A0BD5-CE36-E191-52EE-35DA495654D2}"/>
                </a:ext>
              </a:extLst>
            </p:cNvPr>
            <p:cNvSpPr/>
            <p:nvPr/>
          </p:nvSpPr>
          <p:spPr bwMode="auto">
            <a:xfrm>
              <a:off x="1039168" y="2502173"/>
              <a:ext cx="1927225" cy="1517650"/>
            </a:xfrm>
            <a:custGeom>
              <a:avLst/>
              <a:gdLst>
                <a:gd name="T0" fmla="*/ 11030 w 12146"/>
                <a:gd name="T1" fmla="*/ 4122 h 9555"/>
                <a:gd name="T2" fmla="*/ 11252 w 12146"/>
                <a:gd name="T3" fmla="*/ 4107 h 9555"/>
                <a:gd name="T4" fmla="*/ 11385 w 12146"/>
                <a:gd name="T5" fmla="*/ 4096 h 9555"/>
                <a:gd name="T6" fmla="*/ 11507 w 12146"/>
                <a:gd name="T7" fmla="*/ 4083 h 9555"/>
                <a:gd name="T8" fmla="*/ 11617 w 12146"/>
                <a:gd name="T9" fmla="*/ 4065 h 9555"/>
                <a:gd name="T10" fmla="*/ 11717 w 12146"/>
                <a:gd name="T11" fmla="*/ 4041 h 9555"/>
                <a:gd name="T12" fmla="*/ 11805 w 12146"/>
                <a:gd name="T13" fmla="*/ 4010 h 9555"/>
                <a:gd name="T14" fmla="*/ 11883 w 12146"/>
                <a:gd name="T15" fmla="*/ 3968 h 9555"/>
                <a:gd name="T16" fmla="*/ 11949 w 12146"/>
                <a:gd name="T17" fmla="*/ 3916 h 9555"/>
                <a:gd name="T18" fmla="*/ 12006 w 12146"/>
                <a:gd name="T19" fmla="*/ 3851 h 9555"/>
                <a:gd name="T20" fmla="*/ 12053 w 12146"/>
                <a:gd name="T21" fmla="*/ 3771 h 9555"/>
                <a:gd name="T22" fmla="*/ 12090 w 12146"/>
                <a:gd name="T23" fmla="*/ 3673 h 9555"/>
                <a:gd name="T24" fmla="*/ 12117 w 12146"/>
                <a:gd name="T25" fmla="*/ 3559 h 9555"/>
                <a:gd name="T26" fmla="*/ 12136 w 12146"/>
                <a:gd name="T27" fmla="*/ 3423 h 9555"/>
                <a:gd name="T28" fmla="*/ 12144 w 12146"/>
                <a:gd name="T29" fmla="*/ 3266 h 9555"/>
                <a:gd name="T30" fmla="*/ 12146 w 12146"/>
                <a:gd name="T31" fmla="*/ 309 h 9555"/>
                <a:gd name="T32" fmla="*/ 6081 w 12146"/>
                <a:gd name="T33" fmla="*/ 3512 h 9555"/>
                <a:gd name="T34" fmla="*/ 0 w 12146"/>
                <a:gd name="T35" fmla="*/ 309 h 9555"/>
                <a:gd name="T36" fmla="*/ 0 w 12146"/>
                <a:gd name="T37" fmla="*/ 3259 h 9555"/>
                <a:gd name="T38" fmla="*/ 7 w 12146"/>
                <a:gd name="T39" fmla="*/ 3402 h 9555"/>
                <a:gd name="T40" fmla="*/ 19 w 12146"/>
                <a:gd name="T41" fmla="*/ 3524 h 9555"/>
                <a:gd name="T42" fmla="*/ 38 w 12146"/>
                <a:gd name="T43" fmla="*/ 3628 h 9555"/>
                <a:gd name="T44" fmla="*/ 64 w 12146"/>
                <a:gd name="T45" fmla="*/ 3715 h 9555"/>
                <a:gd name="T46" fmla="*/ 97 w 12146"/>
                <a:gd name="T47" fmla="*/ 3788 h 9555"/>
                <a:gd name="T48" fmla="*/ 137 w 12146"/>
                <a:gd name="T49" fmla="*/ 3847 h 9555"/>
                <a:gd name="T50" fmla="*/ 185 w 12146"/>
                <a:gd name="T51" fmla="*/ 3896 h 9555"/>
                <a:gd name="T52" fmla="*/ 241 w 12146"/>
                <a:gd name="T53" fmla="*/ 3935 h 9555"/>
                <a:gd name="T54" fmla="*/ 307 w 12146"/>
                <a:gd name="T55" fmla="*/ 3967 h 9555"/>
                <a:gd name="T56" fmla="*/ 381 w 12146"/>
                <a:gd name="T57" fmla="*/ 3994 h 9555"/>
                <a:gd name="T58" fmla="*/ 464 w 12146"/>
                <a:gd name="T59" fmla="*/ 4018 h 9555"/>
                <a:gd name="T60" fmla="*/ 606 w 12146"/>
                <a:gd name="T61" fmla="*/ 4051 h 9555"/>
                <a:gd name="T62" fmla="*/ 771 w 12146"/>
                <a:gd name="T63" fmla="*/ 4089 h 9555"/>
                <a:gd name="T64" fmla="*/ 894 w 12146"/>
                <a:gd name="T65" fmla="*/ 4118 h 9555"/>
                <a:gd name="T66" fmla="*/ 959 w 12146"/>
                <a:gd name="T67" fmla="*/ 7005 h 9555"/>
                <a:gd name="T68" fmla="*/ 2557 w 12146"/>
                <a:gd name="T69" fmla="*/ 9555 h 9555"/>
                <a:gd name="T70" fmla="*/ 4794 w 12146"/>
                <a:gd name="T71" fmla="*/ 7005 h 9555"/>
                <a:gd name="T72" fmla="*/ 7352 w 12146"/>
                <a:gd name="T73" fmla="*/ 9555 h 9555"/>
                <a:gd name="T74" fmla="*/ 9589 w 12146"/>
                <a:gd name="T75" fmla="*/ 7005 h 9555"/>
                <a:gd name="T76" fmla="*/ 10867 w 12146"/>
                <a:gd name="T77" fmla="*/ 4135 h 9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grpFill/>
            <a:ln>
              <a:noFill/>
            </a:ln>
          </p:spPr>
          <p:txBody>
            <a:bodyPr/>
            <a:lstStyle/>
            <a:p>
              <a:pPr eaLnBrk="1" fontAlgn="auto" hangingPunct="1">
                <a:defRPr/>
              </a:pPr>
              <a:endParaRPr lang="zh-CN" altLang="en-US" noProof="1"/>
            </a:p>
          </p:txBody>
        </p:sp>
      </p:grpSp>
    </p:spTree>
    <p:extLst>
      <p:ext uri="{BB962C8B-B14F-4D97-AF65-F5344CB8AC3E}">
        <p14:creationId xmlns:p14="http://schemas.microsoft.com/office/powerpoint/2010/main" val="599937404"/>
      </p:ext>
    </p:extLst>
  </p:cSld>
  <p:clrMapOvr>
    <a:masterClrMapping/>
  </p:clrMapOvr>
  <p:transition spd="slow" advClick="0" advTm="3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1000"/>
                                        <p:tgtEl>
                                          <p:spTgt spid="60"/>
                                        </p:tgtEl>
                                      </p:cBhvr>
                                    </p:animEffect>
                                    <p:anim calcmode="lin" valueType="num">
                                      <p:cBhvr>
                                        <p:cTn id="8" dur="1000" fill="hold"/>
                                        <p:tgtEl>
                                          <p:spTgt spid="60"/>
                                        </p:tgtEl>
                                        <p:attrNameLst>
                                          <p:attrName>ppt_x</p:attrName>
                                        </p:attrNameLst>
                                      </p:cBhvr>
                                      <p:tavLst>
                                        <p:tav tm="0">
                                          <p:val>
                                            <p:strVal val="#ppt_x"/>
                                          </p:val>
                                        </p:tav>
                                        <p:tav tm="100000">
                                          <p:val>
                                            <p:strVal val="#ppt_x"/>
                                          </p:val>
                                        </p:tav>
                                      </p:tavLst>
                                    </p:anim>
                                    <p:anim calcmode="lin" valueType="num">
                                      <p:cBhvr>
                                        <p:cTn id="9" dur="1000" fill="hold"/>
                                        <p:tgtEl>
                                          <p:spTgt spid="60"/>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10"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par>
                          <p:cTn id="14" fill="hold" nodeType="afterGroup">
                            <p:stCondLst>
                              <p:cond delay="1500"/>
                            </p:stCondLst>
                            <p:childTnLst>
                              <p:par>
                                <p:cTn id="15" presetID="10" presetClass="entr" presetSubtype="0"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组合 10">
            <a:extLst>
              <a:ext uri="{FF2B5EF4-FFF2-40B4-BE49-F238E27FC236}">
                <a16:creationId xmlns:a16="http://schemas.microsoft.com/office/drawing/2014/main" id="{0CBA6283-D10A-41A6-905A-4F160985B239}"/>
              </a:ext>
            </a:extLst>
          </p:cNvPr>
          <p:cNvGrpSpPr>
            <a:grpSpLocks/>
          </p:cNvGrpSpPr>
          <p:nvPr/>
        </p:nvGrpSpPr>
        <p:grpSpPr bwMode="auto">
          <a:xfrm>
            <a:off x="274638" y="217488"/>
            <a:ext cx="3937000" cy="436562"/>
            <a:chOff x="274214" y="217809"/>
            <a:chExt cx="3937746" cy="435930"/>
          </a:xfrm>
        </p:grpSpPr>
        <p:grpSp>
          <p:nvGrpSpPr>
            <p:cNvPr id="26665" name="组合 11">
              <a:extLst>
                <a:ext uri="{FF2B5EF4-FFF2-40B4-BE49-F238E27FC236}">
                  <a16:creationId xmlns:a16="http://schemas.microsoft.com/office/drawing/2014/main" id="{5B1036A2-8B76-470D-B372-9771193C1B01}"/>
                </a:ext>
              </a:extLst>
            </p:cNvPr>
            <p:cNvGrpSpPr>
              <a:grpSpLocks/>
            </p:cNvGrpSpPr>
            <p:nvPr/>
          </p:nvGrpSpPr>
          <p:grpSpPr bwMode="auto">
            <a:xfrm>
              <a:off x="274214" y="217809"/>
              <a:ext cx="454527" cy="435930"/>
              <a:chOff x="683568" y="1489348"/>
              <a:chExt cx="2638425" cy="2530475"/>
            </a:xfrm>
          </p:grpSpPr>
          <p:sp>
            <p:nvSpPr>
              <p:cNvPr id="26667" name="Freeform 7">
                <a:extLst>
                  <a:ext uri="{FF2B5EF4-FFF2-40B4-BE49-F238E27FC236}">
                    <a16:creationId xmlns:a16="http://schemas.microsoft.com/office/drawing/2014/main" id="{02DD27BD-BA50-4453-A20B-654E7BB41B90}"/>
                  </a:ext>
                </a:extLst>
              </p:cNvPr>
              <p:cNvSpPr>
                <a:spLocks noChangeArrowheads="1"/>
              </p:cNvSpPr>
              <p:nvPr/>
            </p:nvSpPr>
            <p:spPr bwMode="auto">
              <a:xfrm>
                <a:off x="683568" y="1489348"/>
                <a:ext cx="2638425" cy="1771650"/>
              </a:xfrm>
              <a:custGeom>
                <a:avLst/>
                <a:gdLst>
                  <a:gd name="T0" fmla="*/ 0 w 16620"/>
                  <a:gd name="T1" fmla="*/ 708469 h 11158"/>
                  <a:gd name="T2" fmla="*/ 10319 w 16620"/>
                  <a:gd name="T3" fmla="*/ 711327 h 11158"/>
                  <a:gd name="T4" fmla="*/ 20320 w 16620"/>
                  <a:gd name="T5" fmla="*/ 713550 h 11158"/>
                  <a:gd name="T6" fmla="*/ 29845 w 16620"/>
                  <a:gd name="T7" fmla="*/ 715932 h 11158"/>
                  <a:gd name="T8" fmla="*/ 39053 w 16620"/>
                  <a:gd name="T9" fmla="*/ 717837 h 11158"/>
                  <a:gd name="T10" fmla="*/ 56039 w 16620"/>
                  <a:gd name="T11" fmla="*/ 721648 h 11158"/>
                  <a:gd name="T12" fmla="*/ 71438 w 16620"/>
                  <a:gd name="T13" fmla="*/ 725300 h 11158"/>
                  <a:gd name="T14" fmla="*/ 78581 w 16620"/>
                  <a:gd name="T15" fmla="*/ 727205 h 11158"/>
                  <a:gd name="T16" fmla="*/ 85408 w 16620"/>
                  <a:gd name="T17" fmla="*/ 728952 h 11158"/>
                  <a:gd name="T18" fmla="*/ 91916 w 16620"/>
                  <a:gd name="T19" fmla="*/ 730857 h 11158"/>
                  <a:gd name="T20" fmla="*/ 97790 w 16620"/>
                  <a:gd name="T21" fmla="*/ 732921 h 11158"/>
                  <a:gd name="T22" fmla="*/ 103505 w 16620"/>
                  <a:gd name="T23" fmla="*/ 735303 h 11158"/>
                  <a:gd name="T24" fmla="*/ 108903 w 16620"/>
                  <a:gd name="T25" fmla="*/ 737526 h 11158"/>
                  <a:gd name="T26" fmla="*/ 113824 w 16620"/>
                  <a:gd name="T27" fmla="*/ 740384 h 11158"/>
                  <a:gd name="T28" fmla="*/ 118586 w 16620"/>
                  <a:gd name="T29" fmla="*/ 743401 h 11158"/>
                  <a:gd name="T30" fmla="*/ 122873 w 16620"/>
                  <a:gd name="T31" fmla="*/ 746576 h 11158"/>
                  <a:gd name="T32" fmla="*/ 126841 w 16620"/>
                  <a:gd name="T33" fmla="*/ 750228 h 11158"/>
                  <a:gd name="T34" fmla="*/ 130493 w 16620"/>
                  <a:gd name="T35" fmla="*/ 754198 h 11158"/>
                  <a:gd name="T36" fmla="*/ 133826 w 16620"/>
                  <a:gd name="T37" fmla="*/ 758802 h 11158"/>
                  <a:gd name="T38" fmla="*/ 136843 w 16620"/>
                  <a:gd name="T39" fmla="*/ 763724 h 11158"/>
                  <a:gd name="T40" fmla="*/ 139700 w 16620"/>
                  <a:gd name="T41" fmla="*/ 769282 h 11158"/>
                  <a:gd name="T42" fmla="*/ 142081 w 16620"/>
                  <a:gd name="T43" fmla="*/ 775156 h 11158"/>
                  <a:gd name="T44" fmla="*/ 144304 w 16620"/>
                  <a:gd name="T45" fmla="*/ 781825 h 11158"/>
                  <a:gd name="T46" fmla="*/ 146209 w 16620"/>
                  <a:gd name="T47" fmla="*/ 788970 h 11158"/>
                  <a:gd name="T48" fmla="*/ 147955 w 16620"/>
                  <a:gd name="T49" fmla="*/ 796909 h 11158"/>
                  <a:gd name="T50" fmla="*/ 149225 w 16620"/>
                  <a:gd name="T51" fmla="*/ 805483 h 11158"/>
                  <a:gd name="T52" fmla="*/ 150336 w 16620"/>
                  <a:gd name="T53" fmla="*/ 815010 h 11158"/>
                  <a:gd name="T54" fmla="*/ 151289 w 16620"/>
                  <a:gd name="T55" fmla="*/ 825013 h 11158"/>
                  <a:gd name="T56" fmla="*/ 151765 w 16620"/>
                  <a:gd name="T57" fmla="*/ 835810 h 11158"/>
                  <a:gd name="T58" fmla="*/ 152083 w 16620"/>
                  <a:gd name="T59" fmla="*/ 847718 h 11158"/>
                  <a:gd name="T60" fmla="*/ 152241 w 16620"/>
                  <a:gd name="T61" fmla="*/ 860420 h 11158"/>
                  <a:gd name="T62" fmla="*/ 152241 w 16620"/>
                  <a:gd name="T63" fmla="*/ 1771650 h 11158"/>
                  <a:gd name="T64" fmla="*/ 253683 w 16620"/>
                  <a:gd name="T65" fmla="*/ 1771650 h 11158"/>
                  <a:gd name="T66" fmla="*/ 253683 w 16620"/>
                  <a:gd name="T67" fmla="*/ 860420 h 11158"/>
                  <a:gd name="T68" fmla="*/ 1322388 w 16620"/>
                  <a:gd name="T69" fmla="*/ 1462508 h 11158"/>
                  <a:gd name="T70" fmla="*/ 2622074 w 16620"/>
                  <a:gd name="T71" fmla="*/ 681477 h 11158"/>
                  <a:gd name="T72" fmla="*/ 2638425 w 16620"/>
                  <a:gd name="T73" fmla="*/ 607328 h 11158"/>
                  <a:gd name="T74" fmla="*/ 1319213 w 16620"/>
                  <a:gd name="T75" fmla="*/ 0 h 11158"/>
                  <a:gd name="T76" fmla="*/ 0 w 16620"/>
                  <a:gd name="T77" fmla="*/ 607328 h 11158"/>
                  <a:gd name="T78" fmla="*/ 0 w 16620"/>
                  <a:gd name="T79" fmla="*/ 708469 h 111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620"/>
                  <a:gd name="T121" fmla="*/ 0 h 11158"/>
                  <a:gd name="T122" fmla="*/ 16620 w 16620"/>
                  <a:gd name="T123" fmla="*/ 11158 h 1115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68" name="Freeform 8">
                <a:extLst>
                  <a:ext uri="{FF2B5EF4-FFF2-40B4-BE49-F238E27FC236}">
                    <a16:creationId xmlns:a16="http://schemas.microsoft.com/office/drawing/2014/main" id="{C75DE9E0-0816-457D-81FC-C633C9D0ED97}"/>
                  </a:ext>
                </a:extLst>
              </p:cNvPr>
              <p:cNvSpPr>
                <a:spLocks noChangeArrowheads="1"/>
              </p:cNvSpPr>
              <p:nvPr/>
            </p:nvSpPr>
            <p:spPr bwMode="auto">
              <a:xfrm>
                <a:off x="1039168" y="2502173"/>
                <a:ext cx="1927225" cy="1517650"/>
              </a:xfrm>
              <a:custGeom>
                <a:avLst/>
                <a:gdLst>
                  <a:gd name="T0" fmla="*/ 1750148 w 12146"/>
                  <a:gd name="T1" fmla="*/ 654710 h 9555"/>
                  <a:gd name="T2" fmla="*/ 1785373 w 12146"/>
                  <a:gd name="T3" fmla="*/ 652327 h 9555"/>
                  <a:gd name="T4" fmla="*/ 1806476 w 12146"/>
                  <a:gd name="T5" fmla="*/ 650580 h 9555"/>
                  <a:gd name="T6" fmla="*/ 1825834 w 12146"/>
                  <a:gd name="T7" fmla="*/ 648515 h 9555"/>
                  <a:gd name="T8" fmla="*/ 1843288 w 12146"/>
                  <a:gd name="T9" fmla="*/ 645656 h 9555"/>
                  <a:gd name="T10" fmla="*/ 1859155 w 12146"/>
                  <a:gd name="T11" fmla="*/ 641844 h 9555"/>
                  <a:gd name="T12" fmla="*/ 1873118 w 12146"/>
                  <a:gd name="T13" fmla="*/ 636921 h 9555"/>
                  <a:gd name="T14" fmla="*/ 1885494 w 12146"/>
                  <a:gd name="T15" fmla="*/ 630250 h 9555"/>
                  <a:gd name="T16" fmla="*/ 1895967 w 12146"/>
                  <a:gd name="T17" fmla="*/ 621990 h 9555"/>
                  <a:gd name="T18" fmla="*/ 1905011 w 12146"/>
                  <a:gd name="T19" fmla="*/ 611666 h 9555"/>
                  <a:gd name="T20" fmla="*/ 1912469 w 12146"/>
                  <a:gd name="T21" fmla="*/ 598960 h 9555"/>
                  <a:gd name="T22" fmla="*/ 1918339 w 12146"/>
                  <a:gd name="T23" fmla="*/ 583394 h 9555"/>
                  <a:gd name="T24" fmla="*/ 1922624 w 12146"/>
                  <a:gd name="T25" fmla="*/ 565287 h 9555"/>
                  <a:gd name="T26" fmla="*/ 1925638 w 12146"/>
                  <a:gd name="T27" fmla="*/ 543686 h 9555"/>
                  <a:gd name="T28" fmla="*/ 1926908 w 12146"/>
                  <a:gd name="T29" fmla="*/ 518749 h 9555"/>
                  <a:gd name="T30" fmla="*/ 1927225 w 12146"/>
                  <a:gd name="T31" fmla="*/ 49079 h 9555"/>
                  <a:gd name="T32" fmla="*/ 964882 w 12146"/>
                  <a:gd name="T33" fmla="*/ 557822 h 9555"/>
                  <a:gd name="T34" fmla="*/ 0 w 12146"/>
                  <a:gd name="T35" fmla="*/ 49079 h 9555"/>
                  <a:gd name="T36" fmla="*/ 0 w 12146"/>
                  <a:gd name="T37" fmla="*/ 517637 h 9555"/>
                  <a:gd name="T38" fmla="*/ 1111 w 12146"/>
                  <a:gd name="T39" fmla="*/ 540350 h 9555"/>
                  <a:gd name="T40" fmla="*/ 3015 w 12146"/>
                  <a:gd name="T41" fmla="*/ 559728 h 9555"/>
                  <a:gd name="T42" fmla="*/ 6030 w 12146"/>
                  <a:gd name="T43" fmla="*/ 576246 h 9555"/>
                  <a:gd name="T44" fmla="*/ 10155 w 12146"/>
                  <a:gd name="T45" fmla="*/ 590065 h 9555"/>
                  <a:gd name="T46" fmla="*/ 15391 w 12146"/>
                  <a:gd name="T47" fmla="*/ 601660 h 9555"/>
                  <a:gd name="T48" fmla="*/ 21738 w 12146"/>
                  <a:gd name="T49" fmla="*/ 611031 h 9555"/>
                  <a:gd name="T50" fmla="*/ 29354 w 12146"/>
                  <a:gd name="T51" fmla="*/ 618814 h 9555"/>
                  <a:gd name="T52" fmla="*/ 38240 w 12146"/>
                  <a:gd name="T53" fmla="*/ 625008 h 9555"/>
                  <a:gd name="T54" fmla="*/ 48712 w 12146"/>
                  <a:gd name="T55" fmla="*/ 630091 h 9555"/>
                  <a:gd name="T56" fmla="*/ 60454 w 12146"/>
                  <a:gd name="T57" fmla="*/ 634379 h 9555"/>
                  <a:gd name="T58" fmla="*/ 73624 w 12146"/>
                  <a:gd name="T59" fmla="*/ 638191 h 9555"/>
                  <a:gd name="T60" fmla="*/ 96155 w 12146"/>
                  <a:gd name="T61" fmla="*/ 643433 h 9555"/>
                  <a:gd name="T62" fmla="*/ 122336 w 12146"/>
                  <a:gd name="T63" fmla="*/ 649468 h 9555"/>
                  <a:gd name="T64" fmla="*/ 141852 w 12146"/>
                  <a:gd name="T65" fmla="*/ 654075 h 9555"/>
                  <a:gd name="T66" fmla="*/ 152166 w 12146"/>
                  <a:gd name="T67" fmla="*/ 1112626 h 9555"/>
                  <a:gd name="T68" fmla="*/ 405723 w 12146"/>
                  <a:gd name="T69" fmla="*/ 1517650 h 9555"/>
                  <a:gd name="T70" fmla="*/ 760672 w 12146"/>
                  <a:gd name="T71" fmla="*/ 1112626 h 9555"/>
                  <a:gd name="T72" fmla="*/ 1166553 w 12146"/>
                  <a:gd name="T73" fmla="*/ 1517650 h 9555"/>
                  <a:gd name="T74" fmla="*/ 1521502 w 12146"/>
                  <a:gd name="T75" fmla="*/ 1112626 h 9555"/>
                  <a:gd name="T76" fmla="*/ 1724284 w 12146"/>
                  <a:gd name="T77" fmla="*/ 656775 h 95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46"/>
                  <a:gd name="T118" fmla="*/ 0 h 9555"/>
                  <a:gd name="T119" fmla="*/ 12146 w 12146"/>
                  <a:gd name="T120" fmla="*/ 9555 h 95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666" name="TextBox 12">
              <a:extLst>
                <a:ext uri="{FF2B5EF4-FFF2-40B4-BE49-F238E27FC236}">
                  <a16:creationId xmlns:a16="http://schemas.microsoft.com/office/drawing/2014/main" id="{A8BF9803-FF91-4180-B23D-6A97842772AE}"/>
                </a:ext>
              </a:extLst>
            </p:cNvPr>
            <p:cNvSpPr txBox="1">
              <a:spLocks noChangeArrowheads="1"/>
            </p:cNvSpPr>
            <p:nvPr/>
          </p:nvSpPr>
          <p:spPr bwMode="auto">
            <a:xfrm>
              <a:off x="728742" y="235719"/>
              <a:ext cx="34832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latin typeface="微软雅黑" panose="020B0503020204020204" pitchFamily="34" charset="-122"/>
                  <a:ea typeface="微软雅黑" panose="020B0503020204020204" pitchFamily="34" charset="-122"/>
                </a:rPr>
                <a:t>Function testing</a:t>
              </a:r>
            </a:p>
          </p:txBody>
        </p:sp>
      </p:grpSp>
      <p:cxnSp>
        <p:nvCxnSpPr>
          <p:cNvPr id="74" name="直接连接符 73">
            <a:extLst>
              <a:ext uri="{FF2B5EF4-FFF2-40B4-BE49-F238E27FC236}">
                <a16:creationId xmlns:a16="http://schemas.microsoft.com/office/drawing/2014/main" id="{F3F93CF4-9982-44A7-A429-53314392CBCA}"/>
              </a:ext>
            </a:extLst>
          </p:cNvPr>
          <p:cNvCxnSpPr/>
          <p:nvPr/>
        </p:nvCxnSpPr>
        <p:spPr>
          <a:xfrm>
            <a:off x="3268663" y="2017713"/>
            <a:ext cx="600075" cy="44450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0834055D-B72B-4BC9-80FE-01A250E2C744}"/>
              </a:ext>
            </a:extLst>
          </p:cNvPr>
          <p:cNvCxnSpPr/>
          <p:nvPr/>
        </p:nvCxnSpPr>
        <p:spPr>
          <a:xfrm flipH="1">
            <a:off x="3268663" y="4068763"/>
            <a:ext cx="600075" cy="44608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4B5837A1-7C06-42DA-BFDF-73A027DA5E28}"/>
              </a:ext>
            </a:extLst>
          </p:cNvPr>
          <p:cNvCxnSpPr/>
          <p:nvPr/>
        </p:nvCxnSpPr>
        <p:spPr>
          <a:xfrm flipV="1">
            <a:off x="5260975" y="2017713"/>
            <a:ext cx="601663" cy="44450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AF06DD19-16D0-49CA-8A07-3C743B8DB748}"/>
              </a:ext>
            </a:extLst>
          </p:cNvPr>
          <p:cNvCxnSpPr/>
          <p:nvPr/>
        </p:nvCxnSpPr>
        <p:spPr>
          <a:xfrm flipH="1" flipV="1">
            <a:off x="5260975" y="4068763"/>
            <a:ext cx="601663" cy="44608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12" name="组合 88">
            <a:extLst>
              <a:ext uri="{FF2B5EF4-FFF2-40B4-BE49-F238E27FC236}">
                <a16:creationId xmlns:a16="http://schemas.microsoft.com/office/drawing/2014/main" id="{126A26AF-A53F-45A5-8D7A-82B05604E28C}"/>
              </a:ext>
            </a:extLst>
          </p:cNvPr>
          <p:cNvGrpSpPr>
            <a:grpSpLocks/>
          </p:cNvGrpSpPr>
          <p:nvPr/>
        </p:nvGrpSpPr>
        <p:grpSpPr bwMode="auto">
          <a:xfrm>
            <a:off x="3692525" y="2351088"/>
            <a:ext cx="1830388" cy="1830387"/>
            <a:chOff x="3692512" y="2350490"/>
            <a:chExt cx="1831014" cy="1831015"/>
          </a:xfrm>
        </p:grpSpPr>
        <p:sp>
          <p:nvSpPr>
            <p:cNvPr id="78" name="椭圆 77">
              <a:extLst>
                <a:ext uri="{FF2B5EF4-FFF2-40B4-BE49-F238E27FC236}">
                  <a16:creationId xmlns:a16="http://schemas.microsoft.com/office/drawing/2014/main" id="{44997F2B-14B1-4DA6-B51E-1667EF1E08FC}"/>
                </a:ext>
              </a:extLst>
            </p:cNvPr>
            <p:cNvSpPr/>
            <p:nvPr/>
          </p:nvSpPr>
          <p:spPr>
            <a:xfrm>
              <a:off x="3692512" y="2350490"/>
              <a:ext cx="1831014" cy="1831015"/>
            </a:xfrm>
            <a:prstGeom prst="ellipse">
              <a:avLst/>
            </a:prstGeom>
            <a:gradFill flip="none" rotWithShape="1">
              <a:gsLst>
                <a:gs pos="0">
                  <a:schemeClr val="bg1"/>
                </a:gs>
                <a:gs pos="100000">
                  <a:schemeClr val="bg1">
                    <a:lumMod val="85000"/>
                  </a:schemeClr>
                </a:gs>
              </a:gsLst>
              <a:lin ang="13500000" scaled="1"/>
              <a:tileRect/>
            </a:gradFill>
            <a:ln w="25400">
              <a:gradFill flip="none" rotWithShape="1">
                <a:gsLst>
                  <a:gs pos="0">
                    <a:schemeClr val="bg1">
                      <a:lumMod val="100000"/>
                    </a:schemeClr>
                  </a:gs>
                  <a:gs pos="100000">
                    <a:schemeClr val="bg1">
                      <a:lumMod val="85000"/>
                    </a:schemeClr>
                  </a:gs>
                </a:gsLst>
                <a:lin ang="2700000" scaled="1"/>
                <a:tileRect/>
              </a:gradFill>
            </a:ln>
            <a:effectLst>
              <a:outerShdw blurRad="139700" dist="889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1100" noProof="1">
                <a:ea typeface="微软雅黑"/>
              </a:endParaRPr>
            </a:p>
          </p:txBody>
        </p:sp>
        <p:sp>
          <p:nvSpPr>
            <p:cNvPr id="79" name="任意多边形 78">
              <a:extLst>
                <a:ext uri="{FF2B5EF4-FFF2-40B4-BE49-F238E27FC236}">
                  <a16:creationId xmlns:a16="http://schemas.microsoft.com/office/drawing/2014/main" id="{13DE4D23-DF45-49DA-90B5-44669AD6CC68}"/>
                </a:ext>
              </a:extLst>
            </p:cNvPr>
            <p:cNvSpPr/>
            <p:nvPr/>
          </p:nvSpPr>
          <p:spPr>
            <a:xfrm>
              <a:off x="4329318" y="2745913"/>
              <a:ext cx="524054" cy="551052"/>
            </a:xfrm>
            <a:custGeom>
              <a:avLst/>
              <a:gdLst/>
              <a:ahLst/>
              <a:cxnLst/>
              <a:rect l="l" t="t" r="r" b="b"/>
              <a:pathLst>
                <a:path w="682582" h="718458">
                  <a:moveTo>
                    <a:pt x="221549" y="0"/>
                  </a:moveTo>
                  <a:lnTo>
                    <a:pt x="461034" y="0"/>
                  </a:lnTo>
                  <a:cubicBezTo>
                    <a:pt x="469142" y="0"/>
                    <a:pt x="476158" y="2963"/>
                    <a:pt x="482083" y="8888"/>
                  </a:cubicBezTo>
                  <a:cubicBezTo>
                    <a:pt x="488008" y="14812"/>
                    <a:pt x="490970" y="21828"/>
                    <a:pt x="490970" y="29936"/>
                  </a:cubicBezTo>
                  <a:cubicBezTo>
                    <a:pt x="490970" y="38044"/>
                    <a:pt x="488008" y="45060"/>
                    <a:pt x="482083" y="50985"/>
                  </a:cubicBezTo>
                  <a:cubicBezTo>
                    <a:pt x="476158" y="56909"/>
                    <a:pt x="469142" y="59872"/>
                    <a:pt x="461034" y="59872"/>
                  </a:cubicBezTo>
                  <a:lnTo>
                    <a:pt x="431099" y="59872"/>
                  </a:lnTo>
                  <a:lnTo>
                    <a:pt x="431099" y="246502"/>
                  </a:lnTo>
                  <a:lnTo>
                    <a:pt x="666375" y="617425"/>
                  </a:lnTo>
                  <a:cubicBezTo>
                    <a:pt x="683837" y="645178"/>
                    <a:pt x="687189" y="668955"/>
                    <a:pt x="676432" y="688756"/>
                  </a:cubicBezTo>
                  <a:cubicBezTo>
                    <a:pt x="665673" y="708557"/>
                    <a:pt x="643767" y="718458"/>
                    <a:pt x="610713" y="718458"/>
                  </a:cubicBezTo>
                  <a:lnTo>
                    <a:pt x="71870" y="718458"/>
                  </a:lnTo>
                  <a:cubicBezTo>
                    <a:pt x="38817" y="718458"/>
                    <a:pt x="16910" y="708557"/>
                    <a:pt x="6152" y="688756"/>
                  </a:cubicBezTo>
                  <a:cubicBezTo>
                    <a:pt x="-4606" y="668955"/>
                    <a:pt x="-1254" y="645178"/>
                    <a:pt x="16209" y="617425"/>
                  </a:cubicBezTo>
                  <a:lnTo>
                    <a:pt x="251484" y="246502"/>
                  </a:lnTo>
                  <a:lnTo>
                    <a:pt x="251484" y="59872"/>
                  </a:lnTo>
                  <a:lnTo>
                    <a:pt x="221549" y="59872"/>
                  </a:lnTo>
                  <a:cubicBezTo>
                    <a:pt x="213441" y="59872"/>
                    <a:pt x="206425" y="56909"/>
                    <a:pt x="200500" y="50985"/>
                  </a:cubicBezTo>
                  <a:cubicBezTo>
                    <a:pt x="194575" y="45060"/>
                    <a:pt x="191614" y="38044"/>
                    <a:pt x="191614" y="29936"/>
                  </a:cubicBezTo>
                  <a:cubicBezTo>
                    <a:pt x="191614" y="21828"/>
                    <a:pt x="194575" y="14812"/>
                    <a:pt x="200500" y="8888"/>
                  </a:cubicBezTo>
                  <a:cubicBezTo>
                    <a:pt x="206425" y="2963"/>
                    <a:pt x="213441" y="0"/>
                    <a:pt x="221549" y="0"/>
                  </a:cubicBezTo>
                  <a:close/>
                  <a:moveTo>
                    <a:pt x="311356" y="59872"/>
                  </a:moveTo>
                  <a:lnTo>
                    <a:pt x="311356" y="246502"/>
                  </a:lnTo>
                  <a:lnTo>
                    <a:pt x="311356" y="263809"/>
                  </a:lnTo>
                  <a:lnTo>
                    <a:pt x="302001" y="278309"/>
                  </a:lnTo>
                  <a:lnTo>
                    <a:pt x="174775" y="478972"/>
                  </a:lnTo>
                  <a:lnTo>
                    <a:pt x="507809" y="478972"/>
                  </a:lnTo>
                  <a:lnTo>
                    <a:pt x="380582" y="278309"/>
                  </a:lnTo>
                  <a:lnTo>
                    <a:pt x="371227" y="263809"/>
                  </a:lnTo>
                  <a:lnTo>
                    <a:pt x="371227" y="246502"/>
                  </a:lnTo>
                  <a:lnTo>
                    <a:pt x="371227" y="59872"/>
                  </a:lnTo>
                  <a:lnTo>
                    <a:pt x="311356" y="59872"/>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1100" noProof="1"/>
            </a:p>
          </p:txBody>
        </p:sp>
        <p:sp>
          <p:nvSpPr>
            <p:cNvPr id="26640" name="TextBox 6">
              <a:extLst>
                <a:ext uri="{FF2B5EF4-FFF2-40B4-BE49-F238E27FC236}">
                  <a16:creationId xmlns:a16="http://schemas.microsoft.com/office/drawing/2014/main" id="{C061DF0D-9F02-40A5-AB51-BCA04DD7994D}"/>
                </a:ext>
              </a:extLst>
            </p:cNvPr>
            <p:cNvSpPr txBox="1">
              <a:spLocks noChangeArrowheads="1"/>
            </p:cNvSpPr>
            <p:nvPr/>
          </p:nvSpPr>
          <p:spPr bwMode="auto">
            <a:xfrm>
              <a:off x="3895494" y="3310061"/>
              <a:ext cx="1451560" cy="63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lnSpc>
                  <a:spcPct val="120000"/>
                </a:lnSpc>
              </a:pPr>
              <a:r>
                <a:rPr lang="en-US" altLang="zh-CN" b="1" dirty="0">
                  <a:latin typeface="微软雅黑" panose="020B0503020204020204" pitchFamily="34" charset="-122"/>
                  <a:ea typeface="微软雅黑" panose="020B0503020204020204" pitchFamily="34" charset="-122"/>
                </a:rPr>
                <a:t>Function testing</a:t>
              </a:r>
            </a:p>
          </p:txBody>
        </p:sp>
      </p:grpSp>
      <p:sp>
        <p:nvSpPr>
          <p:cNvPr id="7" name="文本框 6">
            <a:extLst>
              <a:ext uri="{FF2B5EF4-FFF2-40B4-BE49-F238E27FC236}">
                <a16:creationId xmlns:a16="http://schemas.microsoft.com/office/drawing/2014/main" id="{423443FE-90CF-8954-ACA3-3B57451015D4}"/>
              </a:ext>
            </a:extLst>
          </p:cNvPr>
          <p:cNvSpPr txBox="1"/>
          <p:nvPr/>
        </p:nvSpPr>
        <p:spPr>
          <a:xfrm>
            <a:off x="482163" y="1150759"/>
            <a:ext cx="3210362" cy="1200329"/>
          </a:xfrm>
          <a:prstGeom prst="rect">
            <a:avLst/>
          </a:prstGeom>
          <a:noFill/>
        </p:spPr>
        <p:txBody>
          <a:bodyPr wrap="square">
            <a:spAutoFit/>
          </a:bodyPr>
          <a:lstStyle/>
          <a:p>
            <a:r>
              <a:rPr lang="en-US" altLang="zh-CN" b="1" dirty="0"/>
              <a:t>Polymorphic comparison logic: </a:t>
            </a:r>
            <a:r>
              <a:rPr lang="en-US" altLang="zh-CN" dirty="0"/>
              <a:t>By comparing all test cases, the LOL/CS/hero attributes are correctly compared.</a:t>
            </a:r>
            <a:endParaRPr lang="zh-CN" altLang="en-US" dirty="0"/>
          </a:p>
        </p:txBody>
      </p:sp>
      <p:sp>
        <p:nvSpPr>
          <p:cNvPr id="11" name="文本框 10">
            <a:extLst>
              <a:ext uri="{FF2B5EF4-FFF2-40B4-BE49-F238E27FC236}">
                <a16:creationId xmlns:a16="http://schemas.microsoft.com/office/drawing/2014/main" id="{7FA79F7C-BF7C-2DEF-1EB4-341D978523DE}"/>
              </a:ext>
            </a:extLst>
          </p:cNvPr>
          <p:cNvSpPr txBox="1"/>
          <p:nvPr/>
        </p:nvSpPr>
        <p:spPr>
          <a:xfrm>
            <a:off x="5940114" y="1039634"/>
            <a:ext cx="2970895" cy="1200329"/>
          </a:xfrm>
          <a:prstGeom prst="rect">
            <a:avLst/>
          </a:prstGeom>
          <a:noFill/>
        </p:spPr>
        <p:txBody>
          <a:bodyPr wrap="square">
            <a:spAutoFit/>
          </a:bodyPr>
          <a:lstStyle/>
          <a:p>
            <a:r>
              <a:rPr lang="en-US" altLang="zh-CN" b="1" dirty="0"/>
              <a:t>Page navigation: </a:t>
            </a:r>
          </a:p>
          <a:p>
            <a:r>
              <a:rPr lang="en-US" altLang="zh-CN" dirty="0"/>
              <a:t>All pages are switched normally, and the signal slot is connected correctly.</a:t>
            </a:r>
            <a:endParaRPr lang="zh-CN" altLang="en-US" dirty="0"/>
          </a:p>
        </p:txBody>
      </p:sp>
      <p:sp>
        <p:nvSpPr>
          <p:cNvPr id="14" name="文本框 13">
            <a:extLst>
              <a:ext uri="{FF2B5EF4-FFF2-40B4-BE49-F238E27FC236}">
                <a16:creationId xmlns:a16="http://schemas.microsoft.com/office/drawing/2014/main" id="{DA0BBBAB-3D5A-40E5-AF31-4953EFD08CB8}"/>
              </a:ext>
            </a:extLst>
          </p:cNvPr>
          <p:cNvSpPr txBox="1"/>
          <p:nvPr/>
        </p:nvSpPr>
        <p:spPr>
          <a:xfrm>
            <a:off x="482163" y="3382894"/>
            <a:ext cx="2759494" cy="1477328"/>
          </a:xfrm>
          <a:prstGeom prst="rect">
            <a:avLst/>
          </a:prstGeom>
          <a:noFill/>
        </p:spPr>
        <p:txBody>
          <a:bodyPr wrap="square">
            <a:spAutoFit/>
          </a:bodyPr>
          <a:lstStyle/>
          <a:p>
            <a:r>
              <a:rPr lang="en-US" altLang="zh-CN" b="1" dirty="0"/>
              <a:t>CSV parsing: </a:t>
            </a:r>
          </a:p>
          <a:p>
            <a:r>
              <a:rPr lang="en-US" altLang="zh-CN" dirty="0"/>
              <a:t>Successfully processed data containing quoted fields and commas, with effective exception handling.</a:t>
            </a:r>
            <a:endParaRPr lang="zh-CN" altLang="en-US" dirty="0"/>
          </a:p>
        </p:txBody>
      </p:sp>
      <p:sp>
        <p:nvSpPr>
          <p:cNvPr id="18" name="文本框 17">
            <a:extLst>
              <a:ext uri="{FF2B5EF4-FFF2-40B4-BE49-F238E27FC236}">
                <a16:creationId xmlns:a16="http://schemas.microsoft.com/office/drawing/2014/main" id="{7CC22CAD-70B3-BB6B-BDA8-56D550616904}"/>
              </a:ext>
            </a:extLst>
          </p:cNvPr>
          <p:cNvSpPr txBox="1"/>
          <p:nvPr/>
        </p:nvSpPr>
        <p:spPr>
          <a:xfrm>
            <a:off x="6022460" y="3628545"/>
            <a:ext cx="3104930" cy="1200329"/>
          </a:xfrm>
          <a:prstGeom prst="rect">
            <a:avLst/>
          </a:prstGeom>
          <a:noFill/>
        </p:spPr>
        <p:txBody>
          <a:bodyPr wrap="square">
            <a:spAutoFit/>
          </a:bodyPr>
          <a:lstStyle/>
          <a:p>
            <a:r>
              <a:rPr lang="en-US" altLang="zh-CN" b="1" dirty="0"/>
              <a:t>Difficulty system: </a:t>
            </a:r>
          </a:p>
          <a:p>
            <a:r>
              <a:rPr lang="en-US" altLang="zh-CN" dirty="0"/>
              <a:t>The attempt limit takes effect, and the input box is disabled after reaching the limit.</a:t>
            </a:r>
            <a:endParaRPr lang="zh-CN" altLang="en-US" dirty="0"/>
          </a:p>
        </p:txBody>
      </p:sp>
    </p:spTree>
  </p:cSld>
  <p:clrMapOvr>
    <a:masterClrMapping/>
  </p:clrMapOvr>
  <p:transition spd="slow" advClick="0" advTm="3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nodeType="afterGroup">
                            <p:stCondLst>
                              <p:cond delay="500"/>
                            </p:stCondLst>
                            <p:childTnLst>
                              <p:par>
                                <p:cTn id="9" presetID="53" presetClass="entr" presetSubtype="16"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childTnLst>
                          </p:cTn>
                        </p:par>
                        <p:par>
                          <p:cTn id="14" fill="hold" nodeType="afterGroup">
                            <p:stCondLst>
                              <p:cond delay="1000"/>
                            </p:stCondLst>
                            <p:childTnLst>
                              <p:par>
                                <p:cTn id="15" presetID="10" presetClass="entr" presetSubtype="0" fill="hold" nodeType="afterEffect">
                                  <p:stCondLst>
                                    <p:cond delay="0"/>
                                  </p:stCondLst>
                                  <p:childTnLst>
                                    <p:set>
                                      <p:cBhvr>
                                        <p:cTn id="16" dur="1" fill="hold">
                                          <p:stCondLst>
                                            <p:cond delay="0"/>
                                          </p:stCondLst>
                                        </p:cTn>
                                        <p:tgtEl>
                                          <p:spTgt spid="74"/>
                                        </p:tgtEl>
                                        <p:attrNameLst>
                                          <p:attrName>style.visibility</p:attrName>
                                        </p:attrNameLst>
                                      </p:cBhvr>
                                      <p:to>
                                        <p:strVal val="visible"/>
                                      </p:to>
                                    </p:set>
                                    <p:animEffect transition="in" filter="fade">
                                      <p:cBhvr>
                                        <p:cTn id="17" dur="500"/>
                                        <p:tgtEl>
                                          <p:spTgt spid="74"/>
                                        </p:tgtEl>
                                      </p:cBhvr>
                                    </p:animEffect>
                                  </p:childTnLst>
                                </p:cTn>
                              </p:par>
                            </p:childTnLst>
                          </p:cTn>
                        </p:par>
                        <p:par>
                          <p:cTn id="18" fill="hold" nodeType="afterGroup">
                            <p:stCondLst>
                              <p:cond delay="1500"/>
                            </p:stCondLst>
                            <p:childTnLst>
                              <p:par>
                                <p:cTn id="19" presetID="10" presetClass="entr" presetSubtype="0" fill="hold" nodeType="afterEffect">
                                  <p:stCondLst>
                                    <p:cond delay="0"/>
                                  </p:stCondLst>
                                  <p:childTnLst>
                                    <p:set>
                                      <p:cBhvr>
                                        <p:cTn id="20" dur="1" fill="hold">
                                          <p:stCondLst>
                                            <p:cond delay="0"/>
                                          </p:stCondLst>
                                        </p:cTn>
                                        <p:tgtEl>
                                          <p:spTgt spid="76"/>
                                        </p:tgtEl>
                                        <p:attrNameLst>
                                          <p:attrName>style.visibility</p:attrName>
                                        </p:attrNameLst>
                                      </p:cBhvr>
                                      <p:to>
                                        <p:strVal val="visible"/>
                                      </p:to>
                                    </p:set>
                                    <p:animEffect transition="in" filter="fade">
                                      <p:cBhvr>
                                        <p:cTn id="21" dur="500"/>
                                        <p:tgtEl>
                                          <p:spTgt spid="76"/>
                                        </p:tgtEl>
                                      </p:cBhvr>
                                    </p:animEffect>
                                  </p:childTnLst>
                                </p:cTn>
                              </p:par>
                            </p:childTnLst>
                          </p:cTn>
                        </p:par>
                        <p:par>
                          <p:cTn id="22" fill="hold" nodeType="afterGroup">
                            <p:stCondLst>
                              <p:cond delay="2000"/>
                            </p:stCondLst>
                            <p:childTnLst>
                              <p:par>
                                <p:cTn id="23" presetID="10" presetClass="entr" presetSubtype="0" fill="hold" nodeType="afterEffect">
                                  <p:stCondLst>
                                    <p:cond delay="0"/>
                                  </p:stCondLst>
                                  <p:childTnLst>
                                    <p:set>
                                      <p:cBhvr>
                                        <p:cTn id="24" dur="1" fill="hold">
                                          <p:stCondLst>
                                            <p:cond delay="0"/>
                                          </p:stCondLst>
                                        </p:cTn>
                                        <p:tgtEl>
                                          <p:spTgt spid="75"/>
                                        </p:tgtEl>
                                        <p:attrNameLst>
                                          <p:attrName>style.visibility</p:attrName>
                                        </p:attrNameLst>
                                      </p:cBhvr>
                                      <p:to>
                                        <p:strVal val="visible"/>
                                      </p:to>
                                    </p:set>
                                    <p:animEffect transition="in" filter="fade">
                                      <p:cBhvr>
                                        <p:cTn id="25" dur="500"/>
                                        <p:tgtEl>
                                          <p:spTgt spid="75"/>
                                        </p:tgtEl>
                                      </p:cBhvr>
                                    </p:animEffect>
                                  </p:childTnLst>
                                </p:cTn>
                              </p:par>
                            </p:childTnLst>
                          </p:cTn>
                        </p:par>
                        <p:par>
                          <p:cTn id="26" fill="hold" nodeType="afterGroup">
                            <p:stCondLst>
                              <p:cond delay="2500"/>
                            </p:stCondLst>
                            <p:childTnLst>
                              <p:par>
                                <p:cTn id="27" presetID="10" presetClass="entr" presetSubtype="0" fill="hold" nodeType="after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fade">
                                      <p:cBhvr>
                                        <p:cTn id="29"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973DA4D-D7B6-97EB-FD09-BEDAAB3784CE}"/>
            </a:ext>
          </a:extLst>
        </p:cNvPr>
        <p:cNvGrpSpPr/>
        <p:nvPr/>
      </p:nvGrpSpPr>
      <p:grpSpPr>
        <a:xfrm>
          <a:off x="0" y="0"/>
          <a:ext cx="0" cy="0"/>
          <a:chOff x="0" y="0"/>
          <a:chExt cx="0" cy="0"/>
        </a:xfrm>
      </p:grpSpPr>
      <p:grpSp>
        <p:nvGrpSpPr>
          <p:cNvPr id="2" name="组合 10">
            <a:extLst>
              <a:ext uri="{FF2B5EF4-FFF2-40B4-BE49-F238E27FC236}">
                <a16:creationId xmlns:a16="http://schemas.microsoft.com/office/drawing/2014/main" id="{E6139F62-15D4-1D9D-E0A4-9E843E6D5F5A}"/>
              </a:ext>
            </a:extLst>
          </p:cNvPr>
          <p:cNvGrpSpPr>
            <a:grpSpLocks/>
          </p:cNvGrpSpPr>
          <p:nvPr/>
        </p:nvGrpSpPr>
        <p:grpSpPr bwMode="auto">
          <a:xfrm>
            <a:off x="274638" y="217488"/>
            <a:ext cx="3937000" cy="436562"/>
            <a:chOff x="274214" y="217809"/>
            <a:chExt cx="3937746" cy="435930"/>
          </a:xfrm>
        </p:grpSpPr>
        <p:grpSp>
          <p:nvGrpSpPr>
            <p:cNvPr id="26665" name="组合 11">
              <a:extLst>
                <a:ext uri="{FF2B5EF4-FFF2-40B4-BE49-F238E27FC236}">
                  <a16:creationId xmlns:a16="http://schemas.microsoft.com/office/drawing/2014/main" id="{10D7487C-8086-4261-5E3F-0E7C2DFD400C}"/>
                </a:ext>
              </a:extLst>
            </p:cNvPr>
            <p:cNvGrpSpPr>
              <a:grpSpLocks/>
            </p:cNvGrpSpPr>
            <p:nvPr/>
          </p:nvGrpSpPr>
          <p:grpSpPr bwMode="auto">
            <a:xfrm>
              <a:off x="274214" y="217809"/>
              <a:ext cx="454527" cy="435930"/>
              <a:chOff x="683568" y="1489348"/>
              <a:chExt cx="2638425" cy="2530475"/>
            </a:xfrm>
          </p:grpSpPr>
          <p:sp>
            <p:nvSpPr>
              <p:cNvPr id="26667" name="Freeform 7">
                <a:extLst>
                  <a:ext uri="{FF2B5EF4-FFF2-40B4-BE49-F238E27FC236}">
                    <a16:creationId xmlns:a16="http://schemas.microsoft.com/office/drawing/2014/main" id="{9121084C-C3A9-34D5-7A17-17303877B6A3}"/>
                  </a:ext>
                </a:extLst>
              </p:cNvPr>
              <p:cNvSpPr>
                <a:spLocks noChangeArrowheads="1"/>
              </p:cNvSpPr>
              <p:nvPr/>
            </p:nvSpPr>
            <p:spPr bwMode="auto">
              <a:xfrm>
                <a:off x="683568" y="1489348"/>
                <a:ext cx="2638425" cy="1771650"/>
              </a:xfrm>
              <a:custGeom>
                <a:avLst/>
                <a:gdLst>
                  <a:gd name="T0" fmla="*/ 0 w 16620"/>
                  <a:gd name="T1" fmla="*/ 708469 h 11158"/>
                  <a:gd name="T2" fmla="*/ 10319 w 16620"/>
                  <a:gd name="T3" fmla="*/ 711327 h 11158"/>
                  <a:gd name="T4" fmla="*/ 20320 w 16620"/>
                  <a:gd name="T5" fmla="*/ 713550 h 11158"/>
                  <a:gd name="T6" fmla="*/ 29845 w 16620"/>
                  <a:gd name="T7" fmla="*/ 715932 h 11158"/>
                  <a:gd name="T8" fmla="*/ 39053 w 16620"/>
                  <a:gd name="T9" fmla="*/ 717837 h 11158"/>
                  <a:gd name="T10" fmla="*/ 56039 w 16620"/>
                  <a:gd name="T11" fmla="*/ 721648 h 11158"/>
                  <a:gd name="T12" fmla="*/ 71438 w 16620"/>
                  <a:gd name="T13" fmla="*/ 725300 h 11158"/>
                  <a:gd name="T14" fmla="*/ 78581 w 16620"/>
                  <a:gd name="T15" fmla="*/ 727205 h 11158"/>
                  <a:gd name="T16" fmla="*/ 85408 w 16620"/>
                  <a:gd name="T17" fmla="*/ 728952 h 11158"/>
                  <a:gd name="T18" fmla="*/ 91916 w 16620"/>
                  <a:gd name="T19" fmla="*/ 730857 h 11158"/>
                  <a:gd name="T20" fmla="*/ 97790 w 16620"/>
                  <a:gd name="T21" fmla="*/ 732921 h 11158"/>
                  <a:gd name="T22" fmla="*/ 103505 w 16620"/>
                  <a:gd name="T23" fmla="*/ 735303 h 11158"/>
                  <a:gd name="T24" fmla="*/ 108903 w 16620"/>
                  <a:gd name="T25" fmla="*/ 737526 h 11158"/>
                  <a:gd name="T26" fmla="*/ 113824 w 16620"/>
                  <a:gd name="T27" fmla="*/ 740384 h 11158"/>
                  <a:gd name="T28" fmla="*/ 118586 w 16620"/>
                  <a:gd name="T29" fmla="*/ 743401 h 11158"/>
                  <a:gd name="T30" fmla="*/ 122873 w 16620"/>
                  <a:gd name="T31" fmla="*/ 746576 h 11158"/>
                  <a:gd name="T32" fmla="*/ 126841 w 16620"/>
                  <a:gd name="T33" fmla="*/ 750228 h 11158"/>
                  <a:gd name="T34" fmla="*/ 130493 w 16620"/>
                  <a:gd name="T35" fmla="*/ 754198 h 11158"/>
                  <a:gd name="T36" fmla="*/ 133826 w 16620"/>
                  <a:gd name="T37" fmla="*/ 758802 h 11158"/>
                  <a:gd name="T38" fmla="*/ 136843 w 16620"/>
                  <a:gd name="T39" fmla="*/ 763724 h 11158"/>
                  <a:gd name="T40" fmla="*/ 139700 w 16620"/>
                  <a:gd name="T41" fmla="*/ 769282 h 11158"/>
                  <a:gd name="T42" fmla="*/ 142081 w 16620"/>
                  <a:gd name="T43" fmla="*/ 775156 h 11158"/>
                  <a:gd name="T44" fmla="*/ 144304 w 16620"/>
                  <a:gd name="T45" fmla="*/ 781825 h 11158"/>
                  <a:gd name="T46" fmla="*/ 146209 w 16620"/>
                  <a:gd name="T47" fmla="*/ 788970 h 11158"/>
                  <a:gd name="T48" fmla="*/ 147955 w 16620"/>
                  <a:gd name="T49" fmla="*/ 796909 h 11158"/>
                  <a:gd name="T50" fmla="*/ 149225 w 16620"/>
                  <a:gd name="T51" fmla="*/ 805483 h 11158"/>
                  <a:gd name="T52" fmla="*/ 150336 w 16620"/>
                  <a:gd name="T53" fmla="*/ 815010 h 11158"/>
                  <a:gd name="T54" fmla="*/ 151289 w 16620"/>
                  <a:gd name="T55" fmla="*/ 825013 h 11158"/>
                  <a:gd name="T56" fmla="*/ 151765 w 16620"/>
                  <a:gd name="T57" fmla="*/ 835810 h 11158"/>
                  <a:gd name="T58" fmla="*/ 152083 w 16620"/>
                  <a:gd name="T59" fmla="*/ 847718 h 11158"/>
                  <a:gd name="T60" fmla="*/ 152241 w 16620"/>
                  <a:gd name="T61" fmla="*/ 860420 h 11158"/>
                  <a:gd name="T62" fmla="*/ 152241 w 16620"/>
                  <a:gd name="T63" fmla="*/ 1771650 h 11158"/>
                  <a:gd name="T64" fmla="*/ 253683 w 16620"/>
                  <a:gd name="T65" fmla="*/ 1771650 h 11158"/>
                  <a:gd name="T66" fmla="*/ 253683 w 16620"/>
                  <a:gd name="T67" fmla="*/ 860420 h 11158"/>
                  <a:gd name="T68" fmla="*/ 1322388 w 16620"/>
                  <a:gd name="T69" fmla="*/ 1462508 h 11158"/>
                  <a:gd name="T70" fmla="*/ 2622074 w 16620"/>
                  <a:gd name="T71" fmla="*/ 681477 h 11158"/>
                  <a:gd name="T72" fmla="*/ 2638425 w 16620"/>
                  <a:gd name="T73" fmla="*/ 607328 h 11158"/>
                  <a:gd name="T74" fmla="*/ 1319213 w 16620"/>
                  <a:gd name="T75" fmla="*/ 0 h 11158"/>
                  <a:gd name="T76" fmla="*/ 0 w 16620"/>
                  <a:gd name="T77" fmla="*/ 607328 h 11158"/>
                  <a:gd name="T78" fmla="*/ 0 w 16620"/>
                  <a:gd name="T79" fmla="*/ 708469 h 111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620"/>
                  <a:gd name="T121" fmla="*/ 0 h 11158"/>
                  <a:gd name="T122" fmla="*/ 16620 w 16620"/>
                  <a:gd name="T123" fmla="*/ 11158 h 1115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668" name="Freeform 8">
                <a:extLst>
                  <a:ext uri="{FF2B5EF4-FFF2-40B4-BE49-F238E27FC236}">
                    <a16:creationId xmlns:a16="http://schemas.microsoft.com/office/drawing/2014/main" id="{3C877792-4F88-BA51-DF34-FDC6385816F1}"/>
                  </a:ext>
                </a:extLst>
              </p:cNvPr>
              <p:cNvSpPr>
                <a:spLocks noChangeArrowheads="1"/>
              </p:cNvSpPr>
              <p:nvPr/>
            </p:nvSpPr>
            <p:spPr bwMode="auto">
              <a:xfrm>
                <a:off x="1039168" y="2502173"/>
                <a:ext cx="1927225" cy="1517650"/>
              </a:xfrm>
              <a:custGeom>
                <a:avLst/>
                <a:gdLst>
                  <a:gd name="T0" fmla="*/ 1750148 w 12146"/>
                  <a:gd name="T1" fmla="*/ 654710 h 9555"/>
                  <a:gd name="T2" fmla="*/ 1785373 w 12146"/>
                  <a:gd name="T3" fmla="*/ 652327 h 9555"/>
                  <a:gd name="T4" fmla="*/ 1806476 w 12146"/>
                  <a:gd name="T5" fmla="*/ 650580 h 9555"/>
                  <a:gd name="T6" fmla="*/ 1825834 w 12146"/>
                  <a:gd name="T7" fmla="*/ 648515 h 9555"/>
                  <a:gd name="T8" fmla="*/ 1843288 w 12146"/>
                  <a:gd name="T9" fmla="*/ 645656 h 9555"/>
                  <a:gd name="T10" fmla="*/ 1859155 w 12146"/>
                  <a:gd name="T11" fmla="*/ 641844 h 9555"/>
                  <a:gd name="T12" fmla="*/ 1873118 w 12146"/>
                  <a:gd name="T13" fmla="*/ 636921 h 9555"/>
                  <a:gd name="T14" fmla="*/ 1885494 w 12146"/>
                  <a:gd name="T15" fmla="*/ 630250 h 9555"/>
                  <a:gd name="T16" fmla="*/ 1895967 w 12146"/>
                  <a:gd name="T17" fmla="*/ 621990 h 9555"/>
                  <a:gd name="T18" fmla="*/ 1905011 w 12146"/>
                  <a:gd name="T19" fmla="*/ 611666 h 9555"/>
                  <a:gd name="T20" fmla="*/ 1912469 w 12146"/>
                  <a:gd name="T21" fmla="*/ 598960 h 9555"/>
                  <a:gd name="T22" fmla="*/ 1918339 w 12146"/>
                  <a:gd name="T23" fmla="*/ 583394 h 9555"/>
                  <a:gd name="T24" fmla="*/ 1922624 w 12146"/>
                  <a:gd name="T25" fmla="*/ 565287 h 9555"/>
                  <a:gd name="T26" fmla="*/ 1925638 w 12146"/>
                  <a:gd name="T27" fmla="*/ 543686 h 9555"/>
                  <a:gd name="T28" fmla="*/ 1926908 w 12146"/>
                  <a:gd name="T29" fmla="*/ 518749 h 9555"/>
                  <a:gd name="T30" fmla="*/ 1927225 w 12146"/>
                  <a:gd name="T31" fmla="*/ 49079 h 9555"/>
                  <a:gd name="T32" fmla="*/ 964882 w 12146"/>
                  <a:gd name="T33" fmla="*/ 557822 h 9555"/>
                  <a:gd name="T34" fmla="*/ 0 w 12146"/>
                  <a:gd name="T35" fmla="*/ 49079 h 9555"/>
                  <a:gd name="T36" fmla="*/ 0 w 12146"/>
                  <a:gd name="T37" fmla="*/ 517637 h 9555"/>
                  <a:gd name="T38" fmla="*/ 1111 w 12146"/>
                  <a:gd name="T39" fmla="*/ 540350 h 9555"/>
                  <a:gd name="T40" fmla="*/ 3015 w 12146"/>
                  <a:gd name="T41" fmla="*/ 559728 h 9555"/>
                  <a:gd name="T42" fmla="*/ 6030 w 12146"/>
                  <a:gd name="T43" fmla="*/ 576246 h 9555"/>
                  <a:gd name="T44" fmla="*/ 10155 w 12146"/>
                  <a:gd name="T45" fmla="*/ 590065 h 9555"/>
                  <a:gd name="T46" fmla="*/ 15391 w 12146"/>
                  <a:gd name="T47" fmla="*/ 601660 h 9555"/>
                  <a:gd name="T48" fmla="*/ 21738 w 12146"/>
                  <a:gd name="T49" fmla="*/ 611031 h 9555"/>
                  <a:gd name="T50" fmla="*/ 29354 w 12146"/>
                  <a:gd name="T51" fmla="*/ 618814 h 9555"/>
                  <a:gd name="T52" fmla="*/ 38240 w 12146"/>
                  <a:gd name="T53" fmla="*/ 625008 h 9555"/>
                  <a:gd name="T54" fmla="*/ 48712 w 12146"/>
                  <a:gd name="T55" fmla="*/ 630091 h 9555"/>
                  <a:gd name="T56" fmla="*/ 60454 w 12146"/>
                  <a:gd name="T57" fmla="*/ 634379 h 9555"/>
                  <a:gd name="T58" fmla="*/ 73624 w 12146"/>
                  <a:gd name="T59" fmla="*/ 638191 h 9555"/>
                  <a:gd name="T60" fmla="*/ 96155 w 12146"/>
                  <a:gd name="T61" fmla="*/ 643433 h 9555"/>
                  <a:gd name="T62" fmla="*/ 122336 w 12146"/>
                  <a:gd name="T63" fmla="*/ 649468 h 9555"/>
                  <a:gd name="T64" fmla="*/ 141852 w 12146"/>
                  <a:gd name="T65" fmla="*/ 654075 h 9555"/>
                  <a:gd name="T66" fmla="*/ 152166 w 12146"/>
                  <a:gd name="T67" fmla="*/ 1112626 h 9555"/>
                  <a:gd name="T68" fmla="*/ 405723 w 12146"/>
                  <a:gd name="T69" fmla="*/ 1517650 h 9555"/>
                  <a:gd name="T70" fmla="*/ 760672 w 12146"/>
                  <a:gd name="T71" fmla="*/ 1112626 h 9555"/>
                  <a:gd name="T72" fmla="*/ 1166553 w 12146"/>
                  <a:gd name="T73" fmla="*/ 1517650 h 9555"/>
                  <a:gd name="T74" fmla="*/ 1521502 w 12146"/>
                  <a:gd name="T75" fmla="*/ 1112626 h 9555"/>
                  <a:gd name="T76" fmla="*/ 1724284 w 12146"/>
                  <a:gd name="T77" fmla="*/ 656775 h 95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46"/>
                  <a:gd name="T118" fmla="*/ 0 h 9555"/>
                  <a:gd name="T119" fmla="*/ 12146 w 12146"/>
                  <a:gd name="T120" fmla="*/ 9555 h 95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666" name="TextBox 12">
              <a:extLst>
                <a:ext uri="{FF2B5EF4-FFF2-40B4-BE49-F238E27FC236}">
                  <a16:creationId xmlns:a16="http://schemas.microsoft.com/office/drawing/2014/main" id="{B21E9661-D702-7315-999D-CF0014AC825B}"/>
                </a:ext>
              </a:extLst>
            </p:cNvPr>
            <p:cNvSpPr txBox="1">
              <a:spLocks noChangeArrowheads="1"/>
            </p:cNvSpPr>
            <p:nvPr/>
          </p:nvSpPr>
          <p:spPr bwMode="auto">
            <a:xfrm>
              <a:off x="728742" y="235719"/>
              <a:ext cx="34832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latin typeface="微软雅黑" panose="020B0503020204020204" pitchFamily="34" charset="-122"/>
                  <a:ea typeface="微软雅黑" panose="020B0503020204020204" pitchFamily="34" charset="-122"/>
                </a:rPr>
                <a:t>System testing</a:t>
              </a:r>
              <a:endParaRPr lang="zh-CN" altLang="en-US" sz="2000" b="1" dirty="0">
                <a:latin typeface="微软雅黑" panose="020B0503020204020204" pitchFamily="34" charset="-122"/>
                <a:ea typeface="微软雅黑" panose="020B0503020204020204" pitchFamily="34" charset="-122"/>
              </a:endParaRPr>
            </a:p>
          </p:txBody>
        </p:sp>
      </p:grpSp>
      <p:cxnSp>
        <p:nvCxnSpPr>
          <p:cNvPr id="74" name="直接连接符 73">
            <a:extLst>
              <a:ext uri="{FF2B5EF4-FFF2-40B4-BE49-F238E27FC236}">
                <a16:creationId xmlns:a16="http://schemas.microsoft.com/office/drawing/2014/main" id="{465E0C2D-2E45-3776-1831-904EE12DA3C4}"/>
              </a:ext>
            </a:extLst>
          </p:cNvPr>
          <p:cNvCxnSpPr/>
          <p:nvPr/>
        </p:nvCxnSpPr>
        <p:spPr>
          <a:xfrm>
            <a:off x="3268663" y="2017713"/>
            <a:ext cx="600075" cy="44450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737E0060-C518-6FE2-285B-720B210FD155}"/>
              </a:ext>
            </a:extLst>
          </p:cNvPr>
          <p:cNvCxnSpPr/>
          <p:nvPr/>
        </p:nvCxnSpPr>
        <p:spPr>
          <a:xfrm flipH="1">
            <a:off x="3268663" y="4068763"/>
            <a:ext cx="600075" cy="44608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D8FE4B5C-9C20-096E-ED23-8E2093D4FA29}"/>
              </a:ext>
            </a:extLst>
          </p:cNvPr>
          <p:cNvCxnSpPr/>
          <p:nvPr/>
        </p:nvCxnSpPr>
        <p:spPr>
          <a:xfrm flipV="1">
            <a:off x="5260975" y="2017713"/>
            <a:ext cx="601663" cy="44450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08BE694F-6AC8-765F-81C1-D425FBA97E4D}"/>
              </a:ext>
            </a:extLst>
          </p:cNvPr>
          <p:cNvCxnSpPr/>
          <p:nvPr/>
        </p:nvCxnSpPr>
        <p:spPr>
          <a:xfrm flipH="1" flipV="1">
            <a:off x="5260975" y="4068763"/>
            <a:ext cx="601663" cy="44608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12" name="组合 88">
            <a:extLst>
              <a:ext uri="{FF2B5EF4-FFF2-40B4-BE49-F238E27FC236}">
                <a16:creationId xmlns:a16="http://schemas.microsoft.com/office/drawing/2014/main" id="{43067914-D0A2-3071-0F09-5C557CFFD383}"/>
              </a:ext>
            </a:extLst>
          </p:cNvPr>
          <p:cNvGrpSpPr>
            <a:grpSpLocks/>
          </p:cNvGrpSpPr>
          <p:nvPr/>
        </p:nvGrpSpPr>
        <p:grpSpPr bwMode="auto">
          <a:xfrm>
            <a:off x="3692525" y="2351088"/>
            <a:ext cx="1917795" cy="1830387"/>
            <a:chOff x="3692512" y="2350490"/>
            <a:chExt cx="1918451" cy="1831015"/>
          </a:xfrm>
        </p:grpSpPr>
        <p:sp>
          <p:nvSpPr>
            <p:cNvPr id="78" name="椭圆 77">
              <a:extLst>
                <a:ext uri="{FF2B5EF4-FFF2-40B4-BE49-F238E27FC236}">
                  <a16:creationId xmlns:a16="http://schemas.microsoft.com/office/drawing/2014/main" id="{2456D660-063B-4E31-734D-5541335E2B4F}"/>
                </a:ext>
              </a:extLst>
            </p:cNvPr>
            <p:cNvSpPr/>
            <p:nvPr/>
          </p:nvSpPr>
          <p:spPr>
            <a:xfrm>
              <a:off x="3692512" y="2350490"/>
              <a:ext cx="1831014" cy="1831015"/>
            </a:xfrm>
            <a:prstGeom prst="ellipse">
              <a:avLst/>
            </a:prstGeom>
            <a:gradFill flip="none" rotWithShape="1">
              <a:gsLst>
                <a:gs pos="0">
                  <a:schemeClr val="bg1"/>
                </a:gs>
                <a:gs pos="100000">
                  <a:schemeClr val="bg1">
                    <a:lumMod val="85000"/>
                  </a:schemeClr>
                </a:gs>
              </a:gsLst>
              <a:lin ang="13500000" scaled="1"/>
              <a:tileRect/>
            </a:gradFill>
            <a:ln w="25400">
              <a:gradFill flip="none" rotWithShape="1">
                <a:gsLst>
                  <a:gs pos="0">
                    <a:schemeClr val="bg1">
                      <a:lumMod val="100000"/>
                    </a:schemeClr>
                  </a:gs>
                  <a:gs pos="100000">
                    <a:schemeClr val="bg1">
                      <a:lumMod val="85000"/>
                    </a:schemeClr>
                  </a:gs>
                </a:gsLst>
                <a:lin ang="2700000" scaled="1"/>
                <a:tileRect/>
              </a:gradFill>
            </a:ln>
            <a:effectLst>
              <a:outerShdw blurRad="139700" dist="889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1100" noProof="1">
                <a:ea typeface="微软雅黑"/>
              </a:endParaRPr>
            </a:p>
          </p:txBody>
        </p:sp>
        <p:sp>
          <p:nvSpPr>
            <p:cNvPr id="79" name="任意多边形 78">
              <a:extLst>
                <a:ext uri="{FF2B5EF4-FFF2-40B4-BE49-F238E27FC236}">
                  <a16:creationId xmlns:a16="http://schemas.microsoft.com/office/drawing/2014/main" id="{322587B9-29B2-38FB-A25F-E0F4D0D8D44A}"/>
                </a:ext>
              </a:extLst>
            </p:cNvPr>
            <p:cNvSpPr/>
            <p:nvPr/>
          </p:nvSpPr>
          <p:spPr>
            <a:xfrm>
              <a:off x="4329318" y="2745913"/>
              <a:ext cx="524054" cy="551052"/>
            </a:xfrm>
            <a:custGeom>
              <a:avLst/>
              <a:gdLst/>
              <a:ahLst/>
              <a:cxnLst/>
              <a:rect l="l" t="t" r="r" b="b"/>
              <a:pathLst>
                <a:path w="682582" h="718458">
                  <a:moveTo>
                    <a:pt x="221549" y="0"/>
                  </a:moveTo>
                  <a:lnTo>
                    <a:pt x="461034" y="0"/>
                  </a:lnTo>
                  <a:cubicBezTo>
                    <a:pt x="469142" y="0"/>
                    <a:pt x="476158" y="2963"/>
                    <a:pt x="482083" y="8888"/>
                  </a:cubicBezTo>
                  <a:cubicBezTo>
                    <a:pt x="488008" y="14812"/>
                    <a:pt x="490970" y="21828"/>
                    <a:pt x="490970" y="29936"/>
                  </a:cubicBezTo>
                  <a:cubicBezTo>
                    <a:pt x="490970" y="38044"/>
                    <a:pt x="488008" y="45060"/>
                    <a:pt x="482083" y="50985"/>
                  </a:cubicBezTo>
                  <a:cubicBezTo>
                    <a:pt x="476158" y="56909"/>
                    <a:pt x="469142" y="59872"/>
                    <a:pt x="461034" y="59872"/>
                  </a:cubicBezTo>
                  <a:lnTo>
                    <a:pt x="431099" y="59872"/>
                  </a:lnTo>
                  <a:lnTo>
                    <a:pt x="431099" y="246502"/>
                  </a:lnTo>
                  <a:lnTo>
                    <a:pt x="666375" y="617425"/>
                  </a:lnTo>
                  <a:cubicBezTo>
                    <a:pt x="683837" y="645178"/>
                    <a:pt x="687189" y="668955"/>
                    <a:pt x="676432" y="688756"/>
                  </a:cubicBezTo>
                  <a:cubicBezTo>
                    <a:pt x="665673" y="708557"/>
                    <a:pt x="643767" y="718458"/>
                    <a:pt x="610713" y="718458"/>
                  </a:cubicBezTo>
                  <a:lnTo>
                    <a:pt x="71870" y="718458"/>
                  </a:lnTo>
                  <a:cubicBezTo>
                    <a:pt x="38817" y="718458"/>
                    <a:pt x="16910" y="708557"/>
                    <a:pt x="6152" y="688756"/>
                  </a:cubicBezTo>
                  <a:cubicBezTo>
                    <a:pt x="-4606" y="668955"/>
                    <a:pt x="-1254" y="645178"/>
                    <a:pt x="16209" y="617425"/>
                  </a:cubicBezTo>
                  <a:lnTo>
                    <a:pt x="251484" y="246502"/>
                  </a:lnTo>
                  <a:lnTo>
                    <a:pt x="251484" y="59872"/>
                  </a:lnTo>
                  <a:lnTo>
                    <a:pt x="221549" y="59872"/>
                  </a:lnTo>
                  <a:cubicBezTo>
                    <a:pt x="213441" y="59872"/>
                    <a:pt x="206425" y="56909"/>
                    <a:pt x="200500" y="50985"/>
                  </a:cubicBezTo>
                  <a:cubicBezTo>
                    <a:pt x="194575" y="45060"/>
                    <a:pt x="191614" y="38044"/>
                    <a:pt x="191614" y="29936"/>
                  </a:cubicBezTo>
                  <a:cubicBezTo>
                    <a:pt x="191614" y="21828"/>
                    <a:pt x="194575" y="14812"/>
                    <a:pt x="200500" y="8888"/>
                  </a:cubicBezTo>
                  <a:cubicBezTo>
                    <a:pt x="206425" y="2963"/>
                    <a:pt x="213441" y="0"/>
                    <a:pt x="221549" y="0"/>
                  </a:cubicBezTo>
                  <a:close/>
                  <a:moveTo>
                    <a:pt x="311356" y="59872"/>
                  </a:moveTo>
                  <a:lnTo>
                    <a:pt x="311356" y="246502"/>
                  </a:lnTo>
                  <a:lnTo>
                    <a:pt x="311356" y="263809"/>
                  </a:lnTo>
                  <a:lnTo>
                    <a:pt x="302001" y="278309"/>
                  </a:lnTo>
                  <a:lnTo>
                    <a:pt x="174775" y="478972"/>
                  </a:lnTo>
                  <a:lnTo>
                    <a:pt x="507809" y="478972"/>
                  </a:lnTo>
                  <a:lnTo>
                    <a:pt x="380582" y="278309"/>
                  </a:lnTo>
                  <a:lnTo>
                    <a:pt x="371227" y="263809"/>
                  </a:lnTo>
                  <a:lnTo>
                    <a:pt x="371227" y="246502"/>
                  </a:lnTo>
                  <a:lnTo>
                    <a:pt x="371227" y="59872"/>
                  </a:lnTo>
                  <a:lnTo>
                    <a:pt x="311356" y="59872"/>
                  </a:lnTo>
                  <a:close/>
                </a:path>
              </a:pathLst>
            </a:cu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sz="1100" noProof="1"/>
            </a:p>
          </p:txBody>
        </p:sp>
        <p:sp>
          <p:nvSpPr>
            <p:cNvPr id="26640" name="TextBox 6">
              <a:extLst>
                <a:ext uri="{FF2B5EF4-FFF2-40B4-BE49-F238E27FC236}">
                  <a16:creationId xmlns:a16="http://schemas.microsoft.com/office/drawing/2014/main" id="{B0FA3B06-3E5D-0347-CA06-62E96A5499B3}"/>
                </a:ext>
              </a:extLst>
            </p:cNvPr>
            <p:cNvSpPr txBox="1">
              <a:spLocks noChangeArrowheads="1"/>
            </p:cNvSpPr>
            <p:nvPr/>
          </p:nvSpPr>
          <p:spPr bwMode="auto">
            <a:xfrm>
              <a:off x="3779950" y="3429843"/>
              <a:ext cx="1831013" cy="277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dirty="0">
                  <a:latin typeface="微软雅黑" panose="020B0503020204020204" pitchFamily="34" charset="-122"/>
                  <a:ea typeface="微软雅黑" panose="020B0503020204020204" pitchFamily="34" charset="-122"/>
                </a:rPr>
                <a:t>System testing</a:t>
              </a:r>
              <a:endParaRPr lang="zh-CN" altLang="en-US" b="1" dirty="0">
                <a:latin typeface="微软雅黑" panose="020B0503020204020204" pitchFamily="34" charset="-122"/>
                <a:ea typeface="微软雅黑" panose="020B0503020204020204" pitchFamily="34" charset="-122"/>
              </a:endParaRPr>
            </a:p>
          </p:txBody>
        </p:sp>
      </p:grpSp>
      <p:sp>
        <p:nvSpPr>
          <p:cNvPr id="7" name="文本框 6">
            <a:extLst>
              <a:ext uri="{FF2B5EF4-FFF2-40B4-BE49-F238E27FC236}">
                <a16:creationId xmlns:a16="http://schemas.microsoft.com/office/drawing/2014/main" id="{47CF6448-BDCB-163F-A77E-7180F77796EF}"/>
              </a:ext>
            </a:extLst>
          </p:cNvPr>
          <p:cNvSpPr txBox="1"/>
          <p:nvPr/>
        </p:nvSpPr>
        <p:spPr>
          <a:xfrm>
            <a:off x="903291" y="1201362"/>
            <a:ext cx="2289687" cy="1200329"/>
          </a:xfrm>
          <a:prstGeom prst="rect">
            <a:avLst/>
          </a:prstGeom>
          <a:noFill/>
        </p:spPr>
        <p:txBody>
          <a:bodyPr wrap="square">
            <a:spAutoFit/>
          </a:bodyPr>
          <a:lstStyle/>
          <a:p>
            <a:r>
              <a:rPr lang="en-US" altLang="zh-CN" b="1" dirty="0"/>
              <a:t>Windows 11</a:t>
            </a:r>
            <a:r>
              <a:rPr lang="zh-CN" altLang="en-US" b="1" dirty="0"/>
              <a:t>：</a:t>
            </a:r>
            <a:endParaRPr lang="en-US" altLang="zh-CN" b="1" dirty="0"/>
          </a:p>
          <a:p>
            <a:r>
              <a:rPr lang="zh-CN" altLang="en-US" b="1" dirty="0"/>
              <a:t> ✅  </a:t>
            </a:r>
            <a:r>
              <a:rPr lang="en-US" altLang="zh-CN" b="1" dirty="0"/>
              <a:t>Through, there are no compatibility issues.</a:t>
            </a:r>
            <a:endParaRPr lang="zh-CN" altLang="en-US" dirty="0"/>
          </a:p>
        </p:txBody>
      </p:sp>
      <p:sp>
        <p:nvSpPr>
          <p:cNvPr id="11" name="文本框 10">
            <a:extLst>
              <a:ext uri="{FF2B5EF4-FFF2-40B4-BE49-F238E27FC236}">
                <a16:creationId xmlns:a16="http://schemas.microsoft.com/office/drawing/2014/main" id="{D23D1A2D-246A-5C42-5378-CAA251432AF1}"/>
              </a:ext>
            </a:extLst>
          </p:cNvPr>
          <p:cNvSpPr txBox="1"/>
          <p:nvPr/>
        </p:nvSpPr>
        <p:spPr>
          <a:xfrm>
            <a:off x="6039784" y="1201362"/>
            <a:ext cx="2664222" cy="1200329"/>
          </a:xfrm>
          <a:prstGeom prst="rect">
            <a:avLst/>
          </a:prstGeom>
          <a:noFill/>
        </p:spPr>
        <p:txBody>
          <a:bodyPr wrap="square">
            <a:spAutoFit/>
          </a:bodyPr>
          <a:lstStyle/>
          <a:p>
            <a:r>
              <a:rPr lang="en-US" altLang="zh-CN" b="1" dirty="0"/>
              <a:t>Ubuntu 22.04</a:t>
            </a:r>
            <a:r>
              <a:rPr lang="zh-CN" altLang="en-US" b="1" dirty="0"/>
              <a:t>： </a:t>
            </a:r>
            <a:endParaRPr lang="en-US" altLang="zh-CN" b="1" dirty="0"/>
          </a:p>
          <a:p>
            <a:r>
              <a:rPr lang="zh-CN" altLang="en-US" b="1" dirty="0"/>
              <a:t>✅  </a:t>
            </a:r>
            <a:r>
              <a:rPr lang="en-US" altLang="zh-CN" b="1" dirty="0"/>
              <a:t>Through, the compilation runs normally.</a:t>
            </a:r>
            <a:endParaRPr lang="zh-CN" altLang="en-US" dirty="0"/>
          </a:p>
        </p:txBody>
      </p:sp>
      <p:sp>
        <p:nvSpPr>
          <p:cNvPr id="14" name="文本框 13">
            <a:extLst>
              <a:ext uri="{FF2B5EF4-FFF2-40B4-BE49-F238E27FC236}">
                <a16:creationId xmlns:a16="http://schemas.microsoft.com/office/drawing/2014/main" id="{43EA903F-DCA2-4B7A-6B5A-D149DB509F8C}"/>
              </a:ext>
            </a:extLst>
          </p:cNvPr>
          <p:cNvSpPr txBox="1"/>
          <p:nvPr/>
        </p:nvSpPr>
        <p:spPr>
          <a:xfrm>
            <a:off x="889327" y="3626187"/>
            <a:ext cx="2759494" cy="1200329"/>
          </a:xfrm>
          <a:prstGeom prst="rect">
            <a:avLst/>
          </a:prstGeom>
          <a:noFill/>
        </p:spPr>
        <p:txBody>
          <a:bodyPr wrap="square">
            <a:spAutoFit/>
          </a:bodyPr>
          <a:lstStyle/>
          <a:p>
            <a:r>
              <a:rPr lang="en-US" altLang="zh-CN" b="1" dirty="0"/>
              <a:t>macOS Ventura</a:t>
            </a:r>
            <a:r>
              <a:rPr lang="zh-CN" altLang="en-US" b="1" dirty="0"/>
              <a:t>：</a:t>
            </a:r>
            <a:endParaRPr lang="en-US" altLang="zh-CN" b="1" dirty="0"/>
          </a:p>
          <a:p>
            <a:r>
              <a:rPr lang="zh-CN" altLang="en-US" b="1" dirty="0"/>
              <a:t> ✅  </a:t>
            </a:r>
            <a:r>
              <a:rPr lang="en-US" altLang="zh-CN" b="1" dirty="0"/>
              <a:t>Through, the application bundle is functioning properly.</a:t>
            </a:r>
            <a:endParaRPr lang="zh-CN" altLang="en-US" dirty="0"/>
          </a:p>
        </p:txBody>
      </p:sp>
      <p:sp>
        <p:nvSpPr>
          <p:cNvPr id="18" name="文本框 17">
            <a:extLst>
              <a:ext uri="{FF2B5EF4-FFF2-40B4-BE49-F238E27FC236}">
                <a16:creationId xmlns:a16="http://schemas.microsoft.com/office/drawing/2014/main" id="{6D363435-ABCB-AE39-DB6B-0739AFE62ECE}"/>
              </a:ext>
            </a:extLst>
          </p:cNvPr>
          <p:cNvSpPr txBox="1"/>
          <p:nvPr/>
        </p:nvSpPr>
        <p:spPr>
          <a:xfrm>
            <a:off x="6022460" y="3628545"/>
            <a:ext cx="3104930" cy="1200329"/>
          </a:xfrm>
          <a:prstGeom prst="rect">
            <a:avLst/>
          </a:prstGeom>
          <a:noFill/>
        </p:spPr>
        <p:txBody>
          <a:bodyPr wrap="square">
            <a:spAutoFit/>
          </a:bodyPr>
          <a:lstStyle/>
          <a:p>
            <a:r>
              <a:rPr lang="en-US" altLang="zh-CN" b="1" dirty="0"/>
              <a:t>Android 13</a:t>
            </a:r>
            <a:r>
              <a:rPr lang="zh-CN" altLang="en-US" b="1" dirty="0"/>
              <a:t>： </a:t>
            </a:r>
            <a:endParaRPr lang="en-US" altLang="zh-CN" b="1" dirty="0"/>
          </a:p>
          <a:p>
            <a:r>
              <a:rPr lang="zh-CN" altLang="en-US" b="1" dirty="0"/>
              <a:t>⚠️  </a:t>
            </a:r>
            <a:r>
              <a:rPr lang="en-US" altLang="zh-CN" b="1" dirty="0"/>
              <a:t>Partially approved, touch interaction needs to be optimized.</a:t>
            </a:r>
            <a:endParaRPr lang="zh-CN" altLang="en-US" dirty="0"/>
          </a:p>
        </p:txBody>
      </p:sp>
    </p:spTree>
    <p:extLst>
      <p:ext uri="{BB962C8B-B14F-4D97-AF65-F5344CB8AC3E}">
        <p14:creationId xmlns:p14="http://schemas.microsoft.com/office/powerpoint/2010/main" val="3792697265"/>
      </p:ext>
    </p:extLst>
  </p:cSld>
  <p:clrMapOvr>
    <a:masterClrMapping/>
  </p:clrMapOvr>
  <p:transition spd="slow" advClick="0" advTm="3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nodeType="afterGroup">
                            <p:stCondLst>
                              <p:cond delay="500"/>
                            </p:stCondLst>
                            <p:childTnLst>
                              <p:par>
                                <p:cTn id="9" presetID="53" presetClass="entr" presetSubtype="16"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childTnLst>
                          </p:cTn>
                        </p:par>
                        <p:par>
                          <p:cTn id="14" fill="hold" nodeType="afterGroup">
                            <p:stCondLst>
                              <p:cond delay="1000"/>
                            </p:stCondLst>
                            <p:childTnLst>
                              <p:par>
                                <p:cTn id="15" presetID="10" presetClass="entr" presetSubtype="0" fill="hold" nodeType="afterEffect">
                                  <p:stCondLst>
                                    <p:cond delay="0"/>
                                  </p:stCondLst>
                                  <p:childTnLst>
                                    <p:set>
                                      <p:cBhvr>
                                        <p:cTn id="16" dur="1" fill="hold">
                                          <p:stCondLst>
                                            <p:cond delay="0"/>
                                          </p:stCondLst>
                                        </p:cTn>
                                        <p:tgtEl>
                                          <p:spTgt spid="74"/>
                                        </p:tgtEl>
                                        <p:attrNameLst>
                                          <p:attrName>style.visibility</p:attrName>
                                        </p:attrNameLst>
                                      </p:cBhvr>
                                      <p:to>
                                        <p:strVal val="visible"/>
                                      </p:to>
                                    </p:set>
                                    <p:animEffect transition="in" filter="fade">
                                      <p:cBhvr>
                                        <p:cTn id="17" dur="500"/>
                                        <p:tgtEl>
                                          <p:spTgt spid="74"/>
                                        </p:tgtEl>
                                      </p:cBhvr>
                                    </p:animEffect>
                                  </p:childTnLst>
                                </p:cTn>
                              </p:par>
                            </p:childTnLst>
                          </p:cTn>
                        </p:par>
                        <p:par>
                          <p:cTn id="18" fill="hold" nodeType="afterGroup">
                            <p:stCondLst>
                              <p:cond delay="1500"/>
                            </p:stCondLst>
                            <p:childTnLst>
                              <p:par>
                                <p:cTn id="19" presetID="10" presetClass="entr" presetSubtype="0" fill="hold" nodeType="afterEffect">
                                  <p:stCondLst>
                                    <p:cond delay="0"/>
                                  </p:stCondLst>
                                  <p:childTnLst>
                                    <p:set>
                                      <p:cBhvr>
                                        <p:cTn id="20" dur="1" fill="hold">
                                          <p:stCondLst>
                                            <p:cond delay="0"/>
                                          </p:stCondLst>
                                        </p:cTn>
                                        <p:tgtEl>
                                          <p:spTgt spid="76"/>
                                        </p:tgtEl>
                                        <p:attrNameLst>
                                          <p:attrName>style.visibility</p:attrName>
                                        </p:attrNameLst>
                                      </p:cBhvr>
                                      <p:to>
                                        <p:strVal val="visible"/>
                                      </p:to>
                                    </p:set>
                                    <p:animEffect transition="in" filter="fade">
                                      <p:cBhvr>
                                        <p:cTn id="21" dur="500"/>
                                        <p:tgtEl>
                                          <p:spTgt spid="76"/>
                                        </p:tgtEl>
                                      </p:cBhvr>
                                    </p:animEffect>
                                  </p:childTnLst>
                                </p:cTn>
                              </p:par>
                            </p:childTnLst>
                          </p:cTn>
                        </p:par>
                        <p:par>
                          <p:cTn id="22" fill="hold" nodeType="afterGroup">
                            <p:stCondLst>
                              <p:cond delay="2000"/>
                            </p:stCondLst>
                            <p:childTnLst>
                              <p:par>
                                <p:cTn id="23" presetID="10" presetClass="entr" presetSubtype="0" fill="hold" nodeType="afterEffect">
                                  <p:stCondLst>
                                    <p:cond delay="0"/>
                                  </p:stCondLst>
                                  <p:childTnLst>
                                    <p:set>
                                      <p:cBhvr>
                                        <p:cTn id="24" dur="1" fill="hold">
                                          <p:stCondLst>
                                            <p:cond delay="0"/>
                                          </p:stCondLst>
                                        </p:cTn>
                                        <p:tgtEl>
                                          <p:spTgt spid="75"/>
                                        </p:tgtEl>
                                        <p:attrNameLst>
                                          <p:attrName>style.visibility</p:attrName>
                                        </p:attrNameLst>
                                      </p:cBhvr>
                                      <p:to>
                                        <p:strVal val="visible"/>
                                      </p:to>
                                    </p:set>
                                    <p:animEffect transition="in" filter="fade">
                                      <p:cBhvr>
                                        <p:cTn id="25" dur="500"/>
                                        <p:tgtEl>
                                          <p:spTgt spid="75"/>
                                        </p:tgtEl>
                                      </p:cBhvr>
                                    </p:animEffect>
                                  </p:childTnLst>
                                </p:cTn>
                              </p:par>
                            </p:childTnLst>
                          </p:cTn>
                        </p:par>
                        <p:par>
                          <p:cTn id="26" fill="hold" nodeType="afterGroup">
                            <p:stCondLst>
                              <p:cond delay="2500"/>
                            </p:stCondLst>
                            <p:childTnLst>
                              <p:par>
                                <p:cTn id="27" presetID="10" presetClass="entr" presetSubtype="0" fill="hold" nodeType="after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fade">
                                      <p:cBhvr>
                                        <p:cTn id="29"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C4746CC-F572-472B-A4E4-EC1A0C2E9C74}"/>
              </a:ext>
            </a:extLst>
          </p:cNvPr>
          <p:cNvSpPr/>
          <p:nvPr/>
        </p:nvSpPr>
        <p:spPr>
          <a:xfrm>
            <a:off x="0" y="1389063"/>
            <a:ext cx="1476375" cy="1152525"/>
          </a:xfrm>
          <a:prstGeom prst="rect">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2" name="矩形 31">
            <a:extLst>
              <a:ext uri="{FF2B5EF4-FFF2-40B4-BE49-F238E27FC236}">
                <a16:creationId xmlns:a16="http://schemas.microsoft.com/office/drawing/2014/main" id="{BBC78B43-ADF6-4D88-88AE-6C680D5ED8FF}"/>
              </a:ext>
            </a:extLst>
          </p:cNvPr>
          <p:cNvSpPr/>
          <p:nvPr/>
        </p:nvSpPr>
        <p:spPr>
          <a:xfrm>
            <a:off x="3880498" y="1389063"/>
            <a:ext cx="5263502" cy="1152525"/>
          </a:xfrm>
          <a:prstGeom prst="rect">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60" name="TextBox 59">
            <a:extLst>
              <a:ext uri="{FF2B5EF4-FFF2-40B4-BE49-F238E27FC236}">
                <a16:creationId xmlns:a16="http://schemas.microsoft.com/office/drawing/2014/main" id="{1D232240-64E5-4EC1-B89D-17A976D80F8E}"/>
              </a:ext>
            </a:extLst>
          </p:cNvPr>
          <p:cNvSpPr txBox="1">
            <a:spLocks noChangeArrowheads="1"/>
          </p:cNvSpPr>
          <p:nvPr/>
        </p:nvSpPr>
        <p:spPr bwMode="auto">
          <a:xfrm>
            <a:off x="1594646" y="1812857"/>
            <a:ext cx="216758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latin typeface="微软雅黑" panose="020B0503020204020204" pitchFamily="34" charset="-122"/>
                <a:ea typeface="微软雅黑" panose="020B0503020204020204" pitchFamily="34" charset="-122"/>
              </a:rPr>
              <a:t>Summary</a:t>
            </a:r>
            <a:endParaRPr lang="zh-CN" altLang="en-US" sz="3200" b="1" dirty="0">
              <a:latin typeface="微软雅黑" panose="020B0503020204020204" pitchFamily="34" charset="-122"/>
              <a:ea typeface="微软雅黑" panose="020B0503020204020204" pitchFamily="34" charset="-122"/>
            </a:endParaRPr>
          </a:p>
        </p:txBody>
      </p:sp>
      <p:grpSp>
        <p:nvGrpSpPr>
          <p:cNvPr id="2" name="组合 60">
            <a:extLst>
              <a:ext uri="{FF2B5EF4-FFF2-40B4-BE49-F238E27FC236}">
                <a16:creationId xmlns:a16="http://schemas.microsoft.com/office/drawing/2014/main" id="{C331C611-0446-40B6-8D7F-FBE89243CE6A}"/>
              </a:ext>
            </a:extLst>
          </p:cNvPr>
          <p:cNvGrpSpPr>
            <a:grpSpLocks/>
          </p:cNvGrpSpPr>
          <p:nvPr/>
        </p:nvGrpSpPr>
        <p:grpSpPr bwMode="auto">
          <a:xfrm>
            <a:off x="1476375" y="2932113"/>
            <a:ext cx="2321087" cy="400110"/>
            <a:chOff x="1046574" y="3059407"/>
            <a:chExt cx="2322848" cy="400170"/>
          </a:xfrm>
        </p:grpSpPr>
        <p:sp>
          <p:nvSpPr>
            <p:cNvPr id="4115" name="Freeform 976">
              <a:extLst>
                <a:ext uri="{FF2B5EF4-FFF2-40B4-BE49-F238E27FC236}">
                  <a16:creationId xmlns:a16="http://schemas.microsoft.com/office/drawing/2014/main" id="{3E9D7324-E191-4671-84A7-462CA75384B9}"/>
                </a:ext>
              </a:extLst>
            </p:cNvPr>
            <p:cNvSpPr>
              <a:spLocks noEditPoints="1" noChangeArrowheads="1"/>
            </p:cNvSpPr>
            <p:nvPr/>
          </p:nvSpPr>
          <p:spPr bwMode="auto">
            <a:xfrm>
              <a:off x="1046574" y="3139821"/>
              <a:ext cx="236722" cy="239282"/>
            </a:xfrm>
            <a:custGeom>
              <a:avLst/>
              <a:gdLst>
                <a:gd name="T0" fmla="*/ 118361 w 78"/>
                <a:gd name="T1" fmla="*/ 0 h 78"/>
                <a:gd name="T2" fmla="*/ 0 w 78"/>
                <a:gd name="T3" fmla="*/ 119641 h 78"/>
                <a:gd name="T4" fmla="*/ 118361 w 78"/>
                <a:gd name="T5" fmla="*/ 239282 h 78"/>
                <a:gd name="T6" fmla="*/ 236722 w 78"/>
                <a:gd name="T7" fmla="*/ 119641 h 78"/>
                <a:gd name="T8" fmla="*/ 118361 w 78"/>
                <a:gd name="T9" fmla="*/ 0 h 78"/>
                <a:gd name="T10" fmla="*/ 191199 w 78"/>
                <a:gd name="T11" fmla="*/ 141115 h 78"/>
                <a:gd name="T12" fmla="*/ 139605 w 78"/>
                <a:gd name="T13" fmla="*/ 141115 h 78"/>
                <a:gd name="T14" fmla="*/ 139605 w 78"/>
                <a:gd name="T15" fmla="*/ 193266 h 78"/>
                <a:gd name="T16" fmla="*/ 118361 w 78"/>
                <a:gd name="T17" fmla="*/ 214740 h 78"/>
                <a:gd name="T18" fmla="*/ 97117 w 78"/>
                <a:gd name="T19" fmla="*/ 193266 h 78"/>
                <a:gd name="T20" fmla="*/ 97117 w 78"/>
                <a:gd name="T21" fmla="*/ 141115 h 78"/>
                <a:gd name="T22" fmla="*/ 48558 w 78"/>
                <a:gd name="T23" fmla="*/ 141115 h 78"/>
                <a:gd name="T24" fmla="*/ 24279 w 78"/>
                <a:gd name="T25" fmla="*/ 119641 h 78"/>
                <a:gd name="T26" fmla="*/ 48558 w 78"/>
                <a:gd name="T27" fmla="*/ 98167 h 78"/>
                <a:gd name="T28" fmla="*/ 97117 w 78"/>
                <a:gd name="T29" fmla="*/ 98167 h 78"/>
                <a:gd name="T30" fmla="*/ 97117 w 78"/>
                <a:gd name="T31" fmla="*/ 49083 h 78"/>
                <a:gd name="T32" fmla="*/ 118361 w 78"/>
                <a:gd name="T33" fmla="*/ 24542 h 78"/>
                <a:gd name="T34" fmla="*/ 139605 w 78"/>
                <a:gd name="T35" fmla="*/ 49083 h 78"/>
                <a:gd name="T36" fmla="*/ 139605 w 78"/>
                <a:gd name="T37" fmla="*/ 98167 h 78"/>
                <a:gd name="T38" fmla="*/ 191199 w 78"/>
                <a:gd name="T39" fmla="*/ 98167 h 78"/>
                <a:gd name="T40" fmla="*/ 212443 w 78"/>
                <a:gd name="T41" fmla="*/ 119641 h 78"/>
                <a:gd name="T42" fmla="*/ 191199 w 78"/>
                <a:gd name="T43" fmla="*/ 141115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8"/>
                <a:gd name="T67" fmla="*/ 0 h 78"/>
                <a:gd name="T68" fmla="*/ 78 w 78"/>
                <a:gd name="T69" fmla="*/ 78 h 7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8" h="78">
                  <a:moveTo>
                    <a:pt x="39" y="0"/>
                  </a:moveTo>
                  <a:cubicBezTo>
                    <a:pt x="18" y="0"/>
                    <a:pt x="0" y="18"/>
                    <a:pt x="0" y="39"/>
                  </a:cubicBezTo>
                  <a:cubicBezTo>
                    <a:pt x="0" y="60"/>
                    <a:pt x="18" y="78"/>
                    <a:pt x="39" y="78"/>
                  </a:cubicBezTo>
                  <a:cubicBezTo>
                    <a:pt x="60" y="78"/>
                    <a:pt x="78" y="60"/>
                    <a:pt x="78" y="39"/>
                  </a:cubicBezTo>
                  <a:cubicBezTo>
                    <a:pt x="78" y="18"/>
                    <a:pt x="60" y="0"/>
                    <a:pt x="39" y="0"/>
                  </a:cubicBezTo>
                  <a:close/>
                  <a:moveTo>
                    <a:pt x="63" y="46"/>
                  </a:moveTo>
                  <a:cubicBezTo>
                    <a:pt x="46" y="46"/>
                    <a:pt x="46" y="46"/>
                    <a:pt x="46" y="46"/>
                  </a:cubicBezTo>
                  <a:cubicBezTo>
                    <a:pt x="46" y="63"/>
                    <a:pt x="46" y="63"/>
                    <a:pt x="46" y="63"/>
                  </a:cubicBezTo>
                  <a:cubicBezTo>
                    <a:pt x="46" y="67"/>
                    <a:pt x="43" y="70"/>
                    <a:pt x="39" y="70"/>
                  </a:cubicBezTo>
                  <a:cubicBezTo>
                    <a:pt x="35" y="70"/>
                    <a:pt x="32" y="67"/>
                    <a:pt x="32" y="63"/>
                  </a:cubicBezTo>
                  <a:cubicBezTo>
                    <a:pt x="32" y="46"/>
                    <a:pt x="32" y="46"/>
                    <a:pt x="32" y="46"/>
                  </a:cubicBezTo>
                  <a:cubicBezTo>
                    <a:pt x="16" y="46"/>
                    <a:pt x="16" y="46"/>
                    <a:pt x="16" y="46"/>
                  </a:cubicBezTo>
                  <a:cubicBezTo>
                    <a:pt x="12" y="46"/>
                    <a:pt x="8" y="43"/>
                    <a:pt x="8" y="39"/>
                  </a:cubicBezTo>
                  <a:cubicBezTo>
                    <a:pt x="8" y="35"/>
                    <a:pt x="12" y="32"/>
                    <a:pt x="16" y="32"/>
                  </a:cubicBezTo>
                  <a:cubicBezTo>
                    <a:pt x="32" y="32"/>
                    <a:pt x="32" y="32"/>
                    <a:pt x="32" y="32"/>
                  </a:cubicBezTo>
                  <a:cubicBezTo>
                    <a:pt x="32" y="16"/>
                    <a:pt x="32" y="16"/>
                    <a:pt x="32" y="16"/>
                  </a:cubicBezTo>
                  <a:cubicBezTo>
                    <a:pt x="32" y="12"/>
                    <a:pt x="35" y="8"/>
                    <a:pt x="39" y="8"/>
                  </a:cubicBezTo>
                  <a:cubicBezTo>
                    <a:pt x="43" y="8"/>
                    <a:pt x="46" y="12"/>
                    <a:pt x="46" y="16"/>
                  </a:cubicBezTo>
                  <a:cubicBezTo>
                    <a:pt x="46" y="32"/>
                    <a:pt x="46" y="32"/>
                    <a:pt x="46" y="32"/>
                  </a:cubicBezTo>
                  <a:cubicBezTo>
                    <a:pt x="63" y="32"/>
                    <a:pt x="63" y="32"/>
                    <a:pt x="63" y="32"/>
                  </a:cubicBezTo>
                  <a:cubicBezTo>
                    <a:pt x="67" y="32"/>
                    <a:pt x="70" y="35"/>
                    <a:pt x="70" y="39"/>
                  </a:cubicBezTo>
                  <a:cubicBezTo>
                    <a:pt x="70" y="43"/>
                    <a:pt x="67" y="46"/>
                    <a:pt x="63" y="46"/>
                  </a:cubicBez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16" name="TextBox 62">
              <a:extLst>
                <a:ext uri="{FF2B5EF4-FFF2-40B4-BE49-F238E27FC236}">
                  <a16:creationId xmlns:a16="http://schemas.microsoft.com/office/drawing/2014/main" id="{1C0ED16F-EB99-4D2B-B854-785A794D3B62}"/>
                </a:ext>
              </a:extLst>
            </p:cNvPr>
            <p:cNvSpPr txBox="1">
              <a:spLocks noChangeArrowheads="1"/>
            </p:cNvSpPr>
            <p:nvPr/>
          </p:nvSpPr>
          <p:spPr bwMode="auto">
            <a:xfrm>
              <a:off x="1283296" y="3059407"/>
              <a:ext cx="2086126"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latin typeface="微软雅黑" panose="020B0503020204020204" pitchFamily="34" charset="-122"/>
                  <a:ea typeface="微软雅黑" panose="020B0503020204020204" pitchFamily="34" charset="-122"/>
                </a:rPr>
                <a:t>Skills Acquired</a:t>
              </a:r>
              <a:endParaRPr lang="zh-CN" altLang="en-US" sz="2000" b="1" dirty="0">
                <a:latin typeface="微软雅黑" panose="020B0503020204020204" pitchFamily="34" charset="-122"/>
                <a:ea typeface="微软雅黑" panose="020B0503020204020204" pitchFamily="34" charset="-122"/>
              </a:endParaRPr>
            </a:p>
          </p:txBody>
        </p:sp>
      </p:grpSp>
      <p:grpSp>
        <p:nvGrpSpPr>
          <p:cNvPr id="4" name="组合 63">
            <a:extLst>
              <a:ext uri="{FF2B5EF4-FFF2-40B4-BE49-F238E27FC236}">
                <a16:creationId xmlns:a16="http://schemas.microsoft.com/office/drawing/2014/main" id="{E3E9BD33-E637-44A7-8A3F-75F1382437BE}"/>
              </a:ext>
            </a:extLst>
          </p:cNvPr>
          <p:cNvGrpSpPr>
            <a:grpSpLocks/>
          </p:cNvGrpSpPr>
          <p:nvPr/>
        </p:nvGrpSpPr>
        <p:grpSpPr bwMode="auto">
          <a:xfrm>
            <a:off x="1476375" y="3522633"/>
            <a:ext cx="4288679" cy="400110"/>
            <a:chOff x="1046574" y="3059406"/>
            <a:chExt cx="4287228" cy="400170"/>
          </a:xfrm>
        </p:grpSpPr>
        <p:sp>
          <p:nvSpPr>
            <p:cNvPr id="4113" name="Freeform 976">
              <a:extLst>
                <a:ext uri="{FF2B5EF4-FFF2-40B4-BE49-F238E27FC236}">
                  <a16:creationId xmlns:a16="http://schemas.microsoft.com/office/drawing/2014/main" id="{26BE0D4D-FAE5-4C1F-A18A-53E8BA20EE5C}"/>
                </a:ext>
              </a:extLst>
            </p:cNvPr>
            <p:cNvSpPr>
              <a:spLocks noEditPoints="1" noChangeArrowheads="1"/>
            </p:cNvSpPr>
            <p:nvPr/>
          </p:nvSpPr>
          <p:spPr bwMode="auto">
            <a:xfrm>
              <a:off x="1046574" y="3139821"/>
              <a:ext cx="236722" cy="239282"/>
            </a:xfrm>
            <a:custGeom>
              <a:avLst/>
              <a:gdLst>
                <a:gd name="T0" fmla="*/ 118361 w 78"/>
                <a:gd name="T1" fmla="*/ 0 h 78"/>
                <a:gd name="T2" fmla="*/ 0 w 78"/>
                <a:gd name="T3" fmla="*/ 119641 h 78"/>
                <a:gd name="T4" fmla="*/ 118361 w 78"/>
                <a:gd name="T5" fmla="*/ 239282 h 78"/>
                <a:gd name="T6" fmla="*/ 236722 w 78"/>
                <a:gd name="T7" fmla="*/ 119641 h 78"/>
                <a:gd name="T8" fmla="*/ 118361 w 78"/>
                <a:gd name="T9" fmla="*/ 0 h 78"/>
                <a:gd name="T10" fmla="*/ 191199 w 78"/>
                <a:gd name="T11" fmla="*/ 141115 h 78"/>
                <a:gd name="T12" fmla="*/ 139605 w 78"/>
                <a:gd name="T13" fmla="*/ 141115 h 78"/>
                <a:gd name="T14" fmla="*/ 139605 w 78"/>
                <a:gd name="T15" fmla="*/ 193266 h 78"/>
                <a:gd name="T16" fmla="*/ 118361 w 78"/>
                <a:gd name="T17" fmla="*/ 214740 h 78"/>
                <a:gd name="T18" fmla="*/ 97117 w 78"/>
                <a:gd name="T19" fmla="*/ 193266 h 78"/>
                <a:gd name="T20" fmla="*/ 97117 w 78"/>
                <a:gd name="T21" fmla="*/ 141115 h 78"/>
                <a:gd name="T22" fmla="*/ 48558 w 78"/>
                <a:gd name="T23" fmla="*/ 141115 h 78"/>
                <a:gd name="T24" fmla="*/ 24279 w 78"/>
                <a:gd name="T25" fmla="*/ 119641 h 78"/>
                <a:gd name="T26" fmla="*/ 48558 w 78"/>
                <a:gd name="T27" fmla="*/ 98167 h 78"/>
                <a:gd name="T28" fmla="*/ 97117 w 78"/>
                <a:gd name="T29" fmla="*/ 98167 h 78"/>
                <a:gd name="T30" fmla="*/ 97117 w 78"/>
                <a:gd name="T31" fmla="*/ 49083 h 78"/>
                <a:gd name="T32" fmla="*/ 118361 w 78"/>
                <a:gd name="T33" fmla="*/ 24542 h 78"/>
                <a:gd name="T34" fmla="*/ 139605 w 78"/>
                <a:gd name="T35" fmla="*/ 49083 h 78"/>
                <a:gd name="T36" fmla="*/ 139605 w 78"/>
                <a:gd name="T37" fmla="*/ 98167 h 78"/>
                <a:gd name="T38" fmla="*/ 191199 w 78"/>
                <a:gd name="T39" fmla="*/ 98167 h 78"/>
                <a:gd name="T40" fmla="*/ 212443 w 78"/>
                <a:gd name="T41" fmla="*/ 119641 h 78"/>
                <a:gd name="T42" fmla="*/ 191199 w 78"/>
                <a:gd name="T43" fmla="*/ 141115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8"/>
                <a:gd name="T67" fmla="*/ 0 h 78"/>
                <a:gd name="T68" fmla="*/ 78 w 78"/>
                <a:gd name="T69" fmla="*/ 78 h 7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8" h="78">
                  <a:moveTo>
                    <a:pt x="39" y="0"/>
                  </a:moveTo>
                  <a:cubicBezTo>
                    <a:pt x="18" y="0"/>
                    <a:pt x="0" y="18"/>
                    <a:pt x="0" y="39"/>
                  </a:cubicBezTo>
                  <a:cubicBezTo>
                    <a:pt x="0" y="60"/>
                    <a:pt x="18" y="78"/>
                    <a:pt x="39" y="78"/>
                  </a:cubicBezTo>
                  <a:cubicBezTo>
                    <a:pt x="60" y="78"/>
                    <a:pt x="78" y="60"/>
                    <a:pt x="78" y="39"/>
                  </a:cubicBezTo>
                  <a:cubicBezTo>
                    <a:pt x="78" y="18"/>
                    <a:pt x="60" y="0"/>
                    <a:pt x="39" y="0"/>
                  </a:cubicBezTo>
                  <a:close/>
                  <a:moveTo>
                    <a:pt x="63" y="46"/>
                  </a:moveTo>
                  <a:cubicBezTo>
                    <a:pt x="46" y="46"/>
                    <a:pt x="46" y="46"/>
                    <a:pt x="46" y="46"/>
                  </a:cubicBezTo>
                  <a:cubicBezTo>
                    <a:pt x="46" y="63"/>
                    <a:pt x="46" y="63"/>
                    <a:pt x="46" y="63"/>
                  </a:cubicBezTo>
                  <a:cubicBezTo>
                    <a:pt x="46" y="67"/>
                    <a:pt x="43" y="70"/>
                    <a:pt x="39" y="70"/>
                  </a:cubicBezTo>
                  <a:cubicBezTo>
                    <a:pt x="35" y="70"/>
                    <a:pt x="32" y="67"/>
                    <a:pt x="32" y="63"/>
                  </a:cubicBezTo>
                  <a:cubicBezTo>
                    <a:pt x="32" y="46"/>
                    <a:pt x="32" y="46"/>
                    <a:pt x="32" y="46"/>
                  </a:cubicBezTo>
                  <a:cubicBezTo>
                    <a:pt x="16" y="46"/>
                    <a:pt x="16" y="46"/>
                    <a:pt x="16" y="46"/>
                  </a:cubicBezTo>
                  <a:cubicBezTo>
                    <a:pt x="12" y="46"/>
                    <a:pt x="8" y="43"/>
                    <a:pt x="8" y="39"/>
                  </a:cubicBezTo>
                  <a:cubicBezTo>
                    <a:pt x="8" y="35"/>
                    <a:pt x="12" y="32"/>
                    <a:pt x="16" y="32"/>
                  </a:cubicBezTo>
                  <a:cubicBezTo>
                    <a:pt x="32" y="32"/>
                    <a:pt x="32" y="32"/>
                    <a:pt x="32" y="32"/>
                  </a:cubicBezTo>
                  <a:cubicBezTo>
                    <a:pt x="32" y="16"/>
                    <a:pt x="32" y="16"/>
                    <a:pt x="32" y="16"/>
                  </a:cubicBezTo>
                  <a:cubicBezTo>
                    <a:pt x="32" y="12"/>
                    <a:pt x="35" y="8"/>
                    <a:pt x="39" y="8"/>
                  </a:cubicBezTo>
                  <a:cubicBezTo>
                    <a:pt x="43" y="8"/>
                    <a:pt x="46" y="12"/>
                    <a:pt x="46" y="16"/>
                  </a:cubicBezTo>
                  <a:cubicBezTo>
                    <a:pt x="46" y="32"/>
                    <a:pt x="46" y="32"/>
                    <a:pt x="46" y="32"/>
                  </a:cubicBezTo>
                  <a:cubicBezTo>
                    <a:pt x="63" y="32"/>
                    <a:pt x="63" y="32"/>
                    <a:pt x="63" y="32"/>
                  </a:cubicBezTo>
                  <a:cubicBezTo>
                    <a:pt x="67" y="32"/>
                    <a:pt x="70" y="35"/>
                    <a:pt x="70" y="39"/>
                  </a:cubicBezTo>
                  <a:cubicBezTo>
                    <a:pt x="70" y="43"/>
                    <a:pt x="67" y="46"/>
                    <a:pt x="63" y="46"/>
                  </a:cubicBez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14" name="TextBox 65">
              <a:extLst>
                <a:ext uri="{FF2B5EF4-FFF2-40B4-BE49-F238E27FC236}">
                  <a16:creationId xmlns:a16="http://schemas.microsoft.com/office/drawing/2014/main" id="{0EB08313-58F0-4B2F-8E86-639FD30487DF}"/>
                </a:ext>
              </a:extLst>
            </p:cNvPr>
            <p:cNvSpPr txBox="1">
              <a:spLocks noChangeArrowheads="1"/>
            </p:cNvSpPr>
            <p:nvPr/>
          </p:nvSpPr>
          <p:spPr bwMode="auto">
            <a:xfrm>
              <a:off x="1283295" y="3059406"/>
              <a:ext cx="4050507" cy="4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latin typeface="微软雅黑" panose="020B0503020204020204" pitchFamily="34" charset="-122"/>
                  <a:ea typeface="微软雅黑" panose="020B0503020204020204" pitchFamily="34" charset="-122"/>
                </a:rPr>
                <a:t>Suggestions for Improvement</a:t>
              </a:r>
              <a:endParaRPr lang="zh-CN" altLang="en-US" sz="2000" b="1" dirty="0">
                <a:latin typeface="微软雅黑" panose="020B0503020204020204" pitchFamily="34" charset="-122"/>
                <a:ea typeface="微软雅黑" panose="020B0503020204020204" pitchFamily="34" charset="-122"/>
              </a:endParaRPr>
            </a:p>
          </p:txBody>
        </p:sp>
      </p:grpSp>
      <p:grpSp>
        <p:nvGrpSpPr>
          <p:cNvPr id="7" name="组合 72">
            <a:extLst>
              <a:ext uri="{FF2B5EF4-FFF2-40B4-BE49-F238E27FC236}">
                <a16:creationId xmlns:a16="http://schemas.microsoft.com/office/drawing/2014/main" id="{9C7C868F-84B6-450C-A331-70269C7A66CF}"/>
              </a:ext>
            </a:extLst>
          </p:cNvPr>
          <p:cNvGrpSpPr/>
          <p:nvPr/>
        </p:nvGrpSpPr>
        <p:grpSpPr>
          <a:xfrm>
            <a:off x="280698" y="1526656"/>
            <a:ext cx="914260" cy="876852"/>
            <a:chOff x="683568" y="1489348"/>
            <a:chExt cx="2638425" cy="2530475"/>
          </a:xfrm>
          <a:solidFill>
            <a:schemeClr val="bg1"/>
          </a:solidFill>
        </p:grpSpPr>
        <p:sp>
          <p:nvSpPr>
            <p:cNvPr id="74" name="Freeform 7">
              <a:extLst>
                <a:ext uri="{FF2B5EF4-FFF2-40B4-BE49-F238E27FC236}">
                  <a16:creationId xmlns:a16="http://schemas.microsoft.com/office/drawing/2014/main" id="{1B92B4DE-8DA4-4247-A009-7ED528C25AFF}"/>
                </a:ext>
              </a:extLst>
            </p:cNvPr>
            <p:cNvSpPr/>
            <p:nvPr/>
          </p:nvSpPr>
          <p:spPr bwMode="auto">
            <a:xfrm>
              <a:off x="683568" y="1489348"/>
              <a:ext cx="2638425" cy="1771650"/>
            </a:xfrm>
            <a:custGeom>
              <a:avLst/>
              <a:gdLst>
                <a:gd name="T0" fmla="*/ 0 w 16620"/>
                <a:gd name="T1" fmla="*/ 4462 h 11158"/>
                <a:gd name="T2" fmla="*/ 65 w 16620"/>
                <a:gd name="T3" fmla="*/ 4480 h 11158"/>
                <a:gd name="T4" fmla="*/ 128 w 16620"/>
                <a:gd name="T5" fmla="*/ 4494 h 11158"/>
                <a:gd name="T6" fmla="*/ 188 w 16620"/>
                <a:gd name="T7" fmla="*/ 4509 h 11158"/>
                <a:gd name="T8" fmla="*/ 246 w 16620"/>
                <a:gd name="T9" fmla="*/ 4521 h 11158"/>
                <a:gd name="T10" fmla="*/ 353 w 16620"/>
                <a:gd name="T11" fmla="*/ 4545 h 11158"/>
                <a:gd name="T12" fmla="*/ 450 w 16620"/>
                <a:gd name="T13" fmla="*/ 4568 h 11158"/>
                <a:gd name="T14" fmla="*/ 495 w 16620"/>
                <a:gd name="T15" fmla="*/ 4580 h 11158"/>
                <a:gd name="T16" fmla="*/ 538 w 16620"/>
                <a:gd name="T17" fmla="*/ 4591 h 11158"/>
                <a:gd name="T18" fmla="*/ 579 w 16620"/>
                <a:gd name="T19" fmla="*/ 4603 h 11158"/>
                <a:gd name="T20" fmla="*/ 616 w 16620"/>
                <a:gd name="T21" fmla="*/ 4616 h 11158"/>
                <a:gd name="T22" fmla="*/ 652 w 16620"/>
                <a:gd name="T23" fmla="*/ 4631 h 11158"/>
                <a:gd name="T24" fmla="*/ 686 w 16620"/>
                <a:gd name="T25" fmla="*/ 4645 h 11158"/>
                <a:gd name="T26" fmla="*/ 717 w 16620"/>
                <a:gd name="T27" fmla="*/ 4663 h 11158"/>
                <a:gd name="T28" fmla="*/ 747 w 16620"/>
                <a:gd name="T29" fmla="*/ 4682 h 11158"/>
                <a:gd name="T30" fmla="*/ 774 w 16620"/>
                <a:gd name="T31" fmla="*/ 4702 h 11158"/>
                <a:gd name="T32" fmla="*/ 799 w 16620"/>
                <a:gd name="T33" fmla="*/ 4725 h 11158"/>
                <a:gd name="T34" fmla="*/ 822 w 16620"/>
                <a:gd name="T35" fmla="*/ 4750 h 11158"/>
                <a:gd name="T36" fmla="*/ 843 w 16620"/>
                <a:gd name="T37" fmla="*/ 4779 h 11158"/>
                <a:gd name="T38" fmla="*/ 862 w 16620"/>
                <a:gd name="T39" fmla="*/ 4810 h 11158"/>
                <a:gd name="T40" fmla="*/ 880 w 16620"/>
                <a:gd name="T41" fmla="*/ 4845 h 11158"/>
                <a:gd name="T42" fmla="*/ 895 w 16620"/>
                <a:gd name="T43" fmla="*/ 4882 h 11158"/>
                <a:gd name="T44" fmla="*/ 909 w 16620"/>
                <a:gd name="T45" fmla="*/ 4924 h 11158"/>
                <a:gd name="T46" fmla="*/ 921 w 16620"/>
                <a:gd name="T47" fmla="*/ 4969 h 11158"/>
                <a:gd name="T48" fmla="*/ 932 w 16620"/>
                <a:gd name="T49" fmla="*/ 5019 h 11158"/>
                <a:gd name="T50" fmla="*/ 940 w 16620"/>
                <a:gd name="T51" fmla="*/ 5073 h 11158"/>
                <a:gd name="T52" fmla="*/ 947 w 16620"/>
                <a:gd name="T53" fmla="*/ 5133 h 11158"/>
                <a:gd name="T54" fmla="*/ 953 w 16620"/>
                <a:gd name="T55" fmla="*/ 5196 h 11158"/>
                <a:gd name="T56" fmla="*/ 956 w 16620"/>
                <a:gd name="T57" fmla="*/ 5264 h 11158"/>
                <a:gd name="T58" fmla="*/ 958 w 16620"/>
                <a:gd name="T59" fmla="*/ 5339 h 11158"/>
                <a:gd name="T60" fmla="*/ 959 w 16620"/>
                <a:gd name="T61" fmla="*/ 5419 h 11158"/>
                <a:gd name="T62" fmla="*/ 959 w 16620"/>
                <a:gd name="T63" fmla="*/ 11158 h 11158"/>
                <a:gd name="T64" fmla="*/ 1598 w 16620"/>
                <a:gd name="T65" fmla="*/ 11158 h 11158"/>
                <a:gd name="T66" fmla="*/ 1598 w 16620"/>
                <a:gd name="T67" fmla="*/ 5419 h 11158"/>
                <a:gd name="T68" fmla="*/ 8330 w 16620"/>
                <a:gd name="T69" fmla="*/ 9211 h 11158"/>
                <a:gd name="T70" fmla="*/ 16517 w 16620"/>
                <a:gd name="T71" fmla="*/ 4292 h 11158"/>
                <a:gd name="T72" fmla="*/ 16620 w 16620"/>
                <a:gd name="T73" fmla="*/ 3825 h 11158"/>
                <a:gd name="T74" fmla="*/ 8310 w 16620"/>
                <a:gd name="T75" fmla="*/ 0 h 11158"/>
                <a:gd name="T76" fmla="*/ 0 w 16620"/>
                <a:gd name="T77" fmla="*/ 3825 h 11158"/>
                <a:gd name="T78" fmla="*/ 0 w 16620"/>
                <a:gd name="T79" fmla="*/ 4462 h 11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grpFill/>
            <a:ln>
              <a:noFill/>
            </a:ln>
          </p:spPr>
          <p:txBody>
            <a:bodyPr/>
            <a:lstStyle/>
            <a:p>
              <a:pPr eaLnBrk="1" fontAlgn="auto" hangingPunct="1">
                <a:defRPr/>
              </a:pPr>
              <a:endParaRPr lang="zh-CN" altLang="en-US" noProof="1"/>
            </a:p>
          </p:txBody>
        </p:sp>
        <p:sp>
          <p:nvSpPr>
            <p:cNvPr id="75" name="Freeform 8">
              <a:extLst>
                <a:ext uri="{FF2B5EF4-FFF2-40B4-BE49-F238E27FC236}">
                  <a16:creationId xmlns:a16="http://schemas.microsoft.com/office/drawing/2014/main" id="{9C817479-54B8-41B8-BA6B-1F1FC7C52283}"/>
                </a:ext>
              </a:extLst>
            </p:cNvPr>
            <p:cNvSpPr/>
            <p:nvPr/>
          </p:nvSpPr>
          <p:spPr bwMode="auto">
            <a:xfrm>
              <a:off x="1039168" y="2502173"/>
              <a:ext cx="1927225" cy="1517650"/>
            </a:xfrm>
            <a:custGeom>
              <a:avLst/>
              <a:gdLst>
                <a:gd name="T0" fmla="*/ 11030 w 12146"/>
                <a:gd name="T1" fmla="*/ 4122 h 9555"/>
                <a:gd name="T2" fmla="*/ 11252 w 12146"/>
                <a:gd name="T3" fmla="*/ 4107 h 9555"/>
                <a:gd name="T4" fmla="*/ 11385 w 12146"/>
                <a:gd name="T5" fmla="*/ 4096 h 9555"/>
                <a:gd name="T6" fmla="*/ 11507 w 12146"/>
                <a:gd name="T7" fmla="*/ 4083 h 9555"/>
                <a:gd name="T8" fmla="*/ 11617 w 12146"/>
                <a:gd name="T9" fmla="*/ 4065 h 9555"/>
                <a:gd name="T10" fmla="*/ 11717 w 12146"/>
                <a:gd name="T11" fmla="*/ 4041 h 9555"/>
                <a:gd name="T12" fmla="*/ 11805 w 12146"/>
                <a:gd name="T13" fmla="*/ 4010 h 9555"/>
                <a:gd name="T14" fmla="*/ 11883 w 12146"/>
                <a:gd name="T15" fmla="*/ 3968 h 9555"/>
                <a:gd name="T16" fmla="*/ 11949 w 12146"/>
                <a:gd name="T17" fmla="*/ 3916 h 9555"/>
                <a:gd name="T18" fmla="*/ 12006 w 12146"/>
                <a:gd name="T19" fmla="*/ 3851 h 9555"/>
                <a:gd name="T20" fmla="*/ 12053 w 12146"/>
                <a:gd name="T21" fmla="*/ 3771 h 9555"/>
                <a:gd name="T22" fmla="*/ 12090 w 12146"/>
                <a:gd name="T23" fmla="*/ 3673 h 9555"/>
                <a:gd name="T24" fmla="*/ 12117 w 12146"/>
                <a:gd name="T25" fmla="*/ 3559 h 9555"/>
                <a:gd name="T26" fmla="*/ 12136 w 12146"/>
                <a:gd name="T27" fmla="*/ 3423 h 9555"/>
                <a:gd name="T28" fmla="*/ 12144 w 12146"/>
                <a:gd name="T29" fmla="*/ 3266 h 9555"/>
                <a:gd name="T30" fmla="*/ 12146 w 12146"/>
                <a:gd name="T31" fmla="*/ 309 h 9555"/>
                <a:gd name="T32" fmla="*/ 6081 w 12146"/>
                <a:gd name="T33" fmla="*/ 3512 h 9555"/>
                <a:gd name="T34" fmla="*/ 0 w 12146"/>
                <a:gd name="T35" fmla="*/ 309 h 9555"/>
                <a:gd name="T36" fmla="*/ 0 w 12146"/>
                <a:gd name="T37" fmla="*/ 3259 h 9555"/>
                <a:gd name="T38" fmla="*/ 7 w 12146"/>
                <a:gd name="T39" fmla="*/ 3402 h 9555"/>
                <a:gd name="T40" fmla="*/ 19 w 12146"/>
                <a:gd name="T41" fmla="*/ 3524 h 9555"/>
                <a:gd name="T42" fmla="*/ 38 w 12146"/>
                <a:gd name="T43" fmla="*/ 3628 h 9555"/>
                <a:gd name="T44" fmla="*/ 64 w 12146"/>
                <a:gd name="T45" fmla="*/ 3715 h 9555"/>
                <a:gd name="T46" fmla="*/ 97 w 12146"/>
                <a:gd name="T47" fmla="*/ 3788 h 9555"/>
                <a:gd name="T48" fmla="*/ 137 w 12146"/>
                <a:gd name="T49" fmla="*/ 3847 h 9555"/>
                <a:gd name="T50" fmla="*/ 185 w 12146"/>
                <a:gd name="T51" fmla="*/ 3896 h 9555"/>
                <a:gd name="T52" fmla="*/ 241 w 12146"/>
                <a:gd name="T53" fmla="*/ 3935 h 9555"/>
                <a:gd name="T54" fmla="*/ 307 w 12146"/>
                <a:gd name="T55" fmla="*/ 3967 h 9555"/>
                <a:gd name="T56" fmla="*/ 381 w 12146"/>
                <a:gd name="T57" fmla="*/ 3994 h 9555"/>
                <a:gd name="T58" fmla="*/ 464 w 12146"/>
                <a:gd name="T59" fmla="*/ 4018 h 9555"/>
                <a:gd name="T60" fmla="*/ 606 w 12146"/>
                <a:gd name="T61" fmla="*/ 4051 h 9555"/>
                <a:gd name="T62" fmla="*/ 771 w 12146"/>
                <a:gd name="T63" fmla="*/ 4089 h 9555"/>
                <a:gd name="T64" fmla="*/ 894 w 12146"/>
                <a:gd name="T65" fmla="*/ 4118 h 9555"/>
                <a:gd name="T66" fmla="*/ 959 w 12146"/>
                <a:gd name="T67" fmla="*/ 7005 h 9555"/>
                <a:gd name="T68" fmla="*/ 2557 w 12146"/>
                <a:gd name="T69" fmla="*/ 9555 h 9555"/>
                <a:gd name="T70" fmla="*/ 4794 w 12146"/>
                <a:gd name="T71" fmla="*/ 7005 h 9555"/>
                <a:gd name="T72" fmla="*/ 7352 w 12146"/>
                <a:gd name="T73" fmla="*/ 9555 h 9555"/>
                <a:gd name="T74" fmla="*/ 9589 w 12146"/>
                <a:gd name="T75" fmla="*/ 7005 h 9555"/>
                <a:gd name="T76" fmla="*/ 10867 w 12146"/>
                <a:gd name="T77" fmla="*/ 4135 h 9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grpFill/>
            <a:ln>
              <a:noFill/>
            </a:ln>
          </p:spPr>
          <p:txBody>
            <a:bodyPr/>
            <a:lstStyle/>
            <a:p>
              <a:pPr eaLnBrk="1" fontAlgn="auto" hangingPunct="1">
                <a:defRPr/>
              </a:pPr>
              <a:endParaRPr lang="zh-CN" altLang="en-US" noProof="1"/>
            </a:p>
          </p:txBody>
        </p:sp>
      </p:grpSp>
    </p:spTree>
  </p:cSld>
  <p:clrMapOvr>
    <a:masterClrMapping/>
  </p:clrMapOvr>
  <p:transition spd="slow" advClick="0" advTm="3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1000"/>
                                        <p:tgtEl>
                                          <p:spTgt spid="60"/>
                                        </p:tgtEl>
                                      </p:cBhvr>
                                    </p:animEffect>
                                    <p:anim calcmode="lin" valueType="num">
                                      <p:cBhvr>
                                        <p:cTn id="8" dur="1000" fill="hold"/>
                                        <p:tgtEl>
                                          <p:spTgt spid="60"/>
                                        </p:tgtEl>
                                        <p:attrNameLst>
                                          <p:attrName>ppt_x</p:attrName>
                                        </p:attrNameLst>
                                      </p:cBhvr>
                                      <p:tavLst>
                                        <p:tav tm="0">
                                          <p:val>
                                            <p:strVal val="#ppt_x"/>
                                          </p:val>
                                        </p:tav>
                                        <p:tav tm="100000">
                                          <p:val>
                                            <p:strVal val="#ppt_x"/>
                                          </p:val>
                                        </p:tav>
                                      </p:tavLst>
                                    </p:anim>
                                    <p:anim calcmode="lin" valueType="num">
                                      <p:cBhvr>
                                        <p:cTn id="9" dur="1000" fill="hold"/>
                                        <p:tgtEl>
                                          <p:spTgt spid="60"/>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10"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par>
                          <p:cTn id="14" fill="hold" nodeType="afterGroup">
                            <p:stCondLst>
                              <p:cond delay="1500"/>
                            </p:stCondLst>
                            <p:childTnLst>
                              <p:par>
                                <p:cTn id="15" presetID="10" presetClass="entr" presetSubtype="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3" name="组合 6">
            <a:extLst>
              <a:ext uri="{FF2B5EF4-FFF2-40B4-BE49-F238E27FC236}">
                <a16:creationId xmlns:a16="http://schemas.microsoft.com/office/drawing/2014/main" id="{E78F001A-915A-4335-9AB7-E94720B9A69F}"/>
              </a:ext>
            </a:extLst>
          </p:cNvPr>
          <p:cNvGrpSpPr>
            <a:grpSpLocks/>
          </p:cNvGrpSpPr>
          <p:nvPr/>
        </p:nvGrpSpPr>
        <p:grpSpPr bwMode="auto">
          <a:xfrm>
            <a:off x="1043706" y="1129356"/>
            <a:ext cx="4398962" cy="655638"/>
            <a:chOff x="4420480" y="1273324"/>
            <a:chExt cx="4399670" cy="656275"/>
          </a:xfrm>
        </p:grpSpPr>
        <p:grpSp>
          <p:nvGrpSpPr>
            <p:cNvPr id="24601" name="组合 7">
              <a:extLst>
                <a:ext uri="{FF2B5EF4-FFF2-40B4-BE49-F238E27FC236}">
                  <a16:creationId xmlns:a16="http://schemas.microsoft.com/office/drawing/2014/main" id="{8360A1B7-7F79-4250-9B59-330EF9D8BC9A}"/>
                </a:ext>
              </a:extLst>
            </p:cNvPr>
            <p:cNvGrpSpPr>
              <a:grpSpLocks/>
            </p:cNvGrpSpPr>
            <p:nvPr/>
          </p:nvGrpSpPr>
          <p:grpSpPr bwMode="auto">
            <a:xfrm>
              <a:off x="4420480" y="1346031"/>
              <a:ext cx="583568" cy="583568"/>
              <a:chOff x="4820276" y="1417340"/>
              <a:chExt cx="792088" cy="792088"/>
            </a:xfrm>
          </p:grpSpPr>
          <p:sp>
            <p:nvSpPr>
              <p:cNvPr id="10" name="椭圆 9">
                <a:extLst>
                  <a:ext uri="{FF2B5EF4-FFF2-40B4-BE49-F238E27FC236}">
                    <a16:creationId xmlns:a16="http://schemas.microsoft.com/office/drawing/2014/main" id="{24D751DD-D42D-498B-AFB7-8AFA2EC9C0FD}"/>
                  </a:ext>
                </a:extLst>
              </p:cNvPr>
              <p:cNvSpPr/>
              <p:nvPr/>
            </p:nvSpPr>
            <p:spPr>
              <a:xfrm>
                <a:off x="4820276" y="1417869"/>
                <a:ext cx="793074" cy="791559"/>
              </a:xfrm>
              <a:prstGeom prst="ellipse">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ea typeface="微软雅黑"/>
                </a:endParaRPr>
              </a:p>
            </p:txBody>
          </p:sp>
          <p:pic>
            <p:nvPicPr>
              <p:cNvPr id="24604" name="组合 52">
                <a:extLst>
                  <a:ext uri="{FF2B5EF4-FFF2-40B4-BE49-F238E27FC236}">
                    <a16:creationId xmlns:a16="http://schemas.microsoft.com/office/drawing/2014/main" id="{BD5661A7-D0CF-4067-B0F7-A92F193E7E1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3874" y="1561356"/>
                <a:ext cx="324892" cy="437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 name="TextBox 8">
              <a:extLst>
                <a:ext uri="{FF2B5EF4-FFF2-40B4-BE49-F238E27FC236}">
                  <a16:creationId xmlns:a16="http://schemas.microsoft.com/office/drawing/2014/main" id="{A18F390F-8429-48B6-B8FA-AAEF9DA50526}"/>
                </a:ext>
              </a:extLst>
            </p:cNvPr>
            <p:cNvSpPr txBox="1"/>
            <p:nvPr/>
          </p:nvSpPr>
          <p:spPr>
            <a:xfrm>
              <a:off x="5147672" y="1273324"/>
              <a:ext cx="3672478" cy="295432"/>
            </a:xfrm>
            <a:prstGeom prst="rect">
              <a:avLst/>
            </a:prstGeom>
            <a:noFill/>
          </p:spPr>
          <p:txBody>
            <a:bodyPr>
              <a:spAutoFit/>
            </a:bodyPr>
            <a:lstStyle/>
            <a:p>
              <a:pPr algn="just" eaLnBrk="1" fontAlgn="auto" hangingPunct="1">
                <a:lnSpc>
                  <a:spcPct val="120000"/>
                </a:lnSpc>
                <a:defRPr/>
              </a:pPr>
              <a:endParaRPr lang="en-US" altLang="zh-CN" sz="1200" noProof="1">
                <a:gradFill>
                  <a:gsLst>
                    <a:gs pos="0">
                      <a:srgbClr val="595959"/>
                    </a:gs>
                    <a:gs pos="100000">
                      <a:srgbClr val="595959"/>
                    </a:gs>
                  </a:gsLst>
                  <a:lin ang="5400000" scaled="0"/>
                </a:gradFill>
                <a:latin typeface="微软雅黑"/>
                <a:ea typeface="微软雅黑"/>
              </a:endParaRPr>
            </a:p>
          </p:txBody>
        </p:sp>
      </p:grpSp>
      <p:grpSp>
        <p:nvGrpSpPr>
          <p:cNvPr id="8" name="组合 11">
            <a:extLst>
              <a:ext uri="{FF2B5EF4-FFF2-40B4-BE49-F238E27FC236}">
                <a16:creationId xmlns:a16="http://schemas.microsoft.com/office/drawing/2014/main" id="{2A32DB12-123B-4C81-A16F-06FB44C77CB3}"/>
              </a:ext>
            </a:extLst>
          </p:cNvPr>
          <p:cNvGrpSpPr>
            <a:grpSpLocks/>
          </p:cNvGrpSpPr>
          <p:nvPr/>
        </p:nvGrpSpPr>
        <p:grpSpPr bwMode="auto">
          <a:xfrm>
            <a:off x="1011650" y="2381687"/>
            <a:ext cx="4398962" cy="652462"/>
            <a:chOff x="4420480" y="2281436"/>
            <a:chExt cx="4399670" cy="652874"/>
          </a:xfrm>
        </p:grpSpPr>
        <p:grpSp>
          <p:nvGrpSpPr>
            <p:cNvPr id="24597" name="组合 12">
              <a:extLst>
                <a:ext uri="{FF2B5EF4-FFF2-40B4-BE49-F238E27FC236}">
                  <a16:creationId xmlns:a16="http://schemas.microsoft.com/office/drawing/2014/main" id="{B894992B-B4B1-4993-A223-9E7214A35607}"/>
                </a:ext>
              </a:extLst>
            </p:cNvPr>
            <p:cNvGrpSpPr>
              <a:grpSpLocks/>
            </p:cNvGrpSpPr>
            <p:nvPr/>
          </p:nvGrpSpPr>
          <p:grpSpPr bwMode="auto">
            <a:xfrm>
              <a:off x="4420480" y="2355844"/>
              <a:ext cx="583568" cy="578466"/>
              <a:chOff x="4820276" y="2329061"/>
              <a:chExt cx="792088" cy="785164"/>
            </a:xfrm>
          </p:grpSpPr>
          <p:sp>
            <p:nvSpPr>
              <p:cNvPr id="15" name="椭圆 14">
                <a:extLst>
                  <a:ext uri="{FF2B5EF4-FFF2-40B4-BE49-F238E27FC236}">
                    <a16:creationId xmlns:a16="http://schemas.microsoft.com/office/drawing/2014/main" id="{60CF9F9D-A9B4-4F46-BCB2-FFB7480F3EA3}"/>
                  </a:ext>
                </a:extLst>
              </p:cNvPr>
              <p:cNvSpPr/>
              <p:nvPr/>
            </p:nvSpPr>
            <p:spPr>
              <a:xfrm>
                <a:off x="4820276" y="2329402"/>
                <a:ext cx="793074" cy="784823"/>
              </a:xfrm>
              <a:prstGeom prst="ellipse">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ea typeface="微软雅黑"/>
                </a:endParaRPr>
              </a:p>
            </p:txBody>
          </p:sp>
          <p:sp>
            <p:nvSpPr>
              <p:cNvPr id="24600" name="Freeform 536">
                <a:extLst>
                  <a:ext uri="{FF2B5EF4-FFF2-40B4-BE49-F238E27FC236}">
                    <a16:creationId xmlns:a16="http://schemas.microsoft.com/office/drawing/2014/main" id="{79B6252A-F0D7-4297-8E9F-0FCD70F6A121}"/>
                  </a:ext>
                </a:extLst>
              </p:cNvPr>
              <p:cNvSpPr>
                <a:spLocks noChangeArrowheads="1"/>
              </p:cNvSpPr>
              <p:nvPr/>
            </p:nvSpPr>
            <p:spPr bwMode="auto">
              <a:xfrm>
                <a:off x="4961544" y="2546459"/>
                <a:ext cx="509553" cy="311041"/>
              </a:xfrm>
              <a:custGeom>
                <a:avLst/>
                <a:gdLst>
                  <a:gd name="T0" fmla="*/ 398554 w 684"/>
                  <a:gd name="T1" fmla="*/ 89294 h 418"/>
                  <a:gd name="T2" fmla="*/ 393339 w 684"/>
                  <a:gd name="T3" fmla="*/ 90038 h 418"/>
                  <a:gd name="T4" fmla="*/ 273401 w 684"/>
                  <a:gd name="T5" fmla="*/ 0 h 418"/>
                  <a:gd name="T6" fmla="*/ 154952 w 684"/>
                  <a:gd name="T7" fmla="*/ 84829 h 418"/>
                  <a:gd name="T8" fmla="*/ 124408 w 684"/>
                  <a:gd name="T9" fmla="*/ 75156 h 418"/>
                  <a:gd name="T10" fmla="*/ 71516 w 684"/>
                  <a:gd name="T11" fmla="*/ 127244 h 418"/>
                  <a:gd name="T12" fmla="*/ 0 w 684"/>
                  <a:gd name="T13" fmla="*/ 218026 h 418"/>
                  <a:gd name="T14" fmla="*/ 93120 w 684"/>
                  <a:gd name="T15" fmla="*/ 311041 h 418"/>
                  <a:gd name="T16" fmla="*/ 95355 w 684"/>
                  <a:gd name="T17" fmla="*/ 311041 h 418"/>
                  <a:gd name="T18" fmla="*/ 97590 w 684"/>
                  <a:gd name="T19" fmla="*/ 311041 h 418"/>
                  <a:gd name="T20" fmla="*/ 398554 w 684"/>
                  <a:gd name="T21" fmla="*/ 311041 h 418"/>
                  <a:gd name="T22" fmla="*/ 509553 w 684"/>
                  <a:gd name="T23" fmla="*/ 200168 h 418"/>
                  <a:gd name="T24" fmla="*/ 398554 w 684"/>
                  <a:gd name="T25" fmla="*/ 89294 h 4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4"/>
                  <a:gd name="T40" fmla="*/ 0 h 418"/>
                  <a:gd name="T41" fmla="*/ 684 w 684"/>
                  <a:gd name="T42" fmla="*/ 418 h 4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4" h="418">
                    <a:moveTo>
                      <a:pt x="535" y="120"/>
                    </a:moveTo>
                    <a:cubicBezTo>
                      <a:pt x="533" y="120"/>
                      <a:pt x="531" y="121"/>
                      <a:pt x="528" y="121"/>
                    </a:cubicBezTo>
                    <a:cubicBezTo>
                      <a:pt x="508" y="51"/>
                      <a:pt x="443" y="0"/>
                      <a:pt x="367" y="0"/>
                    </a:cubicBezTo>
                    <a:cubicBezTo>
                      <a:pt x="293" y="0"/>
                      <a:pt x="230" y="48"/>
                      <a:pt x="208" y="114"/>
                    </a:cubicBezTo>
                    <a:cubicBezTo>
                      <a:pt x="196" y="106"/>
                      <a:pt x="182" y="101"/>
                      <a:pt x="167" y="101"/>
                    </a:cubicBezTo>
                    <a:cubicBezTo>
                      <a:pt x="128" y="101"/>
                      <a:pt x="96" y="132"/>
                      <a:pt x="96" y="171"/>
                    </a:cubicBezTo>
                    <a:cubicBezTo>
                      <a:pt x="41" y="185"/>
                      <a:pt x="0" y="234"/>
                      <a:pt x="0" y="293"/>
                    </a:cubicBezTo>
                    <a:cubicBezTo>
                      <a:pt x="0" y="362"/>
                      <a:pt x="56" y="418"/>
                      <a:pt x="125" y="418"/>
                    </a:cubicBezTo>
                    <a:cubicBezTo>
                      <a:pt x="126" y="418"/>
                      <a:pt x="126" y="418"/>
                      <a:pt x="128" y="418"/>
                    </a:cubicBezTo>
                    <a:cubicBezTo>
                      <a:pt x="129" y="418"/>
                      <a:pt x="130" y="418"/>
                      <a:pt x="131" y="418"/>
                    </a:cubicBezTo>
                    <a:lnTo>
                      <a:pt x="535" y="418"/>
                    </a:lnTo>
                    <a:cubicBezTo>
                      <a:pt x="618" y="418"/>
                      <a:pt x="684" y="351"/>
                      <a:pt x="684" y="269"/>
                    </a:cubicBezTo>
                    <a:cubicBezTo>
                      <a:pt x="684" y="187"/>
                      <a:pt x="618" y="120"/>
                      <a:pt x="535" y="12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4" name="TextBox 13">
              <a:extLst>
                <a:ext uri="{FF2B5EF4-FFF2-40B4-BE49-F238E27FC236}">
                  <a16:creationId xmlns:a16="http://schemas.microsoft.com/office/drawing/2014/main" id="{9F781A7C-903C-4769-A816-52A6528B9D0A}"/>
                </a:ext>
              </a:extLst>
            </p:cNvPr>
            <p:cNvSpPr txBox="1"/>
            <p:nvPr/>
          </p:nvSpPr>
          <p:spPr>
            <a:xfrm>
              <a:off x="5147672" y="2281436"/>
              <a:ext cx="3672478" cy="295331"/>
            </a:xfrm>
            <a:prstGeom prst="rect">
              <a:avLst/>
            </a:prstGeom>
            <a:noFill/>
          </p:spPr>
          <p:txBody>
            <a:bodyPr>
              <a:spAutoFit/>
            </a:bodyPr>
            <a:lstStyle/>
            <a:p>
              <a:pPr algn="just" eaLnBrk="1" fontAlgn="auto" hangingPunct="1">
                <a:lnSpc>
                  <a:spcPct val="120000"/>
                </a:lnSpc>
                <a:defRPr/>
              </a:pPr>
              <a:endParaRPr lang="en-US" altLang="zh-CN" sz="1200" noProof="1">
                <a:gradFill>
                  <a:gsLst>
                    <a:gs pos="0">
                      <a:srgbClr val="595959"/>
                    </a:gs>
                    <a:gs pos="100000">
                      <a:srgbClr val="595959"/>
                    </a:gs>
                  </a:gsLst>
                  <a:lin ang="5400000" scaled="0"/>
                </a:gradFill>
                <a:latin typeface="微软雅黑"/>
                <a:ea typeface="微软雅黑"/>
              </a:endParaRPr>
            </a:p>
          </p:txBody>
        </p:sp>
      </p:grpSp>
      <p:grpSp>
        <p:nvGrpSpPr>
          <p:cNvPr id="12" name="组合 16">
            <a:extLst>
              <a:ext uri="{FF2B5EF4-FFF2-40B4-BE49-F238E27FC236}">
                <a16:creationId xmlns:a16="http://schemas.microsoft.com/office/drawing/2014/main" id="{CD51C776-D42A-47D8-B3B5-37C885A75C31}"/>
              </a:ext>
            </a:extLst>
          </p:cNvPr>
          <p:cNvGrpSpPr>
            <a:grpSpLocks/>
          </p:cNvGrpSpPr>
          <p:nvPr/>
        </p:nvGrpSpPr>
        <p:grpSpPr bwMode="auto">
          <a:xfrm>
            <a:off x="1043706" y="3563934"/>
            <a:ext cx="6941738" cy="1313821"/>
            <a:chOff x="4420480" y="3303594"/>
            <a:chExt cx="6942855" cy="1314877"/>
          </a:xfrm>
        </p:grpSpPr>
        <p:grpSp>
          <p:nvGrpSpPr>
            <p:cNvPr id="24593" name="组合 17">
              <a:extLst>
                <a:ext uri="{FF2B5EF4-FFF2-40B4-BE49-F238E27FC236}">
                  <a16:creationId xmlns:a16="http://schemas.microsoft.com/office/drawing/2014/main" id="{C49F9BBA-83D5-4835-8C49-1CDD1E14799E}"/>
                </a:ext>
              </a:extLst>
            </p:cNvPr>
            <p:cNvGrpSpPr>
              <a:grpSpLocks/>
            </p:cNvGrpSpPr>
            <p:nvPr/>
          </p:nvGrpSpPr>
          <p:grpSpPr bwMode="auto">
            <a:xfrm>
              <a:off x="4420480" y="3360555"/>
              <a:ext cx="583568" cy="583568"/>
              <a:chOff x="4820276" y="3289548"/>
              <a:chExt cx="792088" cy="792088"/>
            </a:xfrm>
          </p:grpSpPr>
          <p:sp>
            <p:nvSpPr>
              <p:cNvPr id="20" name="椭圆 19">
                <a:extLst>
                  <a:ext uri="{FF2B5EF4-FFF2-40B4-BE49-F238E27FC236}">
                    <a16:creationId xmlns:a16="http://schemas.microsoft.com/office/drawing/2014/main" id="{E25BCE97-7F57-4B43-AABC-2F564E8D7FBC}"/>
                  </a:ext>
                </a:extLst>
              </p:cNvPr>
              <p:cNvSpPr/>
              <p:nvPr/>
            </p:nvSpPr>
            <p:spPr>
              <a:xfrm>
                <a:off x="4820276" y="3290211"/>
                <a:ext cx="793074" cy="791425"/>
              </a:xfrm>
              <a:prstGeom prst="ellipse">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ea typeface="微软雅黑"/>
                </a:endParaRPr>
              </a:p>
            </p:txBody>
          </p:sp>
          <p:pic>
            <p:nvPicPr>
              <p:cNvPr id="24596" name="组合 61">
                <a:extLst>
                  <a:ext uri="{FF2B5EF4-FFF2-40B4-BE49-F238E27FC236}">
                    <a16:creationId xmlns:a16="http://schemas.microsoft.com/office/drawing/2014/main" id="{237FE715-C718-413E-BC0D-9258DA2C59F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9929" y="3446175"/>
                <a:ext cx="352660" cy="381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 name="TextBox 18">
              <a:extLst>
                <a:ext uri="{FF2B5EF4-FFF2-40B4-BE49-F238E27FC236}">
                  <a16:creationId xmlns:a16="http://schemas.microsoft.com/office/drawing/2014/main" id="{B920EE34-B6B5-4926-BF9B-A047EC911B9A}"/>
                </a:ext>
              </a:extLst>
            </p:cNvPr>
            <p:cNvSpPr txBox="1"/>
            <p:nvPr/>
          </p:nvSpPr>
          <p:spPr>
            <a:xfrm>
              <a:off x="5251966" y="3303594"/>
              <a:ext cx="6111369" cy="1314877"/>
            </a:xfrm>
            <a:prstGeom prst="rect">
              <a:avLst/>
            </a:prstGeom>
            <a:noFill/>
          </p:spPr>
          <p:txBody>
            <a:bodyPr wrap="square">
              <a:spAutoFit/>
            </a:bodyPr>
            <a:lstStyle/>
            <a:p>
              <a:r>
                <a:rPr lang="en-US" altLang="zh-CN" sz="1600" b="1" dirty="0"/>
                <a:t>Cross-Platform Development</a:t>
              </a:r>
              <a:endParaRPr lang="en-US" altLang="zh-CN" sz="1600" dirty="0"/>
            </a:p>
            <a:p>
              <a:r>
                <a:rPr lang="en-US" altLang="zh-CN" sz="1600" dirty="0"/>
                <a:t>Configured </a:t>
              </a:r>
              <a:r>
                <a:rPr lang="en-US" altLang="zh-CN" sz="1600" dirty="0" err="1"/>
                <a:t>CMake</a:t>
              </a:r>
              <a:r>
                <a:rPr lang="en-US" altLang="zh-CN" sz="1600" dirty="0"/>
                <a:t> to support both Qt5 and Qt6.</a:t>
              </a:r>
            </a:p>
            <a:p>
              <a:r>
                <a:rPr lang="en-US" altLang="zh-CN" sz="1600" dirty="0"/>
                <a:t>Successfully deployed the application on Windows, Linux, macOS, and Android.</a:t>
              </a:r>
            </a:p>
            <a:p>
              <a:pPr algn="just" eaLnBrk="1" fontAlgn="auto" hangingPunct="1">
                <a:lnSpc>
                  <a:spcPct val="120000"/>
                </a:lnSpc>
                <a:defRPr/>
              </a:pPr>
              <a:endParaRPr lang="en-US" altLang="zh-CN" sz="1200" noProof="1">
                <a:gradFill>
                  <a:gsLst>
                    <a:gs pos="0">
                      <a:srgbClr val="595959"/>
                    </a:gs>
                    <a:gs pos="100000">
                      <a:srgbClr val="595959"/>
                    </a:gs>
                  </a:gsLst>
                  <a:lin ang="5400000" scaled="0"/>
                </a:gradFill>
                <a:latin typeface="微软雅黑"/>
                <a:ea typeface="微软雅黑"/>
              </a:endParaRPr>
            </a:p>
          </p:txBody>
        </p:sp>
      </p:grpSp>
      <p:grpSp>
        <p:nvGrpSpPr>
          <p:cNvPr id="18" name="组合 27">
            <a:extLst>
              <a:ext uri="{FF2B5EF4-FFF2-40B4-BE49-F238E27FC236}">
                <a16:creationId xmlns:a16="http://schemas.microsoft.com/office/drawing/2014/main" id="{4B2D7A92-4A56-4903-A416-CD0DC2F85CCC}"/>
              </a:ext>
            </a:extLst>
          </p:cNvPr>
          <p:cNvGrpSpPr>
            <a:grpSpLocks/>
          </p:cNvGrpSpPr>
          <p:nvPr/>
        </p:nvGrpSpPr>
        <p:grpSpPr bwMode="auto">
          <a:xfrm>
            <a:off x="274638" y="217488"/>
            <a:ext cx="3937000" cy="436562"/>
            <a:chOff x="274214" y="217809"/>
            <a:chExt cx="3937746" cy="435930"/>
          </a:xfrm>
        </p:grpSpPr>
        <p:grpSp>
          <p:nvGrpSpPr>
            <p:cNvPr id="24585" name="组合 28">
              <a:extLst>
                <a:ext uri="{FF2B5EF4-FFF2-40B4-BE49-F238E27FC236}">
                  <a16:creationId xmlns:a16="http://schemas.microsoft.com/office/drawing/2014/main" id="{DEFE5873-8ACB-431C-B93B-ECFA76D8E76C}"/>
                </a:ext>
              </a:extLst>
            </p:cNvPr>
            <p:cNvGrpSpPr>
              <a:grpSpLocks/>
            </p:cNvGrpSpPr>
            <p:nvPr/>
          </p:nvGrpSpPr>
          <p:grpSpPr bwMode="auto">
            <a:xfrm>
              <a:off x="274214" y="217809"/>
              <a:ext cx="454527" cy="435930"/>
              <a:chOff x="683568" y="1489348"/>
              <a:chExt cx="2638425" cy="2530475"/>
            </a:xfrm>
          </p:grpSpPr>
          <p:sp>
            <p:nvSpPr>
              <p:cNvPr id="24587" name="Freeform 7">
                <a:extLst>
                  <a:ext uri="{FF2B5EF4-FFF2-40B4-BE49-F238E27FC236}">
                    <a16:creationId xmlns:a16="http://schemas.microsoft.com/office/drawing/2014/main" id="{9F75FD42-FB31-4B94-9D45-88AC8828C3D2}"/>
                  </a:ext>
                </a:extLst>
              </p:cNvPr>
              <p:cNvSpPr>
                <a:spLocks noChangeArrowheads="1"/>
              </p:cNvSpPr>
              <p:nvPr/>
            </p:nvSpPr>
            <p:spPr bwMode="auto">
              <a:xfrm>
                <a:off x="683568" y="1489348"/>
                <a:ext cx="2638425" cy="1771650"/>
              </a:xfrm>
              <a:custGeom>
                <a:avLst/>
                <a:gdLst>
                  <a:gd name="T0" fmla="*/ 0 w 16620"/>
                  <a:gd name="T1" fmla="*/ 708469 h 11158"/>
                  <a:gd name="T2" fmla="*/ 10319 w 16620"/>
                  <a:gd name="T3" fmla="*/ 711327 h 11158"/>
                  <a:gd name="T4" fmla="*/ 20320 w 16620"/>
                  <a:gd name="T5" fmla="*/ 713550 h 11158"/>
                  <a:gd name="T6" fmla="*/ 29845 w 16620"/>
                  <a:gd name="T7" fmla="*/ 715932 h 11158"/>
                  <a:gd name="T8" fmla="*/ 39053 w 16620"/>
                  <a:gd name="T9" fmla="*/ 717837 h 11158"/>
                  <a:gd name="T10" fmla="*/ 56039 w 16620"/>
                  <a:gd name="T11" fmla="*/ 721648 h 11158"/>
                  <a:gd name="T12" fmla="*/ 71438 w 16620"/>
                  <a:gd name="T13" fmla="*/ 725300 h 11158"/>
                  <a:gd name="T14" fmla="*/ 78581 w 16620"/>
                  <a:gd name="T15" fmla="*/ 727205 h 11158"/>
                  <a:gd name="T16" fmla="*/ 85408 w 16620"/>
                  <a:gd name="T17" fmla="*/ 728952 h 11158"/>
                  <a:gd name="T18" fmla="*/ 91916 w 16620"/>
                  <a:gd name="T19" fmla="*/ 730857 h 11158"/>
                  <a:gd name="T20" fmla="*/ 97790 w 16620"/>
                  <a:gd name="T21" fmla="*/ 732921 h 11158"/>
                  <a:gd name="T22" fmla="*/ 103505 w 16620"/>
                  <a:gd name="T23" fmla="*/ 735303 h 11158"/>
                  <a:gd name="T24" fmla="*/ 108903 w 16620"/>
                  <a:gd name="T25" fmla="*/ 737526 h 11158"/>
                  <a:gd name="T26" fmla="*/ 113824 w 16620"/>
                  <a:gd name="T27" fmla="*/ 740384 h 11158"/>
                  <a:gd name="T28" fmla="*/ 118586 w 16620"/>
                  <a:gd name="T29" fmla="*/ 743401 h 11158"/>
                  <a:gd name="T30" fmla="*/ 122873 w 16620"/>
                  <a:gd name="T31" fmla="*/ 746576 h 11158"/>
                  <a:gd name="T32" fmla="*/ 126841 w 16620"/>
                  <a:gd name="T33" fmla="*/ 750228 h 11158"/>
                  <a:gd name="T34" fmla="*/ 130493 w 16620"/>
                  <a:gd name="T35" fmla="*/ 754198 h 11158"/>
                  <a:gd name="T36" fmla="*/ 133826 w 16620"/>
                  <a:gd name="T37" fmla="*/ 758802 h 11158"/>
                  <a:gd name="T38" fmla="*/ 136843 w 16620"/>
                  <a:gd name="T39" fmla="*/ 763724 h 11158"/>
                  <a:gd name="T40" fmla="*/ 139700 w 16620"/>
                  <a:gd name="T41" fmla="*/ 769282 h 11158"/>
                  <a:gd name="T42" fmla="*/ 142081 w 16620"/>
                  <a:gd name="T43" fmla="*/ 775156 h 11158"/>
                  <a:gd name="T44" fmla="*/ 144304 w 16620"/>
                  <a:gd name="T45" fmla="*/ 781825 h 11158"/>
                  <a:gd name="T46" fmla="*/ 146209 w 16620"/>
                  <a:gd name="T47" fmla="*/ 788970 h 11158"/>
                  <a:gd name="T48" fmla="*/ 147955 w 16620"/>
                  <a:gd name="T49" fmla="*/ 796909 h 11158"/>
                  <a:gd name="T50" fmla="*/ 149225 w 16620"/>
                  <a:gd name="T51" fmla="*/ 805483 h 11158"/>
                  <a:gd name="T52" fmla="*/ 150336 w 16620"/>
                  <a:gd name="T53" fmla="*/ 815010 h 11158"/>
                  <a:gd name="T54" fmla="*/ 151289 w 16620"/>
                  <a:gd name="T55" fmla="*/ 825013 h 11158"/>
                  <a:gd name="T56" fmla="*/ 151765 w 16620"/>
                  <a:gd name="T57" fmla="*/ 835810 h 11158"/>
                  <a:gd name="T58" fmla="*/ 152083 w 16620"/>
                  <a:gd name="T59" fmla="*/ 847718 h 11158"/>
                  <a:gd name="T60" fmla="*/ 152241 w 16620"/>
                  <a:gd name="T61" fmla="*/ 860420 h 11158"/>
                  <a:gd name="T62" fmla="*/ 152241 w 16620"/>
                  <a:gd name="T63" fmla="*/ 1771650 h 11158"/>
                  <a:gd name="T64" fmla="*/ 253683 w 16620"/>
                  <a:gd name="T65" fmla="*/ 1771650 h 11158"/>
                  <a:gd name="T66" fmla="*/ 253683 w 16620"/>
                  <a:gd name="T67" fmla="*/ 860420 h 11158"/>
                  <a:gd name="T68" fmla="*/ 1322388 w 16620"/>
                  <a:gd name="T69" fmla="*/ 1462508 h 11158"/>
                  <a:gd name="T70" fmla="*/ 2622074 w 16620"/>
                  <a:gd name="T71" fmla="*/ 681477 h 11158"/>
                  <a:gd name="T72" fmla="*/ 2638425 w 16620"/>
                  <a:gd name="T73" fmla="*/ 607328 h 11158"/>
                  <a:gd name="T74" fmla="*/ 1319213 w 16620"/>
                  <a:gd name="T75" fmla="*/ 0 h 11158"/>
                  <a:gd name="T76" fmla="*/ 0 w 16620"/>
                  <a:gd name="T77" fmla="*/ 607328 h 11158"/>
                  <a:gd name="T78" fmla="*/ 0 w 16620"/>
                  <a:gd name="T79" fmla="*/ 708469 h 111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620"/>
                  <a:gd name="T121" fmla="*/ 0 h 11158"/>
                  <a:gd name="T122" fmla="*/ 16620 w 16620"/>
                  <a:gd name="T123" fmla="*/ 11158 h 1115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88" name="Freeform 8">
                <a:extLst>
                  <a:ext uri="{FF2B5EF4-FFF2-40B4-BE49-F238E27FC236}">
                    <a16:creationId xmlns:a16="http://schemas.microsoft.com/office/drawing/2014/main" id="{F788A99F-C025-4773-830D-26638DF8CCA7}"/>
                  </a:ext>
                </a:extLst>
              </p:cNvPr>
              <p:cNvSpPr>
                <a:spLocks noChangeArrowheads="1"/>
              </p:cNvSpPr>
              <p:nvPr/>
            </p:nvSpPr>
            <p:spPr bwMode="auto">
              <a:xfrm>
                <a:off x="1039168" y="2502173"/>
                <a:ext cx="1927225" cy="1517650"/>
              </a:xfrm>
              <a:custGeom>
                <a:avLst/>
                <a:gdLst>
                  <a:gd name="T0" fmla="*/ 1750148 w 12146"/>
                  <a:gd name="T1" fmla="*/ 654710 h 9555"/>
                  <a:gd name="T2" fmla="*/ 1785373 w 12146"/>
                  <a:gd name="T3" fmla="*/ 652327 h 9555"/>
                  <a:gd name="T4" fmla="*/ 1806476 w 12146"/>
                  <a:gd name="T5" fmla="*/ 650580 h 9555"/>
                  <a:gd name="T6" fmla="*/ 1825834 w 12146"/>
                  <a:gd name="T7" fmla="*/ 648515 h 9555"/>
                  <a:gd name="T8" fmla="*/ 1843288 w 12146"/>
                  <a:gd name="T9" fmla="*/ 645656 h 9555"/>
                  <a:gd name="T10" fmla="*/ 1859155 w 12146"/>
                  <a:gd name="T11" fmla="*/ 641844 h 9555"/>
                  <a:gd name="T12" fmla="*/ 1873118 w 12146"/>
                  <a:gd name="T13" fmla="*/ 636921 h 9555"/>
                  <a:gd name="T14" fmla="*/ 1885494 w 12146"/>
                  <a:gd name="T15" fmla="*/ 630250 h 9555"/>
                  <a:gd name="T16" fmla="*/ 1895967 w 12146"/>
                  <a:gd name="T17" fmla="*/ 621990 h 9555"/>
                  <a:gd name="T18" fmla="*/ 1905011 w 12146"/>
                  <a:gd name="T19" fmla="*/ 611666 h 9555"/>
                  <a:gd name="T20" fmla="*/ 1912469 w 12146"/>
                  <a:gd name="T21" fmla="*/ 598960 h 9555"/>
                  <a:gd name="T22" fmla="*/ 1918339 w 12146"/>
                  <a:gd name="T23" fmla="*/ 583394 h 9555"/>
                  <a:gd name="T24" fmla="*/ 1922624 w 12146"/>
                  <a:gd name="T25" fmla="*/ 565287 h 9555"/>
                  <a:gd name="T26" fmla="*/ 1925638 w 12146"/>
                  <a:gd name="T27" fmla="*/ 543686 h 9555"/>
                  <a:gd name="T28" fmla="*/ 1926908 w 12146"/>
                  <a:gd name="T29" fmla="*/ 518749 h 9555"/>
                  <a:gd name="T30" fmla="*/ 1927225 w 12146"/>
                  <a:gd name="T31" fmla="*/ 49079 h 9555"/>
                  <a:gd name="T32" fmla="*/ 964882 w 12146"/>
                  <a:gd name="T33" fmla="*/ 557822 h 9555"/>
                  <a:gd name="T34" fmla="*/ 0 w 12146"/>
                  <a:gd name="T35" fmla="*/ 49079 h 9555"/>
                  <a:gd name="T36" fmla="*/ 0 w 12146"/>
                  <a:gd name="T37" fmla="*/ 517637 h 9555"/>
                  <a:gd name="T38" fmla="*/ 1111 w 12146"/>
                  <a:gd name="T39" fmla="*/ 540350 h 9555"/>
                  <a:gd name="T40" fmla="*/ 3015 w 12146"/>
                  <a:gd name="T41" fmla="*/ 559728 h 9555"/>
                  <a:gd name="T42" fmla="*/ 6030 w 12146"/>
                  <a:gd name="T43" fmla="*/ 576246 h 9555"/>
                  <a:gd name="T44" fmla="*/ 10155 w 12146"/>
                  <a:gd name="T45" fmla="*/ 590065 h 9555"/>
                  <a:gd name="T46" fmla="*/ 15391 w 12146"/>
                  <a:gd name="T47" fmla="*/ 601660 h 9555"/>
                  <a:gd name="T48" fmla="*/ 21738 w 12146"/>
                  <a:gd name="T49" fmla="*/ 611031 h 9555"/>
                  <a:gd name="T50" fmla="*/ 29354 w 12146"/>
                  <a:gd name="T51" fmla="*/ 618814 h 9555"/>
                  <a:gd name="T52" fmla="*/ 38240 w 12146"/>
                  <a:gd name="T53" fmla="*/ 625008 h 9555"/>
                  <a:gd name="T54" fmla="*/ 48712 w 12146"/>
                  <a:gd name="T55" fmla="*/ 630091 h 9555"/>
                  <a:gd name="T56" fmla="*/ 60454 w 12146"/>
                  <a:gd name="T57" fmla="*/ 634379 h 9555"/>
                  <a:gd name="T58" fmla="*/ 73624 w 12146"/>
                  <a:gd name="T59" fmla="*/ 638191 h 9555"/>
                  <a:gd name="T60" fmla="*/ 96155 w 12146"/>
                  <a:gd name="T61" fmla="*/ 643433 h 9555"/>
                  <a:gd name="T62" fmla="*/ 122336 w 12146"/>
                  <a:gd name="T63" fmla="*/ 649468 h 9555"/>
                  <a:gd name="T64" fmla="*/ 141852 w 12146"/>
                  <a:gd name="T65" fmla="*/ 654075 h 9555"/>
                  <a:gd name="T66" fmla="*/ 152166 w 12146"/>
                  <a:gd name="T67" fmla="*/ 1112626 h 9555"/>
                  <a:gd name="T68" fmla="*/ 405723 w 12146"/>
                  <a:gd name="T69" fmla="*/ 1517650 h 9555"/>
                  <a:gd name="T70" fmla="*/ 760672 w 12146"/>
                  <a:gd name="T71" fmla="*/ 1112626 h 9555"/>
                  <a:gd name="T72" fmla="*/ 1166553 w 12146"/>
                  <a:gd name="T73" fmla="*/ 1517650 h 9555"/>
                  <a:gd name="T74" fmla="*/ 1521502 w 12146"/>
                  <a:gd name="T75" fmla="*/ 1112626 h 9555"/>
                  <a:gd name="T76" fmla="*/ 1724284 w 12146"/>
                  <a:gd name="T77" fmla="*/ 656775 h 95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46"/>
                  <a:gd name="T118" fmla="*/ 0 h 9555"/>
                  <a:gd name="T119" fmla="*/ 12146 w 12146"/>
                  <a:gd name="T120" fmla="*/ 9555 h 95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4586" name="TextBox 29">
              <a:extLst>
                <a:ext uri="{FF2B5EF4-FFF2-40B4-BE49-F238E27FC236}">
                  <a16:creationId xmlns:a16="http://schemas.microsoft.com/office/drawing/2014/main" id="{ACD6C761-779E-47FD-8A59-DB827ECA94AB}"/>
                </a:ext>
              </a:extLst>
            </p:cNvPr>
            <p:cNvSpPr txBox="1">
              <a:spLocks noChangeArrowheads="1"/>
            </p:cNvSpPr>
            <p:nvPr/>
          </p:nvSpPr>
          <p:spPr bwMode="auto">
            <a:xfrm>
              <a:off x="728742" y="235719"/>
              <a:ext cx="348321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latin typeface="微软雅黑" panose="020B0503020204020204" pitchFamily="34" charset="-122"/>
                  <a:ea typeface="微软雅黑" panose="020B0503020204020204" pitchFamily="34" charset="-122"/>
                </a:rPr>
                <a:t>Skills Acquired</a:t>
              </a:r>
              <a:endParaRPr lang="zh-CN" altLang="en-US" sz="2000" b="1" dirty="0">
                <a:latin typeface="微软雅黑" panose="020B0503020204020204" pitchFamily="34" charset="-122"/>
                <a:ea typeface="微软雅黑" panose="020B0503020204020204" pitchFamily="34" charset="-122"/>
              </a:endParaRPr>
            </a:p>
          </p:txBody>
        </p:sp>
      </p:grpSp>
      <p:sp>
        <p:nvSpPr>
          <p:cNvPr id="7" name="Rectangle 1">
            <a:extLst>
              <a:ext uri="{FF2B5EF4-FFF2-40B4-BE49-F238E27FC236}">
                <a16:creationId xmlns:a16="http://schemas.microsoft.com/office/drawing/2014/main" id="{1165CF6C-EE42-1FE3-17B6-CAB7E1AA014E}"/>
              </a:ext>
            </a:extLst>
          </p:cNvPr>
          <p:cNvSpPr>
            <a:spLocks noChangeArrowheads="1"/>
          </p:cNvSpPr>
          <p:nvPr/>
        </p:nvSpPr>
        <p:spPr bwMode="auto">
          <a:xfrm>
            <a:off x="1902872" y="1100094"/>
            <a:ext cx="684057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chemeClr val="tx1"/>
                </a:solidFill>
                <a:effectLst/>
                <a:latin typeface="Arial" panose="020B0604020202020204" pitchFamily="34" charset="0"/>
              </a:rPr>
              <a:t>Object-Oriented Programming (OOP)</a:t>
            </a:r>
            <a:endParaRPr kumimoji="0" lang="zh-CN" altLang="zh-CN"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400" b="0" i="0" u="none" strike="noStrike" cap="none" normalizeH="0" baseline="0" dirty="0">
                <a:ln>
                  <a:noFill/>
                </a:ln>
                <a:solidFill>
                  <a:schemeClr val="tx1"/>
                </a:solidFill>
                <a:effectLst/>
                <a:latin typeface="Arial" panose="020B0604020202020204" pitchFamily="34" charset="0"/>
              </a:rPr>
              <a:t>Applied key principles such as inheritance, encapsulation, and polymorphism.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400" b="0" i="0" u="none" strike="noStrike" cap="none" normalizeH="0" baseline="0" dirty="0">
                <a:ln>
                  <a:noFill/>
                </a:ln>
                <a:solidFill>
                  <a:schemeClr val="tx1"/>
                </a:solidFill>
                <a:effectLst/>
                <a:latin typeface="Arial" panose="020B0604020202020204" pitchFamily="34" charset="0"/>
              </a:rPr>
              <a:t>Used pure virtual functions (e.g</a:t>
            </a:r>
            <a:r>
              <a:rPr kumimoji="0" lang="zh-CN" altLang="zh-CN" sz="2000" b="0" i="0" u="none" strike="noStrike" cap="none" normalizeH="0" baseline="0" dirty="0">
                <a:ln>
                  <a:noFill/>
                </a:ln>
                <a:solidFill>
                  <a:schemeClr val="tx1"/>
                </a:solidFill>
                <a:effectLst/>
                <a:latin typeface="Arial" panose="020B0604020202020204" pitchFamily="34" charset="0"/>
              </a:rPr>
              <a:t>., </a:t>
            </a:r>
            <a:r>
              <a:rPr kumimoji="0" lang="zh-CN" altLang="zh-CN" sz="1200" b="0" i="0" u="none" strike="noStrike" cap="none" normalizeH="0" baseline="0" dirty="0">
                <a:ln>
                  <a:noFill/>
                </a:ln>
                <a:solidFill>
                  <a:schemeClr val="tx1"/>
                </a:solidFill>
                <a:effectLst/>
                <a:latin typeface="Arial Unicode MS"/>
              </a:rPr>
              <a:t>compareWith()</a:t>
            </a:r>
            <a:r>
              <a:rPr lang="en-US" altLang="zh-CN" sz="600" dirty="0">
                <a:latin typeface="Arial Unicode MS"/>
              </a:rPr>
              <a:t> </a:t>
            </a:r>
            <a:r>
              <a:rPr kumimoji="0" lang="zh-CN" altLang="zh-CN" sz="1400" b="0" i="0" u="none" strike="noStrike" cap="none" normalizeH="0" baseline="0" dirty="0">
                <a:ln>
                  <a:noFill/>
                </a:ln>
                <a:solidFill>
                  <a:schemeClr val="tx1"/>
                </a:solidFill>
                <a:effectLst/>
              </a:rPr>
              <a:t>to enforce runtime polymorphism</a:t>
            </a:r>
            <a:r>
              <a:rPr kumimoji="0" lang="zh-CN" altLang="zh-CN" sz="900" b="0" i="0" u="none" strike="noStrike" cap="none" normalizeH="0" baseline="0" dirty="0">
                <a:ln>
                  <a:noFill/>
                </a:ln>
                <a:solidFill>
                  <a:schemeClr val="tx1"/>
                </a:solidFill>
                <a:effectLst/>
              </a:rPr>
              <a:t>.</a:t>
            </a:r>
            <a:endParaRPr kumimoji="0" lang="zh-CN" altLang="zh-CN"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400" b="0" i="0" u="none" strike="noStrike" cap="none" normalizeH="0" baseline="0" dirty="0">
                <a:ln>
                  <a:noFill/>
                </a:ln>
                <a:solidFill>
                  <a:schemeClr val="tx1"/>
                </a:solidFill>
                <a:effectLst/>
                <a:latin typeface="Arial" panose="020B0604020202020204" pitchFamily="34" charset="0"/>
              </a:rPr>
              <a:t>Ensured data protection through proper encapsulation of class members.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b="0" i="0" u="none" strike="noStrike" cap="none" normalizeH="0" baseline="0" dirty="0">
              <a:ln>
                <a:noFill/>
              </a:ln>
              <a:solidFill>
                <a:schemeClr val="tx1"/>
              </a:solidFill>
              <a:effectLst/>
              <a:latin typeface="Arial" panose="020B0604020202020204" pitchFamily="34" charset="0"/>
            </a:endParaRPr>
          </a:p>
        </p:txBody>
      </p:sp>
      <p:sp>
        <p:nvSpPr>
          <p:cNvPr id="23" name="Rectangle 5">
            <a:extLst>
              <a:ext uri="{FF2B5EF4-FFF2-40B4-BE49-F238E27FC236}">
                <a16:creationId xmlns:a16="http://schemas.microsoft.com/office/drawing/2014/main" id="{3636E13D-93A0-1FAC-0C6D-32D3375D2044}"/>
              </a:ext>
            </a:extLst>
          </p:cNvPr>
          <p:cNvSpPr>
            <a:spLocks noChangeArrowheads="1"/>
          </p:cNvSpPr>
          <p:nvPr/>
        </p:nvSpPr>
        <p:spPr bwMode="auto">
          <a:xfrm>
            <a:off x="1870487" y="2274510"/>
            <a:ext cx="705507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CN" altLang="zh-CN" sz="1600" b="1" i="0" u="none" strike="noStrike" cap="none" normalizeH="0" baseline="0" dirty="0">
                <a:ln>
                  <a:noFill/>
                </a:ln>
                <a:solidFill>
                  <a:schemeClr val="tx1"/>
                </a:solidFill>
                <a:effectLst/>
                <a:latin typeface="Arial" panose="020B0604020202020204" pitchFamily="34" charset="0"/>
              </a:rPr>
              <a:t>Qt Framework</a:t>
            </a:r>
            <a:endParaRPr kumimoji="0" lang="zh-CN" altLang="zh-CN"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600" b="0" i="0" u="none" strike="noStrike" cap="none" normalizeH="0" baseline="0" dirty="0">
                <a:ln>
                  <a:noFill/>
                </a:ln>
                <a:solidFill>
                  <a:schemeClr val="tx1"/>
                </a:solidFill>
                <a:effectLst/>
                <a:latin typeface="Arial" panose="020B0604020202020204" pitchFamily="34" charset="0"/>
              </a:rPr>
              <a:t>Built a multi-page GUI application with </a:t>
            </a:r>
            <a:r>
              <a:rPr kumimoji="0" lang="zh-CN" altLang="zh-CN" sz="1400" b="0" i="0" u="none" strike="noStrike" cap="none" normalizeH="0" baseline="0" dirty="0">
                <a:ln>
                  <a:noFill/>
                </a:ln>
                <a:solidFill>
                  <a:schemeClr val="tx1"/>
                </a:solidFill>
                <a:effectLst/>
                <a:latin typeface="Arial Unicode MS"/>
              </a:rPr>
              <a:t>QStackedWidget</a:t>
            </a:r>
            <a:r>
              <a:rPr kumimoji="0" lang="zh-CN" altLang="zh-CN" sz="700" b="0" i="0" u="none" strike="noStrike" cap="none" normalizeH="0" baseline="0" dirty="0">
                <a:ln>
                  <a:noFill/>
                </a:ln>
                <a:solidFill>
                  <a:schemeClr val="tx1"/>
                </a:solidFill>
                <a:effectLst/>
              </a:rPr>
              <a:t> </a:t>
            </a:r>
            <a:r>
              <a:rPr kumimoji="0" lang="en-US" altLang="zh-CN" sz="700" b="0" i="0" u="none" strike="noStrike" cap="none" normalizeH="0" baseline="0" dirty="0">
                <a:ln>
                  <a:noFill/>
                </a:ln>
                <a:solidFill>
                  <a:schemeClr val="tx1"/>
                </a:solidFill>
                <a:effectLst/>
              </a:rPr>
              <a:t> </a:t>
            </a:r>
            <a:r>
              <a:rPr kumimoji="0" lang="zh-CN" altLang="zh-CN" sz="1600" b="0" i="0" u="none" strike="noStrike" cap="none" normalizeH="0" baseline="0" dirty="0">
                <a:ln>
                  <a:noFill/>
                </a:ln>
                <a:solidFill>
                  <a:schemeClr val="tx1"/>
                </a:solidFill>
                <a:effectLst/>
              </a:rPr>
              <a:t>for page management.</a:t>
            </a:r>
            <a:endParaRPr kumimoji="0" lang="zh-CN" altLang="zh-CN" sz="7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600" b="0" i="0" u="none" strike="noStrike" cap="none" normalizeH="0" baseline="0" dirty="0">
                <a:ln>
                  <a:noFill/>
                </a:ln>
                <a:solidFill>
                  <a:schemeClr val="tx1"/>
                </a:solidFill>
                <a:effectLst/>
                <a:latin typeface="Arial" panose="020B0604020202020204" pitchFamily="34" charset="0"/>
              </a:rPr>
              <a:t>Used Qt’s signal/slot mechanism to implement responsive UI behavior.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600" b="0" i="0" u="none" strike="noStrike" cap="none" normalizeH="0" baseline="0" dirty="0">
                <a:ln>
                  <a:noFill/>
                </a:ln>
                <a:solidFill>
                  <a:schemeClr val="tx1"/>
                </a:solidFill>
                <a:effectLst/>
                <a:latin typeface="Arial" panose="020B0604020202020204" pitchFamily="34" charset="0"/>
              </a:rPr>
              <a:t>Designed interfaces using Qt Designer and integrated </a:t>
            </a:r>
            <a:r>
              <a:rPr kumimoji="0" lang="zh-CN" altLang="zh-CN" sz="1600" b="0" i="0" u="none" strike="noStrike" cap="none" normalizeH="0" baseline="0" dirty="0">
                <a:ln>
                  <a:noFill/>
                </a:ln>
                <a:solidFill>
                  <a:schemeClr val="tx1"/>
                </a:solidFill>
                <a:effectLst/>
                <a:latin typeface="Arial Unicode MS"/>
              </a:rPr>
              <a:t>.ui</a:t>
            </a:r>
            <a:r>
              <a:rPr kumimoji="0" lang="zh-CN" altLang="zh-CN" sz="800" b="0" i="0" u="none" strike="noStrike" cap="none" normalizeH="0" baseline="0" dirty="0">
                <a:ln>
                  <a:noFill/>
                </a:ln>
                <a:solidFill>
                  <a:schemeClr val="tx1"/>
                </a:solidFill>
                <a:effectLst/>
              </a:rPr>
              <a:t> </a:t>
            </a:r>
            <a:r>
              <a:rPr kumimoji="0" lang="zh-CN" altLang="zh-CN" sz="1600" b="0" i="0" u="none" strike="noStrike" cap="none" normalizeH="0" baseline="0" dirty="0">
                <a:ln>
                  <a:noFill/>
                </a:ln>
                <a:solidFill>
                  <a:schemeClr val="tx1"/>
                </a:solidFill>
                <a:effectLst/>
              </a:rPr>
              <a:t>files with C++.</a:t>
            </a:r>
            <a:endParaRPr kumimoji="0" lang="zh-CN" altLang="zh-CN" sz="7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spd="slow" advClick="0" advTm="6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nodeType="afterGroup">
                            <p:stCondLst>
                              <p:cond delay="500"/>
                            </p:stCondLst>
                            <p:childTnLst>
                              <p:par>
                                <p:cTn id="9" presetID="42"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25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000"/>
                                        <p:tgtEl>
                                          <p:spTgt spid="8"/>
                                        </p:tgtEl>
                                      </p:cBhvr>
                                    </p:animEffect>
                                    <p:anim calcmode="lin" valueType="num">
                                      <p:cBhvr>
                                        <p:cTn id="17" dur="1000" fill="hold"/>
                                        <p:tgtEl>
                                          <p:spTgt spid="8"/>
                                        </p:tgtEl>
                                        <p:attrNameLst>
                                          <p:attrName>ppt_x</p:attrName>
                                        </p:attrNameLst>
                                      </p:cBhvr>
                                      <p:tavLst>
                                        <p:tav tm="0">
                                          <p:val>
                                            <p:strVal val="#ppt_x"/>
                                          </p:val>
                                        </p:tav>
                                        <p:tav tm="100000">
                                          <p:val>
                                            <p:strVal val="#ppt_x"/>
                                          </p:val>
                                        </p:tav>
                                      </p:tavLst>
                                    </p:anim>
                                    <p:anim calcmode="lin" valueType="num">
                                      <p:cBhvr>
                                        <p:cTn id="18" dur="1000" fill="hold"/>
                                        <p:tgtEl>
                                          <p:spTgt spid="8"/>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50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Down Arrow Callout 55">
            <a:extLst>
              <a:ext uri="{FF2B5EF4-FFF2-40B4-BE49-F238E27FC236}">
                <a16:creationId xmlns:a16="http://schemas.microsoft.com/office/drawing/2014/main" id="{BDC86B17-E8A2-4552-8516-A572F3EF2C6D}"/>
              </a:ext>
            </a:extLst>
          </p:cNvPr>
          <p:cNvSpPr/>
          <p:nvPr/>
        </p:nvSpPr>
        <p:spPr>
          <a:xfrm>
            <a:off x="1259724" y="1201366"/>
            <a:ext cx="2039101" cy="3076948"/>
          </a:xfrm>
          <a:prstGeom prst="downArrowCallout">
            <a:avLst>
              <a:gd name="adj1" fmla="val 25000"/>
              <a:gd name="adj2" fmla="val 6698"/>
              <a:gd name="adj3" fmla="val 4369"/>
              <a:gd name="adj4" fmla="val 97480"/>
            </a:avLst>
          </a:prstGeom>
          <a:solidFill>
            <a:srgbClr val="013B6D"/>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eaLnBrk="1" fontAlgn="auto" hangingPunct="1">
              <a:defRPr/>
            </a:pPr>
            <a:r>
              <a:rPr lang="en-US" noProof="1">
                <a:ea typeface="微软雅黑"/>
              </a:rPr>
              <a:t>   </a:t>
            </a:r>
            <a:endParaRPr lang="en-US" sz="1600" noProof="1">
              <a:ea typeface="微软雅黑"/>
            </a:endParaRPr>
          </a:p>
        </p:txBody>
      </p:sp>
      <p:sp>
        <p:nvSpPr>
          <p:cNvPr id="13" name="Down Arrow Callout 55">
            <a:extLst>
              <a:ext uri="{FF2B5EF4-FFF2-40B4-BE49-F238E27FC236}">
                <a16:creationId xmlns:a16="http://schemas.microsoft.com/office/drawing/2014/main" id="{95A0265E-611D-4966-9657-FF2936AD9C80}"/>
              </a:ext>
            </a:extLst>
          </p:cNvPr>
          <p:cNvSpPr/>
          <p:nvPr/>
        </p:nvSpPr>
        <p:spPr>
          <a:xfrm>
            <a:off x="3563917" y="1578174"/>
            <a:ext cx="1849458" cy="3004939"/>
          </a:xfrm>
          <a:prstGeom prst="downArrowCallout">
            <a:avLst>
              <a:gd name="adj1" fmla="val 25000"/>
              <a:gd name="adj2" fmla="val 6698"/>
              <a:gd name="adj3" fmla="val 4369"/>
              <a:gd name="adj4" fmla="val 97480"/>
            </a:avLst>
          </a:prstGeom>
          <a:solidFill>
            <a:schemeClr val="bg1">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r>
              <a:rPr lang="en-US" altLang="zh-CN" b="1" dirty="0"/>
              <a:t>Data Expansion</a:t>
            </a:r>
            <a:endParaRPr lang="en-US" altLang="zh-CN" dirty="0"/>
          </a:p>
          <a:p>
            <a:r>
              <a:rPr lang="en-US" altLang="zh-CN" dirty="0"/>
              <a:t>-Include more game types (e.g., Dota, mobile games).</a:t>
            </a:r>
          </a:p>
          <a:p>
            <a:r>
              <a:rPr lang="en-US" altLang="zh-CN" dirty="0"/>
              <a:t>-Enable dynamic CSV updates without restarting the application.</a:t>
            </a:r>
          </a:p>
          <a:p>
            <a:pPr algn="ctr" eaLnBrk="1" fontAlgn="auto" hangingPunct="1">
              <a:defRPr/>
            </a:pPr>
            <a:endParaRPr lang="en-US" noProof="1">
              <a:ea typeface="微软雅黑"/>
            </a:endParaRPr>
          </a:p>
        </p:txBody>
      </p:sp>
      <p:sp>
        <p:nvSpPr>
          <p:cNvPr id="14" name="Down Arrow Callout 55">
            <a:extLst>
              <a:ext uri="{FF2B5EF4-FFF2-40B4-BE49-F238E27FC236}">
                <a16:creationId xmlns:a16="http://schemas.microsoft.com/office/drawing/2014/main" id="{DD490ECA-85C3-44F1-BD0D-38B762F9C71A}"/>
              </a:ext>
            </a:extLst>
          </p:cNvPr>
          <p:cNvSpPr/>
          <p:nvPr/>
        </p:nvSpPr>
        <p:spPr>
          <a:xfrm>
            <a:off x="5791200" y="1201366"/>
            <a:ext cx="2039101" cy="3076948"/>
          </a:xfrm>
          <a:prstGeom prst="downArrowCallout">
            <a:avLst>
              <a:gd name="adj1" fmla="val 25000"/>
              <a:gd name="adj2" fmla="val 6698"/>
              <a:gd name="adj3" fmla="val 4369"/>
              <a:gd name="adj4" fmla="val 97480"/>
            </a:avLst>
          </a:prstGeom>
          <a:solidFill>
            <a:srgbClr val="013B6D"/>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eaLnBrk="1" fontAlgn="auto" hangingPunct="1">
              <a:defRPr/>
            </a:pPr>
            <a:endParaRPr lang="en-US" noProof="1">
              <a:ea typeface="微软雅黑"/>
            </a:endParaRPr>
          </a:p>
        </p:txBody>
      </p:sp>
      <p:sp>
        <p:nvSpPr>
          <p:cNvPr id="55304" name="矩形 17">
            <a:extLst>
              <a:ext uri="{FF2B5EF4-FFF2-40B4-BE49-F238E27FC236}">
                <a16:creationId xmlns:a16="http://schemas.microsoft.com/office/drawing/2014/main" id="{07F47E1A-23F0-4E83-846E-91AFE1807FA7}"/>
              </a:ext>
            </a:extLst>
          </p:cNvPr>
          <p:cNvSpPr>
            <a:spLocks noChangeArrowheads="1"/>
          </p:cNvSpPr>
          <p:nvPr/>
        </p:nvSpPr>
        <p:spPr bwMode="auto">
          <a:xfrm>
            <a:off x="1651000" y="2090738"/>
            <a:ext cx="15557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lnSpc>
                <a:spcPct val="120000"/>
              </a:lnSpc>
            </a:pPr>
            <a:endParaRPr lang="en-US" altLang="zh-CN" sz="1400" dirty="0">
              <a:solidFill>
                <a:schemeClr val="bg1"/>
              </a:solidFill>
              <a:latin typeface="微软雅黑" panose="020B0503020204020204" pitchFamily="34" charset="-122"/>
              <a:ea typeface="微软雅黑" panose="020B0503020204020204" pitchFamily="34" charset="-122"/>
            </a:endParaRPr>
          </a:p>
        </p:txBody>
      </p:sp>
      <p:cxnSp>
        <p:nvCxnSpPr>
          <p:cNvPr id="21" name="Straight Connector 43">
            <a:extLst>
              <a:ext uri="{FF2B5EF4-FFF2-40B4-BE49-F238E27FC236}">
                <a16:creationId xmlns:a16="http://schemas.microsoft.com/office/drawing/2014/main" id="{C0567E8A-2AFD-40C0-BF4D-558825D19949}"/>
              </a:ext>
            </a:extLst>
          </p:cNvPr>
          <p:cNvCxnSpPr/>
          <p:nvPr/>
        </p:nvCxnSpPr>
        <p:spPr>
          <a:xfrm>
            <a:off x="1208088" y="4724400"/>
            <a:ext cx="6869112" cy="0"/>
          </a:xfrm>
          <a:prstGeom prst="line">
            <a:avLst/>
          </a:prstGeom>
          <a:ln w="19050">
            <a:solidFill>
              <a:srgbClr val="013B6D"/>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22" name="Straight Connector 38">
            <a:extLst>
              <a:ext uri="{FF2B5EF4-FFF2-40B4-BE49-F238E27FC236}">
                <a16:creationId xmlns:a16="http://schemas.microsoft.com/office/drawing/2014/main" id="{D47C0941-0748-4E35-98CF-FC79085D5693}"/>
              </a:ext>
            </a:extLst>
          </p:cNvPr>
          <p:cNvCxnSpPr/>
          <p:nvPr/>
        </p:nvCxnSpPr>
        <p:spPr>
          <a:xfrm>
            <a:off x="2267808" y="4278313"/>
            <a:ext cx="0" cy="446087"/>
          </a:xfrm>
          <a:prstGeom prst="line">
            <a:avLst/>
          </a:prstGeom>
          <a:ln w="19050" cap="rnd">
            <a:solidFill>
              <a:srgbClr val="013B6D"/>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23" name="Straight Connector 38">
            <a:extLst>
              <a:ext uri="{FF2B5EF4-FFF2-40B4-BE49-F238E27FC236}">
                <a16:creationId xmlns:a16="http://schemas.microsoft.com/office/drawing/2014/main" id="{14812770-8F36-441A-8895-94B589EEBFE4}"/>
              </a:ext>
            </a:extLst>
          </p:cNvPr>
          <p:cNvCxnSpPr/>
          <p:nvPr/>
        </p:nvCxnSpPr>
        <p:spPr>
          <a:xfrm>
            <a:off x="6659563" y="4278313"/>
            <a:ext cx="0" cy="446087"/>
          </a:xfrm>
          <a:prstGeom prst="line">
            <a:avLst/>
          </a:prstGeom>
          <a:ln w="19050" cap="rnd">
            <a:solidFill>
              <a:srgbClr val="013B6D"/>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24" name="Straight Connector 38">
            <a:extLst>
              <a:ext uri="{FF2B5EF4-FFF2-40B4-BE49-F238E27FC236}">
                <a16:creationId xmlns:a16="http://schemas.microsoft.com/office/drawing/2014/main" id="{8AF66DC2-FF6E-44CE-A36B-1C3D73A62AED}"/>
              </a:ext>
            </a:extLst>
          </p:cNvPr>
          <p:cNvCxnSpPr>
            <a:cxnSpLocks/>
            <a:stCxn id="13" idx="2"/>
          </p:cNvCxnSpPr>
          <p:nvPr/>
        </p:nvCxnSpPr>
        <p:spPr>
          <a:xfrm>
            <a:off x="4488646" y="4583113"/>
            <a:ext cx="56367" cy="141287"/>
          </a:xfrm>
          <a:prstGeom prst="line">
            <a:avLst/>
          </a:prstGeom>
          <a:ln w="19050" cap="rnd">
            <a:solidFill>
              <a:schemeClr val="bg1">
                <a:lumMod val="75000"/>
              </a:schemeClr>
            </a:solidFill>
            <a:prstDash val="solid"/>
            <a:headEnd type="oval"/>
            <a:tailEnd type="oval"/>
          </a:ln>
        </p:spPr>
        <p:style>
          <a:lnRef idx="1">
            <a:schemeClr val="accent1"/>
          </a:lnRef>
          <a:fillRef idx="0">
            <a:schemeClr val="accent1"/>
          </a:fillRef>
          <a:effectRef idx="0">
            <a:schemeClr val="accent1"/>
          </a:effectRef>
          <a:fontRef idx="minor">
            <a:schemeClr val="tx1"/>
          </a:fontRef>
        </p:style>
      </p:cxnSp>
      <p:grpSp>
        <p:nvGrpSpPr>
          <p:cNvPr id="2" name="组合 25">
            <a:extLst>
              <a:ext uri="{FF2B5EF4-FFF2-40B4-BE49-F238E27FC236}">
                <a16:creationId xmlns:a16="http://schemas.microsoft.com/office/drawing/2014/main" id="{07023CBB-884D-4040-A6BB-817D960CC1C3}"/>
              </a:ext>
            </a:extLst>
          </p:cNvPr>
          <p:cNvGrpSpPr>
            <a:grpSpLocks/>
          </p:cNvGrpSpPr>
          <p:nvPr/>
        </p:nvGrpSpPr>
        <p:grpSpPr bwMode="auto">
          <a:xfrm>
            <a:off x="274638" y="217488"/>
            <a:ext cx="4729398" cy="436562"/>
            <a:chOff x="274214" y="217809"/>
            <a:chExt cx="4730294" cy="435930"/>
          </a:xfrm>
        </p:grpSpPr>
        <p:grpSp>
          <p:nvGrpSpPr>
            <p:cNvPr id="55310" name="组合 26">
              <a:extLst>
                <a:ext uri="{FF2B5EF4-FFF2-40B4-BE49-F238E27FC236}">
                  <a16:creationId xmlns:a16="http://schemas.microsoft.com/office/drawing/2014/main" id="{D6B5DDF5-7823-4BCD-B378-7D202622D468}"/>
                </a:ext>
              </a:extLst>
            </p:cNvPr>
            <p:cNvGrpSpPr>
              <a:grpSpLocks/>
            </p:cNvGrpSpPr>
            <p:nvPr/>
          </p:nvGrpSpPr>
          <p:grpSpPr bwMode="auto">
            <a:xfrm>
              <a:off x="274214" y="217809"/>
              <a:ext cx="454527" cy="435930"/>
              <a:chOff x="683568" y="1489348"/>
              <a:chExt cx="2638425" cy="2530475"/>
            </a:xfrm>
          </p:grpSpPr>
          <p:sp>
            <p:nvSpPr>
              <p:cNvPr id="55312" name="Freeform 7">
                <a:extLst>
                  <a:ext uri="{FF2B5EF4-FFF2-40B4-BE49-F238E27FC236}">
                    <a16:creationId xmlns:a16="http://schemas.microsoft.com/office/drawing/2014/main" id="{4A6A8609-18B3-4D8B-B3AC-81B9B8048909}"/>
                  </a:ext>
                </a:extLst>
              </p:cNvPr>
              <p:cNvSpPr>
                <a:spLocks noChangeArrowheads="1"/>
              </p:cNvSpPr>
              <p:nvPr/>
            </p:nvSpPr>
            <p:spPr bwMode="auto">
              <a:xfrm>
                <a:off x="683568" y="1489348"/>
                <a:ext cx="2638425" cy="1771650"/>
              </a:xfrm>
              <a:custGeom>
                <a:avLst/>
                <a:gdLst>
                  <a:gd name="T0" fmla="*/ 0 w 16620"/>
                  <a:gd name="T1" fmla="*/ 708469 h 11158"/>
                  <a:gd name="T2" fmla="*/ 10319 w 16620"/>
                  <a:gd name="T3" fmla="*/ 711327 h 11158"/>
                  <a:gd name="T4" fmla="*/ 20320 w 16620"/>
                  <a:gd name="T5" fmla="*/ 713550 h 11158"/>
                  <a:gd name="T6" fmla="*/ 29845 w 16620"/>
                  <a:gd name="T7" fmla="*/ 715932 h 11158"/>
                  <a:gd name="T8" fmla="*/ 39053 w 16620"/>
                  <a:gd name="T9" fmla="*/ 717837 h 11158"/>
                  <a:gd name="T10" fmla="*/ 56039 w 16620"/>
                  <a:gd name="T11" fmla="*/ 721648 h 11158"/>
                  <a:gd name="T12" fmla="*/ 71438 w 16620"/>
                  <a:gd name="T13" fmla="*/ 725300 h 11158"/>
                  <a:gd name="T14" fmla="*/ 78581 w 16620"/>
                  <a:gd name="T15" fmla="*/ 727205 h 11158"/>
                  <a:gd name="T16" fmla="*/ 85408 w 16620"/>
                  <a:gd name="T17" fmla="*/ 728952 h 11158"/>
                  <a:gd name="T18" fmla="*/ 91916 w 16620"/>
                  <a:gd name="T19" fmla="*/ 730857 h 11158"/>
                  <a:gd name="T20" fmla="*/ 97790 w 16620"/>
                  <a:gd name="T21" fmla="*/ 732921 h 11158"/>
                  <a:gd name="T22" fmla="*/ 103505 w 16620"/>
                  <a:gd name="T23" fmla="*/ 735303 h 11158"/>
                  <a:gd name="T24" fmla="*/ 108903 w 16620"/>
                  <a:gd name="T25" fmla="*/ 737526 h 11158"/>
                  <a:gd name="T26" fmla="*/ 113824 w 16620"/>
                  <a:gd name="T27" fmla="*/ 740384 h 11158"/>
                  <a:gd name="T28" fmla="*/ 118586 w 16620"/>
                  <a:gd name="T29" fmla="*/ 743401 h 11158"/>
                  <a:gd name="T30" fmla="*/ 122873 w 16620"/>
                  <a:gd name="T31" fmla="*/ 746576 h 11158"/>
                  <a:gd name="T32" fmla="*/ 126841 w 16620"/>
                  <a:gd name="T33" fmla="*/ 750228 h 11158"/>
                  <a:gd name="T34" fmla="*/ 130493 w 16620"/>
                  <a:gd name="T35" fmla="*/ 754198 h 11158"/>
                  <a:gd name="T36" fmla="*/ 133826 w 16620"/>
                  <a:gd name="T37" fmla="*/ 758802 h 11158"/>
                  <a:gd name="T38" fmla="*/ 136843 w 16620"/>
                  <a:gd name="T39" fmla="*/ 763724 h 11158"/>
                  <a:gd name="T40" fmla="*/ 139700 w 16620"/>
                  <a:gd name="T41" fmla="*/ 769282 h 11158"/>
                  <a:gd name="T42" fmla="*/ 142081 w 16620"/>
                  <a:gd name="T43" fmla="*/ 775156 h 11158"/>
                  <a:gd name="T44" fmla="*/ 144304 w 16620"/>
                  <a:gd name="T45" fmla="*/ 781825 h 11158"/>
                  <a:gd name="T46" fmla="*/ 146209 w 16620"/>
                  <a:gd name="T47" fmla="*/ 788970 h 11158"/>
                  <a:gd name="T48" fmla="*/ 147955 w 16620"/>
                  <a:gd name="T49" fmla="*/ 796909 h 11158"/>
                  <a:gd name="T50" fmla="*/ 149225 w 16620"/>
                  <a:gd name="T51" fmla="*/ 805483 h 11158"/>
                  <a:gd name="T52" fmla="*/ 150336 w 16620"/>
                  <a:gd name="T53" fmla="*/ 815010 h 11158"/>
                  <a:gd name="T54" fmla="*/ 151289 w 16620"/>
                  <a:gd name="T55" fmla="*/ 825013 h 11158"/>
                  <a:gd name="T56" fmla="*/ 151765 w 16620"/>
                  <a:gd name="T57" fmla="*/ 835810 h 11158"/>
                  <a:gd name="T58" fmla="*/ 152083 w 16620"/>
                  <a:gd name="T59" fmla="*/ 847718 h 11158"/>
                  <a:gd name="T60" fmla="*/ 152241 w 16620"/>
                  <a:gd name="T61" fmla="*/ 860420 h 11158"/>
                  <a:gd name="T62" fmla="*/ 152241 w 16620"/>
                  <a:gd name="T63" fmla="*/ 1771650 h 11158"/>
                  <a:gd name="T64" fmla="*/ 253683 w 16620"/>
                  <a:gd name="T65" fmla="*/ 1771650 h 11158"/>
                  <a:gd name="T66" fmla="*/ 253683 w 16620"/>
                  <a:gd name="T67" fmla="*/ 860420 h 11158"/>
                  <a:gd name="T68" fmla="*/ 1322388 w 16620"/>
                  <a:gd name="T69" fmla="*/ 1462508 h 11158"/>
                  <a:gd name="T70" fmla="*/ 2622074 w 16620"/>
                  <a:gd name="T71" fmla="*/ 681477 h 11158"/>
                  <a:gd name="T72" fmla="*/ 2638425 w 16620"/>
                  <a:gd name="T73" fmla="*/ 607328 h 11158"/>
                  <a:gd name="T74" fmla="*/ 1319213 w 16620"/>
                  <a:gd name="T75" fmla="*/ 0 h 11158"/>
                  <a:gd name="T76" fmla="*/ 0 w 16620"/>
                  <a:gd name="T77" fmla="*/ 607328 h 11158"/>
                  <a:gd name="T78" fmla="*/ 0 w 16620"/>
                  <a:gd name="T79" fmla="*/ 708469 h 111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620"/>
                  <a:gd name="T121" fmla="*/ 0 h 11158"/>
                  <a:gd name="T122" fmla="*/ 16620 w 16620"/>
                  <a:gd name="T123" fmla="*/ 11158 h 1115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620" h="11158">
                    <a:moveTo>
                      <a:pt x="0" y="4462"/>
                    </a:moveTo>
                    <a:lnTo>
                      <a:pt x="65" y="4480"/>
                    </a:lnTo>
                    <a:lnTo>
                      <a:pt x="128" y="4494"/>
                    </a:lnTo>
                    <a:lnTo>
                      <a:pt x="188" y="4509"/>
                    </a:lnTo>
                    <a:lnTo>
                      <a:pt x="246" y="4521"/>
                    </a:lnTo>
                    <a:lnTo>
                      <a:pt x="353" y="4545"/>
                    </a:lnTo>
                    <a:lnTo>
                      <a:pt x="450" y="4568"/>
                    </a:lnTo>
                    <a:lnTo>
                      <a:pt x="495" y="4580"/>
                    </a:lnTo>
                    <a:lnTo>
                      <a:pt x="538" y="4591"/>
                    </a:lnTo>
                    <a:lnTo>
                      <a:pt x="579" y="4603"/>
                    </a:lnTo>
                    <a:lnTo>
                      <a:pt x="616" y="4616"/>
                    </a:lnTo>
                    <a:lnTo>
                      <a:pt x="652" y="4631"/>
                    </a:lnTo>
                    <a:lnTo>
                      <a:pt x="686" y="4645"/>
                    </a:lnTo>
                    <a:lnTo>
                      <a:pt x="717" y="4663"/>
                    </a:lnTo>
                    <a:lnTo>
                      <a:pt x="747" y="4682"/>
                    </a:lnTo>
                    <a:lnTo>
                      <a:pt x="774" y="4702"/>
                    </a:lnTo>
                    <a:lnTo>
                      <a:pt x="799" y="4725"/>
                    </a:lnTo>
                    <a:lnTo>
                      <a:pt x="822" y="4750"/>
                    </a:lnTo>
                    <a:lnTo>
                      <a:pt x="843" y="4779"/>
                    </a:lnTo>
                    <a:lnTo>
                      <a:pt x="862" y="4810"/>
                    </a:lnTo>
                    <a:lnTo>
                      <a:pt x="880" y="4845"/>
                    </a:lnTo>
                    <a:lnTo>
                      <a:pt x="895" y="4882"/>
                    </a:lnTo>
                    <a:lnTo>
                      <a:pt x="909" y="4924"/>
                    </a:lnTo>
                    <a:lnTo>
                      <a:pt x="921" y="4969"/>
                    </a:lnTo>
                    <a:lnTo>
                      <a:pt x="932" y="5019"/>
                    </a:lnTo>
                    <a:lnTo>
                      <a:pt x="940" y="5073"/>
                    </a:lnTo>
                    <a:lnTo>
                      <a:pt x="947" y="5133"/>
                    </a:lnTo>
                    <a:lnTo>
                      <a:pt x="953" y="5196"/>
                    </a:lnTo>
                    <a:lnTo>
                      <a:pt x="956" y="5264"/>
                    </a:lnTo>
                    <a:lnTo>
                      <a:pt x="958" y="5339"/>
                    </a:lnTo>
                    <a:lnTo>
                      <a:pt x="959" y="5419"/>
                    </a:lnTo>
                    <a:lnTo>
                      <a:pt x="959" y="11158"/>
                    </a:lnTo>
                    <a:lnTo>
                      <a:pt x="1598" y="11158"/>
                    </a:lnTo>
                    <a:lnTo>
                      <a:pt x="1598" y="5419"/>
                    </a:lnTo>
                    <a:lnTo>
                      <a:pt x="8330" y="9211"/>
                    </a:lnTo>
                    <a:lnTo>
                      <a:pt x="16517" y="4292"/>
                    </a:lnTo>
                    <a:lnTo>
                      <a:pt x="16620" y="3825"/>
                    </a:lnTo>
                    <a:lnTo>
                      <a:pt x="8310" y="0"/>
                    </a:lnTo>
                    <a:lnTo>
                      <a:pt x="0" y="3825"/>
                    </a:lnTo>
                    <a:lnTo>
                      <a:pt x="0" y="4462"/>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313" name="Freeform 8">
                <a:extLst>
                  <a:ext uri="{FF2B5EF4-FFF2-40B4-BE49-F238E27FC236}">
                    <a16:creationId xmlns:a16="http://schemas.microsoft.com/office/drawing/2014/main" id="{A204002B-F512-4764-9904-ACE94FE913E2}"/>
                  </a:ext>
                </a:extLst>
              </p:cNvPr>
              <p:cNvSpPr>
                <a:spLocks noChangeArrowheads="1"/>
              </p:cNvSpPr>
              <p:nvPr/>
            </p:nvSpPr>
            <p:spPr bwMode="auto">
              <a:xfrm>
                <a:off x="1039168" y="2502173"/>
                <a:ext cx="1927225" cy="1517650"/>
              </a:xfrm>
              <a:custGeom>
                <a:avLst/>
                <a:gdLst>
                  <a:gd name="T0" fmla="*/ 1750148 w 12146"/>
                  <a:gd name="T1" fmla="*/ 654710 h 9555"/>
                  <a:gd name="T2" fmla="*/ 1785373 w 12146"/>
                  <a:gd name="T3" fmla="*/ 652327 h 9555"/>
                  <a:gd name="T4" fmla="*/ 1806476 w 12146"/>
                  <a:gd name="T5" fmla="*/ 650580 h 9555"/>
                  <a:gd name="T6" fmla="*/ 1825834 w 12146"/>
                  <a:gd name="T7" fmla="*/ 648515 h 9555"/>
                  <a:gd name="T8" fmla="*/ 1843288 w 12146"/>
                  <a:gd name="T9" fmla="*/ 645656 h 9555"/>
                  <a:gd name="T10" fmla="*/ 1859155 w 12146"/>
                  <a:gd name="T11" fmla="*/ 641844 h 9555"/>
                  <a:gd name="T12" fmla="*/ 1873118 w 12146"/>
                  <a:gd name="T13" fmla="*/ 636921 h 9555"/>
                  <a:gd name="T14" fmla="*/ 1885494 w 12146"/>
                  <a:gd name="T15" fmla="*/ 630250 h 9555"/>
                  <a:gd name="T16" fmla="*/ 1895967 w 12146"/>
                  <a:gd name="T17" fmla="*/ 621990 h 9555"/>
                  <a:gd name="T18" fmla="*/ 1905011 w 12146"/>
                  <a:gd name="T19" fmla="*/ 611666 h 9555"/>
                  <a:gd name="T20" fmla="*/ 1912469 w 12146"/>
                  <a:gd name="T21" fmla="*/ 598960 h 9555"/>
                  <a:gd name="T22" fmla="*/ 1918339 w 12146"/>
                  <a:gd name="T23" fmla="*/ 583394 h 9555"/>
                  <a:gd name="T24" fmla="*/ 1922624 w 12146"/>
                  <a:gd name="T25" fmla="*/ 565287 h 9555"/>
                  <a:gd name="T26" fmla="*/ 1925638 w 12146"/>
                  <a:gd name="T27" fmla="*/ 543686 h 9555"/>
                  <a:gd name="T28" fmla="*/ 1926908 w 12146"/>
                  <a:gd name="T29" fmla="*/ 518749 h 9555"/>
                  <a:gd name="T30" fmla="*/ 1927225 w 12146"/>
                  <a:gd name="T31" fmla="*/ 49079 h 9555"/>
                  <a:gd name="T32" fmla="*/ 964882 w 12146"/>
                  <a:gd name="T33" fmla="*/ 557822 h 9555"/>
                  <a:gd name="T34" fmla="*/ 0 w 12146"/>
                  <a:gd name="T35" fmla="*/ 49079 h 9555"/>
                  <a:gd name="T36" fmla="*/ 0 w 12146"/>
                  <a:gd name="T37" fmla="*/ 517637 h 9555"/>
                  <a:gd name="T38" fmla="*/ 1111 w 12146"/>
                  <a:gd name="T39" fmla="*/ 540350 h 9555"/>
                  <a:gd name="T40" fmla="*/ 3015 w 12146"/>
                  <a:gd name="T41" fmla="*/ 559728 h 9555"/>
                  <a:gd name="T42" fmla="*/ 6030 w 12146"/>
                  <a:gd name="T43" fmla="*/ 576246 h 9555"/>
                  <a:gd name="T44" fmla="*/ 10155 w 12146"/>
                  <a:gd name="T45" fmla="*/ 590065 h 9555"/>
                  <a:gd name="T46" fmla="*/ 15391 w 12146"/>
                  <a:gd name="T47" fmla="*/ 601660 h 9555"/>
                  <a:gd name="T48" fmla="*/ 21738 w 12146"/>
                  <a:gd name="T49" fmla="*/ 611031 h 9555"/>
                  <a:gd name="T50" fmla="*/ 29354 w 12146"/>
                  <a:gd name="T51" fmla="*/ 618814 h 9555"/>
                  <a:gd name="T52" fmla="*/ 38240 w 12146"/>
                  <a:gd name="T53" fmla="*/ 625008 h 9555"/>
                  <a:gd name="T54" fmla="*/ 48712 w 12146"/>
                  <a:gd name="T55" fmla="*/ 630091 h 9555"/>
                  <a:gd name="T56" fmla="*/ 60454 w 12146"/>
                  <a:gd name="T57" fmla="*/ 634379 h 9555"/>
                  <a:gd name="T58" fmla="*/ 73624 w 12146"/>
                  <a:gd name="T59" fmla="*/ 638191 h 9555"/>
                  <a:gd name="T60" fmla="*/ 96155 w 12146"/>
                  <a:gd name="T61" fmla="*/ 643433 h 9555"/>
                  <a:gd name="T62" fmla="*/ 122336 w 12146"/>
                  <a:gd name="T63" fmla="*/ 649468 h 9555"/>
                  <a:gd name="T64" fmla="*/ 141852 w 12146"/>
                  <a:gd name="T65" fmla="*/ 654075 h 9555"/>
                  <a:gd name="T66" fmla="*/ 152166 w 12146"/>
                  <a:gd name="T67" fmla="*/ 1112626 h 9555"/>
                  <a:gd name="T68" fmla="*/ 405723 w 12146"/>
                  <a:gd name="T69" fmla="*/ 1517650 h 9555"/>
                  <a:gd name="T70" fmla="*/ 760672 w 12146"/>
                  <a:gd name="T71" fmla="*/ 1112626 h 9555"/>
                  <a:gd name="T72" fmla="*/ 1166553 w 12146"/>
                  <a:gd name="T73" fmla="*/ 1517650 h 9555"/>
                  <a:gd name="T74" fmla="*/ 1521502 w 12146"/>
                  <a:gd name="T75" fmla="*/ 1112626 h 9555"/>
                  <a:gd name="T76" fmla="*/ 1724284 w 12146"/>
                  <a:gd name="T77" fmla="*/ 656775 h 95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46"/>
                  <a:gd name="T118" fmla="*/ 0 h 9555"/>
                  <a:gd name="T119" fmla="*/ 12146 w 12146"/>
                  <a:gd name="T120" fmla="*/ 9555 h 95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46" h="9555">
                    <a:moveTo>
                      <a:pt x="10867" y="4135"/>
                    </a:moveTo>
                    <a:lnTo>
                      <a:pt x="11030" y="4122"/>
                    </a:lnTo>
                    <a:lnTo>
                      <a:pt x="11182" y="4112"/>
                    </a:lnTo>
                    <a:lnTo>
                      <a:pt x="11252" y="4107"/>
                    </a:lnTo>
                    <a:lnTo>
                      <a:pt x="11321" y="4101"/>
                    </a:lnTo>
                    <a:lnTo>
                      <a:pt x="11385" y="4096"/>
                    </a:lnTo>
                    <a:lnTo>
                      <a:pt x="11447" y="4090"/>
                    </a:lnTo>
                    <a:lnTo>
                      <a:pt x="11507" y="4083"/>
                    </a:lnTo>
                    <a:lnTo>
                      <a:pt x="11564" y="4074"/>
                    </a:lnTo>
                    <a:lnTo>
                      <a:pt x="11617" y="4065"/>
                    </a:lnTo>
                    <a:lnTo>
                      <a:pt x="11669" y="4054"/>
                    </a:lnTo>
                    <a:lnTo>
                      <a:pt x="11717" y="4041"/>
                    </a:lnTo>
                    <a:lnTo>
                      <a:pt x="11762" y="4027"/>
                    </a:lnTo>
                    <a:lnTo>
                      <a:pt x="11805" y="4010"/>
                    </a:lnTo>
                    <a:lnTo>
                      <a:pt x="11845" y="3990"/>
                    </a:lnTo>
                    <a:lnTo>
                      <a:pt x="11883" y="3968"/>
                    </a:lnTo>
                    <a:lnTo>
                      <a:pt x="11917" y="3943"/>
                    </a:lnTo>
                    <a:lnTo>
                      <a:pt x="11949" y="3916"/>
                    </a:lnTo>
                    <a:lnTo>
                      <a:pt x="11979" y="3885"/>
                    </a:lnTo>
                    <a:lnTo>
                      <a:pt x="12006" y="3851"/>
                    </a:lnTo>
                    <a:lnTo>
                      <a:pt x="12031" y="3812"/>
                    </a:lnTo>
                    <a:lnTo>
                      <a:pt x="12053" y="3771"/>
                    </a:lnTo>
                    <a:lnTo>
                      <a:pt x="12073" y="3724"/>
                    </a:lnTo>
                    <a:lnTo>
                      <a:pt x="12090" y="3673"/>
                    </a:lnTo>
                    <a:lnTo>
                      <a:pt x="12105" y="3618"/>
                    </a:lnTo>
                    <a:lnTo>
                      <a:pt x="12117" y="3559"/>
                    </a:lnTo>
                    <a:lnTo>
                      <a:pt x="12128" y="3493"/>
                    </a:lnTo>
                    <a:lnTo>
                      <a:pt x="12136" y="3423"/>
                    </a:lnTo>
                    <a:lnTo>
                      <a:pt x="12141" y="3347"/>
                    </a:lnTo>
                    <a:lnTo>
                      <a:pt x="12144" y="3266"/>
                    </a:lnTo>
                    <a:lnTo>
                      <a:pt x="12146" y="3179"/>
                    </a:lnTo>
                    <a:lnTo>
                      <a:pt x="12146" y="309"/>
                    </a:lnTo>
                    <a:lnTo>
                      <a:pt x="11973" y="19"/>
                    </a:lnTo>
                    <a:lnTo>
                      <a:pt x="6081" y="3512"/>
                    </a:lnTo>
                    <a:lnTo>
                      <a:pt x="182" y="0"/>
                    </a:lnTo>
                    <a:lnTo>
                      <a:pt x="0" y="309"/>
                    </a:lnTo>
                    <a:lnTo>
                      <a:pt x="0" y="3179"/>
                    </a:lnTo>
                    <a:lnTo>
                      <a:pt x="0" y="3259"/>
                    </a:lnTo>
                    <a:lnTo>
                      <a:pt x="4" y="3332"/>
                    </a:lnTo>
                    <a:lnTo>
                      <a:pt x="7" y="3402"/>
                    </a:lnTo>
                    <a:lnTo>
                      <a:pt x="12" y="3465"/>
                    </a:lnTo>
                    <a:lnTo>
                      <a:pt x="19" y="3524"/>
                    </a:lnTo>
                    <a:lnTo>
                      <a:pt x="27" y="3579"/>
                    </a:lnTo>
                    <a:lnTo>
                      <a:pt x="38" y="3628"/>
                    </a:lnTo>
                    <a:lnTo>
                      <a:pt x="50" y="3673"/>
                    </a:lnTo>
                    <a:lnTo>
                      <a:pt x="64" y="3715"/>
                    </a:lnTo>
                    <a:lnTo>
                      <a:pt x="79" y="3753"/>
                    </a:lnTo>
                    <a:lnTo>
                      <a:pt x="97" y="3788"/>
                    </a:lnTo>
                    <a:lnTo>
                      <a:pt x="116" y="3819"/>
                    </a:lnTo>
                    <a:lnTo>
                      <a:pt x="137" y="3847"/>
                    </a:lnTo>
                    <a:lnTo>
                      <a:pt x="160" y="3873"/>
                    </a:lnTo>
                    <a:lnTo>
                      <a:pt x="185" y="3896"/>
                    </a:lnTo>
                    <a:lnTo>
                      <a:pt x="212" y="3916"/>
                    </a:lnTo>
                    <a:lnTo>
                      <a:pt x="241" y="3935"/>
                    </a:lnTo>
                    <a:lnTo>
                      <a:pt x="274" y="3952"/>
                    </a:lnTo>
                    <a:lnTo>
                      <a:pt x="307" y="3967"/>
                    </a:lnTo>
                    <a:lnTo>
                      <a:pt x="343" y="3982"/>
                    </a:lnTo>
                    <a:lnTo>
                      <a:pt x="381" y="3994"/>
                    </a:lnTo>
                    <a:lnTo>
                      <a:pt x="421" y="4007"/>
                    </a:lnTo>
                    <a:lnTo>
                      <a:pt x="464" y="4018"/>
                    </a:lnTo>
                    <a:lnTo>
                      <a:pt x="508" y="4030"/>
                    </a:lnTo>
                    <a:lnTo>
                      <a:pt x="606" y="4051"/>
                    </a:lnTo>
                    <a:lnTo>
                      <a:pt x="713" y="4075"/>
                    </a:lnTo>
                    <a:lnTo>
                      <a:pt x="771" y="4089"/>
                    </a:lnTo>
                    <a:lnTo>
                      <a:pt x="831" y="4102"/>
                    </a:lnTo>
                    <a:lnTo>
                      <a:pt x="894" y="4118"/>
                    </a:lnTo>
                    <a:lnTo>
                      <a:pt x="959" y="4135"/>
                    </a:lnTo>
                    <a:lnTo>
                      <a:pt x="959" y="7005"/>
                    </a:lnTo>
                    <a:lnTo>
                      <a:pt x="2557" y="7005"/>
                    </a:lnTo>
                    <a:lnTo>
                      <a:pt x="2557" y="9555"/>
                    </a:lnTo>
                    <a:lnTo>
                      <a:pt x="4794" y="9555"/>
                    </a:lnTo>
                    <a:lnTo>
                      <a:pt x="4794" y="7005"/>
                    </a:lnTo>
                    <a:lnTo>
                      <a:pt x="7352" y="7005"/>
                    </a:lnTo>
                    <a:lnTo>
                      <a:pt x="7352" y="9555"/>
                    </a:lnTo>
                    <a:lnTo>
                      <a:pt x="9589" y="9555"/>
                    </a:lnTo>
                    <a:lnTo>
                      <a:pt x="9589" y="7005"/>
                    </a:lnTo>
                    <a:lnTo>
                      <a:pt x="10867" y="7005"/>
                    </a:lnTo>
                    <a:lnTo>
                      <a:pt x="10867" y="4135"/>
                    </a:lnTo>
                    <a:close/>
                  </a:path>
                </a:pathLst>
              </a:custGeom>
              <a:solidFill>
                <a:srgbClr val="013B6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5311" name="TextBox 27">
              <a:extLst>
                <a:ext uri="{FF2B5EF4-FFF2-40B4-BE49-F238E27FC236}">
                  <a16:creationId xmlns:a16="http://schemas.microsoft.com/office/drawing/2014/main" id="{D983D95B-2A93-4713-B635-18EE82D3CA96}"/>
                </a:ext>
              </a:extLst>
            </p:cNvPr>
            <p:cNvSpPr txBox="1">
              <a:spLocks noChangeArrowheads="1"/>
            </p:cNvSpPr>
            <p:nvPr/>
          </p:nvSpPr>
          <p:spPr bwMode="auto">
            <a:xfrm>
              <a:off x="728742" y="235719"/>
              <a:ext cx="4275766" cy="399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latin typeface="微软雅黑" panose="020B0503020204020204" pitchFamily="34" charset="-122"/>
                  <a:ea typeface="微软雅黑" panose="020B0503020204020204" pitchFamily="34" charset="-122"/>
                </a:rPr>
                <a:t>Suggestions for Improvement</a:t>
              </a:r>
              <a:endParaRPr lang="zh-CN" altLang="en-US" sz="2000" b="1" dirty="0">
                <a:latin typeface="微软雅黑" panose="020B0503020204020204" pitchFamily="34" charset="-122"/>
                <a:ea typeface="微软雅黑" panose="020B0503020204020204" pitchFamily="34" charset="-122"/>
              </a:endParaRPr>
            </a:p>
          </p:txBody>
        </p:sp>
      </p:grpSp>
      <p:sp>
        <p:nvSpPr>
          <p:cNvPr id="5" name="文本框 4">
            <a:extLst>
              <a:ext uri="{FF2B5EF4-FFF2-40B4-BE49-F238E27FC236}">
                <a16:creationId xmlns:a16="http://schemas.microsoft.com/office/drawing/2014/main" id="{6AEE1575-7693-CFC7-6782-CBE4AB4A46E0}"/>
              </a:ext>
            </a:extLst>
          </p:cNvPr>
          <p:cNvSpPr txBox="1"/>
          <p:nvPr/>
        </p:nvSpPr>
        <p:spPr>
          <a:xfrm>
            <a:off x="1393001" y="1410074"/>
            <a:ext cx="1849458" cy="2585323"/>
          </a:xfrm>
          <a:prstGeom prst="rect">
            <a:avLst/>
          </a:prstGeom>
          <a:noFill/>
        </p:spPr>
        <p:txBody>
          <a:bodyPr wrap="square">
            <a:spAutoFit/>
          </a:bodyPr>
          <a:lstStyle/>
          <a:p>
            <a:pPr marL="0" marR="0" lvl="0" indent="0" algn="l" defTabSz="914400" rtl="0" eaLnBrk="1" fontAlgn="auto" latinLnBrk="0" hangingPunct="1">
              <a:lnSpc>
                <a:spcPct val="100000"/>
              </a:lnSpc>
              <a:spcBef>
                <a:spcPct val="0"/>
              </a:spcBef>
              <a:spcAft>
                <a:spcPct val="0"/>
              </a:spcAft>
              <a:buClrTx/>
              <a:buSzTx/>
              <a:buFontTx/>
              <a:buNone/>
              <a:tabLst/>
              <a:defRPr/>
            </a:pPr>
            <a:r>
              <a:rPr kumimoji="0" lang="en-US" altLang="zh-CN" sz="1800" b="1" i="0" u="none" strike="noStrike" kern="1200" cap="none" spc="0" normalizeH="0" baseline="0" noProof="1">
                <a:ln>
                  <a:noFill/>
                </a:ln>
                <a:solidFill>
                  <a:prstClr val="white"/>
                </a:solidFill>
                <a:effectLst/>
                <a:uLnTx/>
                <a:uFillTx/>
                <a:latin typeface="Calibri"/>
                <a:ea typeface="微软雅黑"/>
                <a:cs typeface="+mn-cs"/>
              </a:rPr>
              <a:t>UI Enhancement</a:t>
            </a:r>
          </a:p>
          <a:p>
            <a:pPr marL="0" marR="0" lvl="0" indent="0" algn="l" defTabSz="914400" rtl="0" eaLnBrk="1" fontAlgn="auto" latinLnBrk="0" hangingPunct="1">
              <a:lnSpc>
                <a:spcPct val="100000"/>
              </a:lnSpc>
              <a:spcBef>
                <a:spcPct val="0"/>
              </a:spcBef>
              <a:spcAft>
                <a:spcPct val="0"/>
              </a:spcAft>
              <a:buClrTx/>
              <a:buSzTx/>
              <a:buFontTx/>
              <a:buNone/>
              <a:tabLst/>
              <a:defRPr/>
            </a:pPr>
            <a:endParaRPr kumimoji="0" lang="en-US" altLang="zh-CN" sz="1600" b="0" i="0" u="none" strike="noStrike" kern="1200" cap="none" spc="0" normalizeH="0" baseline="0" noProof="1">
              <a:ln>
                <a:noFill/>
              </a:ln>
              <a:solidFill>
                <a:prstClr val="white"/>
              </a:solidFill>
              <a:effectLst/>
              <a:uLnTx/>
              <a:uFillTx/>
              <a:latin typeface="Calibri"/>
              <a:ea typeface="微软雅黑"/>
              <a:cs typeface="+mn-cs"/>
            </a:endParaRPr>
          </a:p>
          <a:p>
            <a:pPr marL="0" marR="0" lvl="0" indent="0" algn="l" defTabSz="914400" rtl="0" eaLnBrk="1" fontAlgn="auto"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1">
                <a:ln>
                  <a:noFill/>
                </a:ln>
                <a:solidFill>
                  <a:prstClr val="white"/>
                </a:solidFill>
                <a:effectLst/>
                <a:uLnTx/>
                <a:uFillTx/>
                <a:latin typeface="Calibri"/>
                <a:ea typeface="微软雅黑"/>
                <a:cs typeface="+mn-cs"/>
              </a:rPr>
              <a:t>-Add animations or transitions to improve user interaction.</a:t>
            </a:r>
          </a:p>
          <a:p>
            <a:pPr marL="0" marR="0" lvl="0" indent="0" algn="l" defTabSz="914400" rtl="0" eaLnBrk="1" fontAlgn="auto" latinLnBrk="0" hangingPunct="1">
              <a:lnSpc>
                <a:spcPct val="100000"/>
              </a:lnSpc>
              <a:spcBef>
                <a:spcPct val="0"/>
              </a:spcBef>
              <a:spcAft>
                <a:spcPct val="0"/>
              </a:spcAft>
              <a:buClrTx/>
              <a:buSzTx/>
              <a:buFontTx/>
              <a:buNone/>
              <a:tabLst/>
              <a:defRPr/>
            </a:pPr>
            <a:r>
              <a:rPr kumimoji="0" lang="en-US" altLang="zh-CN" sz="1600" b="0" i="0" u="none" strike="noStrike" kern="1200" cap="none" spc="0" normalizeH="0" baseline="0" noProof="1">
                <a:ln>
                  <a:noFill/>
                </a:ln>
                <a:solidFill>
                  <a:prstClr val="white"/>
                </a:solidFill>
                <a:effectLst/>
                <a:uLnTx/>
                <a:uFillTx/>
                <a:latin typeface="Calibri"/>
                <a:ea typeface="微软雅黑"/>
                <a:cs typeface="+mn-cs"/>
              </a:rPr>
              <a:t>-Support responsive design to better adapt to various screen sizes.</a:t>
            </a:r>
          </a:p>
        </p:txBody>
      </p:sp>
      <p:sp>
        <p:nvSpPr>
          <p:cNvPr id="7" name="文本框 6">
            <a:extLst>
              <a:ext uri="{FF2B5EF4-FFF2-40B4-BE49-F238E27FC236}">
                <a16:creationId xmlns:a16="http://schemas.microsoft.com/office/drawing/2014/main" id="{E5CAA066-48E2-82B4-A505-B60D2CD79CCA}"/>
              </a:ext>
            </a:extLst>
          </p:cNvPr>
          <p:cNvSpPr txBox="1"/>
          <p:nvPr/>
        </p:nvSpPr>
        <p:spPr>
          <a:xfrm>
            <a:off x="5885410" y="1376627"/>
            <a:ext cx="1865589" cy="2554545"/>
          </a:xfrm>
          <a:prstGeom prst="rect">
            <a:avLst/>
          </a:prstGeom>
          <a:noFill/>
        </p:spPr>
        <p:txBody>
          <a:bodyPr wrap="square">
            <a:spAutoFit/>
          </a:bodyPr>
          <a:lstStyle/>
          <a:p>
            <a:r>
              <a:rPr lang="en-US" altLang="zh-CN" sz="1600" b="1" dirty="0">
                <a:solidFill>
                  <a:schemeClr val="bg1"/>
                </a:solidFill>
              </a:rPr>
              <a:t>Performance Optimization</a:t>
            </a:r>
          </a:p>
          <a:p>
            <a:endParaRPr lang="en-US" altLang="zh-CN" sz="1600" dirty="0">
              <a:solidFill>
                <a:schemeClr val="bg1"/>
              </a:solidFill>
            </a:endParaRPr>
          </a:p>
          <a:p>
            <a:r>
              <a:rPr lang="en-US" altLang="zh-CN" sz="1600" dirty="0">
                <a:solidFill>
                  <a:schemeClr val="bg1"/>
                </a:solidFill>
              </a:rPr>
              <a:t>-Cache frequently accessed data to reduce file I/O.</a:t>
            </a:r>
          </a:p>
          <a:p>
            <a:r>
              <a:rPr lang="en-US" altLang="zh-CN" sz="1600" dirty="0">
                <a:solidFill>
                  <a:schemeClr val="bg1"/>
                </a:solidFill>
              </a:rPr>
              <a:t>-Use multithreading to handle intensive tasks like CSV parsing.</a:t>
            </a:r>
            <a:endParaRPr lang="zh-CN" altLang="en-US" sz="1600" dirty="0">
              <a:solidFill>
                <a:schemeClr val="bg1"/>
              </a:solidFill>
            </a:endParaRPr>
          </a:p>
        </p:txBody>
      </p:sp>
    </p:spTree>
  </p:cSld>
  <p:clrMapOvr>
    <a:masterClrMapping/>
  </p:clrMapOvr>
  <p:transition spd="slow" advClick="0" advTm="5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nodeType="afterGroup">
                            <p:stCondLst>
                              <p:cond delay="500"/>
                            </p:stCondLst>
                            <p:childTnLst>
                              <p:par>
                                <p:cTn id="9" presetID="2" presetClass="entr" presetSubtype="4" accel="50000" decel="5000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1000" fill="hold"/>
                                        <p:tgtEl>
                                          <p:spTgt spid="12"/>
                                        </p:tgtEl>
                                        <p:attrNameLst>
                                          <p:attrName>ppt_x</p:attrName>
                                        </p:attrNameLst>
                                      </p:cBhvr>
                                      <p:tavLst>
                                        <p:tav tm="0">
                                          <p:val>
                                            <p:strVal val="#ppt_x"/>
                                          </p:val>
                                        </p:tav>
                                        <p:tav tm="100000">
                                          <p:val>
                                            <p:strVal val="#ppt_x"/>
                                          </p:val>
                                        </p:tav>
                                      </p:tavLst>
                                    </p:anim>
                                    <p:anim calcmode="lin" valueType="num">
                                      <p:cBhvr>
                                        <p:cTn id="12" dur="1000" fill="hold"/>
                                        <p:tgtEl>
                                          <p:spTgt spid="12"/>
                                        </p:tgtEl>
                                        <p:attrNameLst>
                                          <p:attrName>ppt_y</p:attrName>
                                        </p:attrNameLst>
                                      </p:cBhvr>
                                      <p:tavLst>
                                        <p:tav tm="0">
                                          <p:val>
                                            <p:strVal val="1+#ppt_h/2"/>
                                          </p:val>
                                        </p:tav>
                                        <p:tav tm="100000">
                                          <p:val>
                                            <p:strVal val="#ppt_y"/>
                                          </p:val>
                                        </p:tav>
                                      </p:tavLst>
                                    </p:anim>
                                  </p:childTnLst>
                                </p:cTn>
                              </p:par>
                              <p:par>
                                <p:cTn id="13" presetID="2" presetClass="entr" presetSubtype="4" accel="50000" decel="5000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1+#ppt_h/2"/>
                                          </p:val>
                                        </p:tav>
                                        <p:tav tm="100000">
                                          <p:val>
                                            <p:strVal val="#ppt_y"/>
                                          </p:val>
                                        </p:tav>
                                      </p:tavLst>
                                    </p:anim>
                                  </p:childTnLst>
                                </p:cTn>
                              </p:par>
                              <p:par>
                                <p:cTn id="17" presetID="2" presetClass="entr" presetSubtype="4" accel="50000" decel="5000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p:cTn id="19" dur="1000" fill="hold"/>
                                        <p:tgtEl>
                                          <p:spTgt spid="14"/>
                                        </p:tgtEl>
                                        <p:attrNameLst>
                                          <p:attrName>ppt_x</p:attrName>
                                        </p:attrNameLst>
                                      </p:cBhvr>
                                      <p:tavLst>
                                        <p:tav tm="0">
                                          <p:val>
                                            <p:strVal val="#ppt_x"/>
                                          </p:val>
                                        </p:tav>
                                        <p:tav tm="100000">
                                          <p:val>
                                            <p:strVal val="#ppt_x"/>
                                          </p:val>
                                        </p:tav>
                                      </p:tavLst>
                                    </p:anim>
                                    <p:anim calcmode="lin" valueType="num">
                                      <p:cBhvr>
                                        <p:cTn id="20" dur="1000" fill="hold"/>
                                        <p:tgtEl>
                                          <p:spTgt spid="14"/>
                                        </p:tgtEl>
                                        <p:attrNameLst>
                                          <p:attrName>ppt_y</p:attrName>
                                        </p:attrNameLst>
                                      </p:cBhvr>
                                      <p:tavLst>
                                        <p:tav tm="0">
                                          <p:val>
                                            <p:strVal val="1+#ppt_h/2"/>
                                          </p:val>
                                        </p:tav>
                                        <p:tav tm="100000">
                                          <p:val>
                                            <p:strVal val="#ppt_y"/>
                                          </p:val>
                                        </p:tav>
                                      </p:tavLst>
                                    </p:anim>
                                  </p:childTnLst>
                                </p:cTn>
                              </p:par>
                              <p:par>
                                <p:cTn id="21" presetID="18" presetClass="entr" presetSubtype="3" fill="hold" nodeType="withEffect">
                                  <p:stCondLst>
                                    <p:cond delay="750"/>
                                  </p:stCondLst>
                                  <p:childTnLst>
                                    <p:set>
                                      <p:cBhvr>
                                        <p:cTn id="22" dur="1" fill="hold">
                                          <p:stCondLst>
                                            <p:cond delay="0"/>
                                          </p:stCondLst>
                                        </p:cTn>
                                        <p:tgtEl>
                                          <p:spTgt spid="21"/>
                                        </p:tgtEl>
                                        <p:attrNameLst>
                                          <p:attrName>style.visibility</p:attrName>
                                        </p:attrNameLst>
                                      </p:cBhvr>
                                      <p:to>
                                        <p:strVal val="visible"/>
                                      </p:to>
                                    </p:set>
                                    <p:animEffect transition="in" filter="strips(upRight)">
                                      <p:cBhvr>
                                        <p:cTn id="23" dur="500"/>
                                        <p:tgtEl>
                                          <p:spTgt spid="21"/>
                                        </p:tgtEl>
                                      </p:cBhvr>
                                    </p:animEffect>
                                  </p:childTnLst>
                                </p:cTn>
                              </p:par>
                              <p:par>
                                <p:cTn id="24" presetID="18" presetClass="entr" presetSubtype="12" fill="hold" nodeType="withEffect">
                                  <p:stCondLst>
                                    <p:cond delay="1000"/>
                                  </p:stCondLst>
                                  <p:childTnLst>
                                    <p:set>
                                      <p:cBhvr>
                                        <p:cTn id="25" dur="1" fill="hold">
                                          <p:stCondLst>
                                            <p:cond delay="0"/>
                                          </p:stCondLst>
                                        </p:cTn>
                                        <p:tgtEl>
                                          <p:spTgt spid="22"/>
                                        </p:tgtEl>
                                        <p:attrNameLst>
                                          <p:attrName>style.visibility</p:attrName>
                                        </p:attrNameLst>
                                      </p:cBhvr>
                                      <p:to>
                                        <p:strVal val="visible"/>
                                      </p:to>
                                    </p:set>
                                    <p:animEffect transition="in" filter="strips(downLeft)">
                                      <p:cBhvr>
                                        <p:cTn id="26" dur="500"/>
                                        <p:tgtEl>
                                          <p:spTgt spid="22"/>
                                        </p:tgtEl>
                                      </p:cBhvr>
                                    </p:animEffect>
                                  </p:childTnLst>
                                </p:cTn>
                              </p:par>
                              <p:par>
                                <p:cTn id="27" presetID="18" presetClass="entr" presetSubtype="12" fill="hold" nodeType="withEffect">
                                  <p:stCondLst>
                                    <p:cond delay="1250"/>
                                  </p:stCondLst>
                                  <p:childTnLst>
                                    <p:set>
                                      <p:cBhvr>
                                        <p:cTn id="28" dur="1" fill="hold">
                                          <p:stCondLst>
                                            <p:cond delay="0"/>
                                          </p:stCondLst>
                                        </p:cTn>
                                        <p:tgtEl>
                                          <p:spTgt spid="23"/>
                                        </p:tgtEl>
                                        <p:attrNameLst>
                                          <p:attrName>style.visibility</p:attrName>
                                        </p:attrNameLst>
                                      </p:cBhvr>
                                      <p:to>
                                        <p:strVal val="visible"/>
                                      </p:to>
                                    </p:set>
                                    <p:animEffect transition="in" filter="strips(downLeft)">
                                      <p:cBhvr>
                                        <p:cTn id="29" dur="500"/>
                                        <p:tgtEl>
                                          <p:spTgt spid="23"/>
                                        </p:tgtEl>
                                      </p:cBhvr>
                                    </p:animEffect>
                                  </p:childTnLst>
                                </p:cTn>
                              </p:par>
                              <p:par>
                                <p:cTn id="30" presetID="18" presetClass="entr" presetSubtype="12" fill="hold" nodeType="withEffect">
                                  <p:stCondLst>
                                    <p:cond delay="1500"/>
                                  </p:stCondLst>
                                  <p:childTnLst>
                                    <p:set>
                                      <p:cBhvr>
                                        <p:cTn id="31" dur="1" fill="hold">
                                          <p:stCondLst>
                                            <p:cond delay="0"/>
                                          </p:stCondLst>
                                        </p:cTn>
                                        <p:tgtEl>
                                          <p:spTgt spid="24"/>
                                        </p:tgtEl>
                                        <p:attrNameLst>
                                          <p:attrName>style.visibility</p:attrName>
                                        </p:attrNameLst>
                                      </p:cBhvr>
                                      <p:to>
                                        <p:strVal val="visible"/>
                                      </p:to>
                                    </p:set>
                                    <p:animEffect transition="in" filter="strips(downLeft)">
                                      <p:cBhvr>
                                        <p:cTn id="3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Rectangle 33">
            <a:extLst>
              <a:ext uri="{FF2B5EF4-FFF2-40B4-BE49-F238E27FC236}">
                <a16:creationId xmlns:a16="http://schemas.microsoft.com/office/drawing/2014/main" id="{99815158-64C5-4739-B18F-76319A2D5169}"/>
              </a:ext>
            </a:extLst>
          </p:cNvPr>
          <p:cNvSpPr/>
          <p:nvPr/>
        </p:nvSpPr>
        <p:spPr>
          <a:xfrm>
            <a:off x="0" y="1273175"/>
            <a:ext cx="9144000" cy="3744913"/>
          </a:xfrm>
          <a:prstGeom prst="rect">
            <a:avLst/>
          </a:prstGeom>
          <a:solidFill>
            <a:srgbClr val="013B6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685800" eaLnBrk="1" fontAlgn="auto" hangingPunct="1">
              <a:defRPr/>
            </a:pPr>
            <a:endParaRPr lang="en-US" sz="3000" noProof="1">
              <a:solidFill>
                <a:prstClr val="white"/>
              </a:solidFill>
              <a:ea typeface="微软雅黑"/>
            </a:endParaRPr>
          </a:p>
        </p:txBody>
      </p:sp>
      <p:sp>
        <p:nvSpPr>
          <p:cNvPr id="4" name="矩形 3">
            <a:extLst>
              <a:ext uri="{FF2B5EF4-FFF2-40B4-BE49-F238E27FC236}">
                <a16:creationId xmlns:a16="http://schemas.microsoft.com/office/drawing/2014/main" id="{EF55DE35-D2ED-4A88-8065-ED1E8E084E8B}"/>
              </a:ext>
            </a:extLst>
          </p:cNvPr>
          <p:cNvSpPr/>
          <p:nvPr/>
        </p:nvSpPr>
        <p:spPr>
          <a:xfrm>
            <a:off x="2786943" y="2209446"/>
            <a:ext cx="3560590" cy="1015663"/>
          </a:xfrm>
          <a:prstGeom prst="rect">
            <a:avLst/>
          </a:prstGeom>
          <a:noFill/>
        </p:spPr>
        <p:txBody>
          <a:bodyPr wrap="none">
            <a:spAutoFit/>
          </a:bodyPr>
          <a:lstStyle/>
          <a:p>
            <a:pPr algn="ctr" eaLnBrk="1" fontAlgn="auto" hangingPunct="1">
              <a:defRPr/>
            </a:pPr>
            <a:r>
              <a:rPr lang="en-US" altLang="zh-CN" sz="6000" noProof="1">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a:ea typeface="微软雅黑"/>
              </a:rPr>
              <a:t>THANKS!</a:t>
            </a:r>
            <a:endParaRPr lang="zh-CN" altLang="en-US" sz="6000" noProof="1">
              <a:ln w="18415" cmpd="sng">
                <a:solidFill>
                  <a:srgbClr val="FFFFFF"/>
                </a:solidFill>
                <a:prstDash val="solid"/>
              </a:ln>
              <a:solidFill>
                <a:srgbClr val="FFFFFF"/>
              </a:solidFill>
              <a:effectLst>
                <a:outerShdw blurRad="63500" dir="3600000" algn="tl" rotWithShape="0">
                  <a:srgbClr val="000000">
                    <a:alpha val="70000"/>
                  </a:srgbClr>
                </a:outerShdw>
              </a:effectLst>
              <a:ea typeface="微软雅黑"/>
            </a:endParaRPr>
          </a:p>
        </p:txBody>
      </p:sp>
      <p:grpSp>
        <p:nvGrpSpPr>
          <p:cNvPr id="5" name="组合 4">
            <a:extLst>
              <a:ext uri="{FF2B5EF4-FFF2-40B4-BE49-F238E27FC236}">
                <a16:creationId xmlns:a16="http://schemas.microsoft.com/office/drawing/2014/main" id="{BB75F2E1-7B32-43E3-8476-88DEA49DFA5D}"/>
              </a:ext>
            </a:extLst>
          </p:cNvPr>
          <p:cNvGrpSpPr>
            <a:grpSpLocks/>
          </p:cNvGrpSpPr>
          <p:nvPr/>
        </p:nvGrpSpPr>
        <p:grpSpPr bwMode="auto">
          <a:xfrm>
            <a:off x="4284663" y="554038"/>
            <a:ext cx="565150" cy="565150"/>
            <a:chOff x="2195736" y="5157192"/>
            <a:chExt cx="864096" cy="864096"/>
          </a:xfrm>
        </p:grpSpPr>
        <p:sp>
          <p:nvSpPr>
            <p:cNvPr id="6" name="椭圆 5">
              <a:extLst>
                <a:ext uri="{FF2B5EF4-FFF2-40B4-BE49-F238E27FC236}">
                  <a16:creationId xmlns:a16="http://schemas.microsoft.com/office/drawing/2014/main" id="{E1D1FCCB-1F88-4C76-B200-E5D72C821E42}"/>
                </a:ext>
              </a:extLst>
            </p:cNvPr>
            <p:cNvSpPr/>
            <p:nvPr/>
          </p:nvSpPr>
          <p:spPr>
            <a:xfrm>
              <a:off x="2195736" y="5157192"/>
              <a:ext cx="864096" cy="864096"/>
            </a:xfrm>
            <a:prstGeom prst="ellipse">
              <a:avLst/>
            </a:prstGeom>
            <a:solidFill>
              <a:srgbClr val="013B6D"/>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685800" eaLnBrk="1" fontAlgn="auto" hangingPunct="1">
                <a:defRPr/>
              </a:pPr>
              <a:endParaRPr lang="zh-CN" altLang="en-US" sz="3000" noProof="1">
                <a:solidFill>
                  <a:prstClr val="white"/>
                </a:solidFill>
                <a:ea typeface="微软雅黑"/>
              </a:endParaRPr>
            </a:p>
          </p:txBody>
        </p:sp>
        <p:sp>
          <p:nvSpPr>
            <p:cNvPr id="79894" name="Freeform 12">
              <a:extLst>
                <a:ext uri="{FF2B5EF4-FFF2-40B4-BE49-F238E27FC236}">
                  <a16:creationId xmlns:a16="http://schemas.microsoft.com/office/drawing/2014/main" id="{6764CA93-77E4-42C0-A24D-127EC86D25B2}"/>
                </a:ext>
              </a:extLst>
            </p:cNvPr>
            <p:cNvSpPr>
              <a:spLocks noEditPoints="1" noChangeArrowheads="1"/>
            </p:cNvSpPr>
            <p:nvPr/>
          </p:nvSpPr>
          <p:spPr bwMode="auto">
            <a:xfrm>
              <a:off x="2420939" y="5327612"/>
              <a:ext cx="437585" cy="528084"/>
            </a:xfrm>
            <a:custGeom>
              <a:avLst/>
              <a:gdLst>
                <a:gd name="T0" fmla="*/ 437585 w 709"/>
                <a:gd name="T1" fmla="*/ 424553 h 709"/>
                <a:gd name="T2" fmla="*/ 230210 w 709"/>
                <a:gd name="T3" fmla="*/ 528084 h 709"/>
                <a:gd name="T4" fmla="*/ 230210 w 709"/>
                <a:gd name="T5" fmla="*/ 218980 h 709"/>
                <a:gd name="T6" fmla="*/ 437585 w 709"/>
                <a:gd name="T7" fmla="*/ 114704 h 709"/>
                <a:gd name="T8" fmla="*/ 437585 w 709"/>
                <a:gd name="T9" fmla="*/ 424553 h 709"/>
                <a:gd name="T10" fmla="*/ 206757 w 709"/>
                <a:gd name="T11" fmla="*/ 218980 h 709"/>
                <a:gd name="T12" fmla="*/ 0 w 709"/>
                <a:gd name="T13" fmla="*/ 114704 h 709"/>
                <a:gd name="T14" fmla="*/ 0 w 709"/>
                <a:gd name="T15" fmla="*/ 424553 h 709"/>
                <a:gd name="T16" fmla="*/ 206757 w 709"/>
                <a:gd name="T17" fmla="*/ 528084 h 709"/>
                <a:gd name="T18" fmla="*/ 206757 w 709"/>
                <a:gd name="T19" fmla="*/ 218980 h 709"/>
                <a:gd name="T20" fmla="*/ 218484 w 709"/>
                <a:gd name="T21" fmla="*/ 0 h 709"/>
                <a:gd name="T22" fmla="*/ 0 w 709"/>
                <a:gd name="T23" fmla="*/ 93848 h 709"/>
                <a:gd name="T24" fmla="*/ 218484 w 709"/>
                <a:gd name="T25" fmla="*/ 199614 h 709"/>
                <a:gd name="T26" fmla="*/ 437585 w 709"/>
                <a:gd name="T27" fmla="*/ 93848 h 709"/>
                <a:gd name="T28" fmla="*/ 218484 w 709"/>
                <a:gd name="T29" fmla="*/ 0 h 70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09"/>
                <a:gd name="T46" fmla="*/ 0 h 709"/>
                <a:gd name="T47" fmla="*/ 709 w 709"/>
                <a:gd name="T48" fmla="*/ 709 h 70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09" h="709">
                  <a:moveTo>
                    <a:pt x="709" y="570"/>
                  </a:moveTo>
                  <a:lnTo>
                    <a:pt x="373" y="709"/>
                  </a:lnTo>
                  <a:lnTo>
                    <a:pt x="373" y="294"/>
                  </a:lnTo>
                  <a:lnTo>
                    <a:pt x="709" y="154"/>
                  </a:lnTo>
                  <a:lnTo>
                    <a:pt x="709" y="570"/>
                  </a:lnTo>
                  <a:close/>
                  <a:moveTo>
                    <a:pt x="335" y="294"/>
                  </a:moveTo>
                  <a:lnTo>
                    <a:pt x="0" y="154"/>
                  </a:lnTo>
                  <a:lnTo>
                    <a:pt x="0" y="570"/>
                  </a:lnTo>
                  <a:lnTo>
                    <a:pt x="335" y="709"/>
                  </a:lnTo>
                  <a:lnTo>
                    <a:pt x="335" y="294"/>
                  </a:lnTo>
                  <a:close/>
                  <a:moveTo>
                    <a:pt x="354" y="0"/>
                  </a:moveTo>
                  <a:lnTo>
                    <a:pt x="0" y="126"/>
                  </a:lnTo>
                  <a:lnTo>
                    <a:pt x="354" y="268"/>
                  </a:lnTo>
                  <a:lnTo>
                    <a:pt x="709" y="126"/>
                  </a:lnTo>
                  <a:lnTo>
                    <a:pt x="35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82305" tIns="41153" rIns="82305" bIns="41153"/>
            <a:lstStyle/>
            <a:p>
              <a:endParaRPr lang="zh-CN" altLang="en-US"/>
            </a:p>
          </p:txBody>
        </p:sp>
      </p:grpSp>
      <p:grpSp>
        <p:nvGrpSpPr>
          <p:cNvPr id="7" name="组合 7">
            <a:extLst>
              <a:ext uri="{FF2B5EF4-FFF2-40B4-BE49-F238E27FC236}">
                <a16:creationId xmlns:a16="http://schemas.microsoft.com/office/drawing/2014/main" id="{E18F7116-598B-4D27-8E4E-7A30F5F84C70}"/>
              </a:ext>
            </a:extLst>
          </p:cNvPr>
          <p:cNvGrpSpPr>
            <a:grpSpLocks/>
          </p:cNvGrpSpPr>
          <p:nvPr/>
        </p:nvGrpSpPr>
        <p:grpSpPr bwMode="auto">
          <a:xfrm>
            <a:off x="5011738" y="554038"/>
            <a:ext cx="566737" cy="565150"/>
            <a:chOff x="2267143" y="2492896"/>
            <a:chExt cx="864096" cy="864096"/>
          </a:xfrm>
        </p:grpSpPr>
        <p:sp>
          <p:nvSpPr>
            <p:cNvPr id="9" name="椭圆 8">
              <a:extLst>
                <a:ext uri="{FF2B5EF4-FFF2-40B4-BE49-F238E27FC236}">
                  <a16:creationId xmlns:a16="http://schemas.microsoft.com/office/drawing/2014/main" id="{B21D223A-95BE-4CB3-BD79-06DCAD2EF8BA}"/>
                </a:ext>
              </a:extLst>
            </p:cNvPr>
            <p:cNvSpPr/>
            <p:nvPr/>
          </p:nvSpPr>
          <p:spPr>
            <a:xfrm>
              <a:off x="2267143" y="2492896"/>
              <a:ext cx="864096" cy="864096"/>
            </a:xfrm>
            <a:prstGeom prst="ellipse">
              <a:avLst/>
            </a:prstGeom>
            <a:solidFill>
              <a:srgbClr val="013B6D"/>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685800" eaLnBrk="1" fontAlgn="auto" hangingPunct="1">
                <a:defRPr/>
              </a:pPr>
              <a:endParaRPr lang="zh-CN" altLang="en-US" sz="3000" noProof="1">
                <a:solidFill>
                  <a:prstClr val="white"/>
                </a:solidFill>
                <a:ea typeface="微软雅黑"/>
              </a:endParaRPr>
            </a:p>
          </p:txBody>
        </p:sp>
        <p:sp>
          <p:nvSpPr>
            <p:cNvPr id="79892" name="Freeform 18">
              <a:extLst>
                <a:ext uri="{FF2B5EF4-FFF2-40B4-BE49-F238E27FC236}">
                  <a16:creationId xmlns:a16="http://schemas.microsoft.com/office/drawing/2014/main" id="{7F6BBFD9-89ED-4D96-A951-F5022C9FC84C}"/>
                </a:ext>
              </a:extLst>
            </p:cNvPr>
            <p:cNvSpPr>
              <a:spLocks noEditPoints="1" noChangeArrowheads="1"/>
            </p:cNvSpPr>
            <p:nvPr/>
          </p:nvSpPr>
          <p:spPr bwMode="auto">
            <a:xfrm>
              <a:off x="2496467" y="2693855"/>
              <a:ext cx="423965" cy="470210"/>
            </a:xfrm>
            <a:custGeom>
              <a:avLst/>
              <a:gdLst>
                <a:gd name="T0" fmla="*/ 222323 w 246"/>
                <a:gd name="T1" fmla="*/ 300934 h 300"/>
                <a:gd name="T2" fmla="*/ 74108 w 246"/>
                <a:gd name="T3" fmla="*/ 316608 h 300"/>
                <a:gd name="T4" fmla="*/ 222323 w 246"/>
                <a:gd name="T5" fmla="*/ 197488 h 300"/>
                <a:gd name="T6" fmla="*/ 74108 w 246"/>
                <a:gd name="T7" fmla="*/ 211595 h 300"/>
                <a:gd name="T8" fmla="*/ 222323 w 246"/>
                <a:gd name="T9" fmla="*/ 197488 h 300"/>
                <a:gd name="T10" fmla="*/ 370539 w 246"/>
                <a:gd name="T11" fmla="*/ 158304 h 300"/>
                <a:gd name="T12" fmla="*/ 377432 w 246"/>
                <a:gd name="T13" fmla="*/ 141063 h 300"/>
                <a:gd name="T14" fmla="*/ 358474 w 246"/>
                <a:gd name="T15" fmla="*/ 173978 h 300"/>
                <a:gd name="T16" fmla="*/ 74108 w 246"/>
                <a:gd name="T17" fmla="*/ 144198 h 300"/>
                <a:gd name="T18" fmla="*/ 201642 w 246"/>
                <a:gd name="T19" fmla="*/ 159871 h 300"/>
                <a:gd name="T20" fmla="*/ 74108 w 246"/>
                <a:gd name="T21" fmla="*/ 368331 h 300"/>
                <a:gd name="T22" fmla="*/ 201642 w 246"/>
                <a:gd name="T23" fmla="*/ 354225 h 300"/>
                <a:gd name="T24" fmla="*/ 74108 w 246"/>
                <a:gd name="T25" fmla="*/ 368331 h 300"/>
                <a:gd name="T26" fmla="*/ 18958 w 246"/>
                <a:gd name="T27" fmla="*/ 449834 h 300"/>
                <a:gd name="T28" fmla="*/ 60320 w 246"/>
                <a:gd name="T29" fmla="*/ 56425 h 300"/>
                <a:gd name="T30" fmla="*/ 0 w 246"/>
                <a:gd name="T31" fmla="*/ 34482 h 300"/>
                <a:gd name="T32" fmla="*/ 377432 w 246"/>
                <a:gd name="T33" fmla="*/ 470210 h 300"/>
                <a:gd name="T34" fmla="*/ 358474 w 246"/>
                <a:gd name="T35" fmla="*/ 271154 h 300"/>
                <a:gd name="T36" fmla="*/ 201642 w 246"/>
                <a:gd name="T37" fmla="*/ 249211 h 300"/>
                <a:gd name="T38" fmla="*/ 74108 w 246"/>
                <a:gd name="T39" fmla="*/ 264885 h 300"/>
                <a:gd name="T40" fmla="*/ 201642 w 246"/>
                <a:gd name="T41" fmla="*/ 249211 h 300"/>
                <a:gd name="T42" fmla="*/ 98236 w 246"/>
                <a:gd name="T43" fmla="*/ 34482 h 300"/>
                <a:gd name="T44" fmla="*/ 148215 w 246"/>
                <a:gd name="T45" fmla="*/ 31347 h 300"/>
                <a:gd name="T46" fmla="*/ 189578 w 246"/>
                <a:gd name="T47" fmla="*/ 0 h 300"/>
                <a:gd name="T48" fmla="*/ 229217 w 246"/>
                <a:gd name="T49" fmla="*/ 31347 h 300"/>
                <a:gd name="T50" fmla="*/ 279196 w 246"/>
                <a:gd name="T51" fmla="*/ 34482 h 300"/>
                <a:gd name="T52" fmla="*/ 308495 w 246"/>
                <a:gd name="T53" fmla="*/ 67397 h 300"/>
                <a:gd name="T54" fmla="*/ 70661 w 246"/>
                <a:gd name="T55" fmla="*/ 56425 h 300"/>
                <a:gd name="T56" fmla="*/ 189578 w 246"/>
                <a:gd name="T57" fmla="*/ 31347 h 300"/>
                <a:gd name="T58" fmla="*/ 189578 w 246"/>
                <a:gd name="T59" fmla="*/ 17241 h 300"/>
                <a:gd name="T60" fmla="*/ 327453 w 246"/>
                <a:gd name="T61" fmla="*/ 421622 h 300"/>
                <a:gd name="T62" fmla="*/ 49980 w 246"/>
                <a:gd name="T63" fmla="*/ 92475 h 300"/>
                <a:gd name="T64" fmla="*/ 327453 w 246"/>
                <a:gd name="T65" fmla="*/ 111283 h 300"/>
                <a:gd name="T66" fmla="*/ 344687 w 246"/>
                <a:gd name="T67" fmla="*/ 76801 h 300"/>
                <a:gd name="T68" fmla="*/ 32745 w 246"/>
                <a:gd name="T69" fmla="*/ 435728 h 300"/>
                <a:gd name="T70" fmla="*/ 344687 w 246"/>
                <a:gd name="T71" fmla="*/ 289963 h 300"/>
                <a:gd name="T72" fmla="*/ 327453 w 246"/>
                <a:gd name="T73" fmla="*/ 421622 h 300"/>
                <a:gd name="T74" fmla="*/ 327453 w 246"/>
                <a:gd name="T75" fmla="*/ 208460 h 300"/>
                <a:gd name="T76" fmla="*/ 344687 w 246"/>
                <a:gd name="T77" fmla="*/ 194353 h 300"/>
                <a:gd name="T78" fmla="*/ 370539 w 246"/>
                <a:gd name="T79" fmla="*/ 54858 h 300"/>
                <a:gd name="T80" fmla="*/ 377432 w 246"/>
                <a:gd name="T81" fmla="*/ 34482 h 300"/>
                <a:gd name="T82" fmla="*/ 317112 w 246"/>
                <a:gd name="T83" fmla="*/ 56425 h 300"/>
                <a:gd name="T84" fmla="*/ 358474 w 246"/>
                <a:gd name="T85" fmla="*/ 68964 h 300"/>
                <a:gd name="T86" fmla="*/ 423965 w 246"/>
                <a:gd name="T87" fmla="*/ 64262 h 300"/>
                <a:gd name="T88" fmla="*/ 267132 w 246"/>
                <a:gd name="T89" fmla="*/ 210027 h 300"/>
                <a:gd name="T90" fmla="*/ 268856 w 246"/>
                <a:gd name="T91" fmla="*/ 144198 h 300"/>
                <a:gd name="T92" fmla="*/ 375709 w 246"/>
                <a:gd name="T93" fmla="*/ 64262 h 300"/>
                <a:gd name="T94" fmla="*/ 423965 w 246"/>
                <a:gd name="T95" fmla="*/ 167708 h 300"/>
                <a:gd name="T96" fmla="*/ 267132 w 246"/>
                <a:gd name="T97" fmla="*/ 315041 h 300"/>
                <a:gd name="T98" fmla="*/ 268856 w 246"/>
                <a:gd name="T99" fmla="*/ 249211 h 300"/>
                <a:gd name="T100" fmla="*/ 375709 w 246"/>
                <a:gd name="T101" fmla="*/ 167708 h 30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46"/>
                <a:gd name="T154" fmla="*/ 0 h 300"/>
                <a:gd name="T155" fmla="*/ 246 w 246"/>
                <a:gd name="T156" fmla="*/ 300 h 30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46" h="300">
                  <a:moveTo>
                    <a:pt x="43" y="192"/>
                  </a:moveTo>
                  <a:cubicBezTo>
                    <a:pt x="129" y="192"/>
                    <a:pt x="129" y="192"/>
                    <a:pt x="129" y="192"/>
                  </a:cubicBezTo>
                  <a:cubicBezTo>
                    <a:pt x="129" y="202"/>
                    <a:pt x="129" y="202"/>
                    <a:pt x="129" y="202"/>
                  </a:cubicBezTo>
                  <a:cubicBezTo>
                    <a:pt x="43" y="202"/>
                    <a:pt x="43" y="202"/>
                    <a:pt x="43" y="202"/>
                  </a:cubicBezTo>
                  <a:lnTo>
                    <a:pt x="43" y="192"/>
                  </a:lnTo>
                  <a:close/>
                  <a:moveTo>
                    <a:pt x="129" y="126"/>
                  </a:moveTo>
                  <a:cubicBezTo>
                    <a:pt x="43" y="126"/>
                    <a:pt x="43" y="126"/>
                    <a:pt x="43" y="126"/>
                  </a:cubicBezTo>
                  <a:cubicBezTo>
                    <a:pt x="43" y="135"/>
                    <a:pt x="43" y="135"/>
                    <a:pt x="43" y="135"/>
                  </a:cubicBezTo>
                  <a:cubicBezTo>
                    <a:pt x="129" y="135"/>
                    <a:pt x="129" y="135"/>
                    <a:pt x="129" y="135"/>
                  </a:cubicBezTo>
                  <a:lnTo>
                    <a:pt x="129" y="126"/>
                  </a:lnTo>
                  <a:close/>
                  <a:moveTo>
                    <a:pt x="208" y="111"/>
                  </a:moveTo>
                  <a:cubicBezTo>
                    <a:pt x="215" y="101"/>
                    <a:pt x="215" y="101"/>
                    <a:pt x="215" y="101"/>
                  </a:cubicBezTo>
                  <a:cubicBezTo>
                    <a:pt x="219" y="101"/>
                    <a:pt x="219" y="101"/>
                    <a:pt x="219" y="101"/>
                  </a:cubicBezTo>
                  <a:cubicBezTo>
                    <a:pt x="219" y="90"/>
                    <a:pt x="219" y="90"/>
                    <a:pt x="219" y="90"/>
                  </a:cubicBezTo>
                  <a:cubicBezTo>
                    <a:pt x="208" y="106"/>
                    <a:pt x="208" y="106"/>
                    <a:pt x="208" y="106"/>
                  </a:cubicBezTo>
                  <a:lnTo>
                    <a:pt x="208" y="111"/>
                  </a:lnTo>
                  <a:close/>
                  <a:moveTo>
                    <a:pt x="117" y="92"/>
                  </a:moveTo>
                  <a:cubicBezTo>
                    <a:pt x="43" y="92"/>
                    <a:pt x="43" y="92"/>
                    <a:pt x="43" y="92"/>
                  </a:cubicBezTo>
                  <a:cubicBezTo>
                    <a:pt x="43" y="102"/>
                    <a:pt x="43" y="102"/>
                    <a:pt x="43" y="102"/>
                  </a:cubicBezTo>
                  <a:cubicBezTo>
                    <a:pt x="117" y="102"/>
                    <a:pt x="117" y="102"/>
                    <a:pt x="117" y="102"/>
                  </a:cubicBezTo>
                  <a:lnTo>
                    <a:pt x="117" y="92"/>
                  </a:lnTo>
                  <a:close/>
                  <a:moveTo>
                    <a:pt x="43" y="235"/>
                  </a:moveTo>
                  <a:cubicBezTo>
                    <a:pt x="117" y="235"/>
                    <a:pt x="117" y="235"/>
                    <a:pt x="117" y="235"/>
                  </a:cubicBezTo>
                  <a:cubicBezTo>
                    <a:pt x="117" y="226"/>
                    <a:pt x="117" y="226"/>
                    <a:pt x="117" y="226"/>
                  </a:cubicBezTo>
                  <a:cubicBezTo>
                    <a:pt x="43" y="226"/>
                    <a:pt x="43" y="226"/>
                    <a:pt x="43" y="226"/>
                  </a:cubicBezTo>
                  <a:lnTo>
                    <a:pt x="43" y="235"/>
                  </a:lnTo>
                  <a:close/>
                  <a:moveTo>
                    <a:pt x="208" y="287"/>
                  </a:moveTo>
                  <a:cubicBezTo>
                    <a:pt x="11" y="287"/>
                    <a:pt x="11" y="287"/>
                    <a:pt x="11" y="287"/>
                  </a:cubicBezTo>
                  <a:cubicBezTo>
                    <a:pt x="11" y="36"/>
                    <a:pt x="11" y="36"/>
                    <a:pt x="11" y="36"/>
                  </a:cubicBezTo>
                  <a:cubicBezTo>
                    <a:pt x="35" y="36"/>
                    <a:pt x="35" y="36"/>
                    <a:pt x="35" y="36"/>
                  </a:cubicBezTo>
                  <a:cubicBezTo>
                    <a:pt x="37" y="31"/>
                    <a:pt x="40" y="26"/>
                    <a:pt x="44" y="22"/>
                  </a:cubicBezTo>
                  <a:cubicBezTo>
                    <a:pt x="0" y="22"/>
                    <a:pt x="0" y="22"/>
                    <a:pt x="0" y="22"/>
                  </a:cubicBezTo>
                  <a:cubicBezTo>
                    <a:pt x="0" y="300"/>
                    <a:pt x="0" y="300"/>
                    <a:pt x="0" y="300"/>
                  </a:cubicBezTo>
                  <a:cubicBezTo>
                    <a:pt x="219" y="300"/>
                    <a:pt x="219" y="300"/>
                    <a:pt x="219" y="300"/>
                  </a:cubicBezTo>
                  <a:cubicBezTo>
                    <a:pt x="219" y="157"/>
                    <a:pt x="219" y="157"/>
                    <a:pt x="219" y="157"/>
                  </a:cubicBezTo>
                  <a:cubicBezTo>
                    <a:pt x="208" y="173"/>
                    <a:pt x="208" y="173"/>
                    <a:pt x="208" y="173"/>
                  </a:cubicBezTo>
                  <a:lnTo>
                    <a:pt x="208" y="287"/>
                  </a:lnTo>
                  <a:close/>
                  <a:moveTo>
                    <a:pt x="117" y="159"/>
                  </a:moveTo>
                  <a:cubicBezTo>
                    <a:pt x="43" y="159"/>
                    <a:pt x="43" y="159"/>
                    <a:pt x="43" y="159"/>
                  </a:cubicBezTo>
                  <a:cubicBezTo>
                    <a:pt x="43" y="169"/>
                    <a:pt x="43" y="169"/>
                    <a:pt x="43" y="169"/>
                  </a:cubicBezTo>
                  <a:cubicBezTo>
                    <a:pt x="117" y="169"/>
                    <a:pt x="117" y="169"/>
                    <a:pt x="117" y="169"/>
                  </a:cubicBezTo>
                  <a:lnTo>
                    <a:pt x="117" y="159"/>
                  </a:lnTo>
                  <a:close/>
                  <a:moveTo>
                    <a:pt x="41" y="36"/>
                  </a:moveTo>
                  <a:cubicBezTo>
                    <a:pt x="43" y="29"/>
                    <a:pt x="50" y="25"/>
                    <a:pt x="57" y="22"/>
                  </a:cubicBezTo>
                  <a:cubicBezTo>
                    <a:pt x="63" y="21"/>
                    <a:pt x="71" y="20"/>
                    <a:pt x="77" y="20"/>
                  </a:cubicBezTo>
                  <a:cubicBezTo>
                    <a:pt x="80" y="20"/>
                    <a:pt x="83" y="20"/>
                    <a:pt x="86" y="20"/>
                  </a:cubicBezTo>
                  <a:cubicBezTo>
                    <a:pt x="87" y="20"/>
                    <a:pt x="88" y="20"/>
                    <a:pt x="89" y="20"/>
                  </a:cubicBezTo>
                  <a:cubicBezTo>
                    <a:pt x="89" y="9"/>
                    <a:pt x="98" y="0"/>
                    <a:pt x="110" y="0"/>
                  </a:cubicBezTo>
                  <a:cubicBezTo>
                    <a:pt x="121" y="0"/>
                    <a:pt x="130" y="9"/>
                    <a:pt x="130" y="20"/>
                  </a:cubicBezTo>
                  <a:cubicBezTo>
                    <a:pt x="131" y="20"/>
                    <a:pt x="132" y="20"/>
                    <a:pt x="133" y="20"/>
                  </a:cubicBezTo>
                  <a:cubicBezTo>
                    <a:pt x="136" y="20"/>
                    <a:pt x="139" y="20"/>
                    <a:pt x="142" y="20"/>
                  </a:cubicBezTo>
                  <a:cubicBezTo>
                    <a:pt x="149" y="20"/>
                    <a:pt x="156" y="21"/>
                    <a:pt x="162" y="22"/>
                  </a:cubicBezTo>
                  <a:cubicBezTo>
                    <a:pt x="170" y="25"/>
                    <a:pt x="176" y="29"/>
                    <a:pt x="178" y="36"/>
                  </a:cubicBezTo>
                  <a:cubicBezTo>
                    <a:pt x="179" y="38"/>
                    <a:pt x="179" y="41"/>
                    <a:pt x="179" y="43"/>
                  </a:cubicBezTo>
                  <a:cubicBezTo>
                    <a:pt x="145" y="43"/>
                    <a:pt x="74" y="43"/>
                    <a:pt x="40" y="43"/>
                  </a:cubicBezTo>
                  <a:cubicBezTo>
                    <a:pt x="40" y="41"/>
                    <a:pt x="41" y="38"/>
                    <a:pt x="41" y="36"/>
                  </a:cubicBezTo>
                  <a:close/>
                  <a:moveTo>
                    <a:pt x="99" y="20"/>
                  </a:moveTo>
                  <a:cubicBezTo>
                    <a:pt x="103" y="20"/>
                    <a:pt x="106" y="20"/>
                    <a:pt x="110" y="20"/>
                  </a:cubicBezTo>
                  <a:cubicBezTo>
                    <a:pt x="113" y="20"/>
                    <a:pt x="116" y="20"/>
                    <a:pt x="120" y="20"/>
                  </a:cubicBezTo>
                  <a:cubicBezTo>
                    <a:pt x="119" y="15"/>
                    <a:pt x="115" y="11"/>
                    <a:pt x="110" y="11"/>
                  </a:cubicBezTo>
                  <a:cubicBezTo>
                    <a:pt x="104" y="11"/>
                    <a:pt x="100" y="15"/>
                    <a:pt x="99" y="20"/>
                  </a:cubicBezTo>
                  <a:close/>
                  <a:moveTo>
                    <a:pt x="190" y="269"/>
                  </a:moveTo>
                  <a:cubicBezTo>
                    <a:pt x="29" y="269"/>
                    <a:pt x="29" y="269"/>
                    <a:pt x="29" y="269"/>
                  </a:cubicBezTo>
                  <a:cubicBezTo>
                    <a:pt x="29" y="59"/>
                    <a:pt x="29" y="59"/>
                    <a:pt x="29" y="59"/>
                  </a:cubicBezTo>
                  <a:cubicBezTo>
                    <a:pt x="190" y="59"/>
                    <a:pt x="190" y="59"/>
                    <a:pt x="190" y="59"/>
                  </a:cubicBezTo>
                  <a:cubicBezTo>
                    <a:pt x="190" y="71"/>
                    <a:pt x="190" y="71"/>
                    <a:pt x="190" y="71"/>
                  </a:cubicBezTo>
                  <a:cubicBezTo>
                    <a:pt x="200" y="57"/>
                    <a:pt x="200" y="57"/>
                    <a:pt x="200" y="57"/>
                  </a:cubicBezTo>
                  <a:cubicBezTo>
                    <a:pt x="200" y="49"/>
                    <a:pt x="200" y="49"/>
                    <a:pt x="200" y="49"/>
                  </a:cubicBezTo>
                  <a:cubicBezTo>
                    <a:pt x="19" y="49"/>
                    <a:pt x="19" y="49"/>
                    <a:pt x="19" y="49"/>
                  </a:cubicBezTo>
                  <a:cubicBezTo>
                    <a:pt x="19" y="278"/>
                    <a:pt x="19" y="278"/>
                    <a:pt x="19" y="278"/>
                  </a:cubicBezTo>
                  <a:cubicBezTo>
                    <a:pt x="200" y="278"/>
                    <a:pt x="200" y="278"/>
                    <a:pt x="200" y="278"/>
                  </a:cubicBezTo>
                  <a:cubicBezTo>
                    <a:pt x="200" y="185"/>
                    <a:pt x="200" y="185"/>
                    <a:pt x="200" y="185"/>
                  </a:cubicBezTo>
                  <a:cubicBezTo>
                    <a:pt x="190" y="199"/>
                    <a:pt x="190" y="199"/>
                    <a:pt x="190" y="199"/>
                  </a:cubicBezTo>
                  <a:lnTo>
                    <a:pt x="190" y="269"/>
                  </a:lnTo>
                  <a:close/>
                  <a:moveTo>
                    <a:pt x="200" y="119"/>
                  </a:moveTo>
                  <a:cubicBezTo>
                    <a:pt x="190" y="133"/>
                    <a:pt x="190" y="133"/>
                    <a:pt x="190" y="133"/>
                  </a:cubicBezTo>
                  <a:cubicBezTo>
                    <a:pt x="190" y="138"/>
                    <a:pt x="190" y="138"/>
                    <a:pt x="190" y="138"/>
                  </a:cubicBezTo>
                  <a:cubicBezTo>
                    <a:pt x="200" y="124"/>
                    <a:pt x="200" y="124"/>
                    <a:pt x="200" y="124"/>
                  </a:cubicBezTo>
                  <a:lnTo>
                    <a:pt x="200" y="119"/>
                  </a:lnTo>
                  <a:close/>
                  <a:moveTo>
                    <a:pt x="215" y="35"/>
                  </a:moveTo>
                  <a:cubicBezTo>
                    <a:pt x="219" y="35"/>
                    <a:pt x="219" y="35"/>
                    <a:pt x="219" y="35"/>
                  </a:cubicBezTo>
                  <a:cubicBezTo>
                    <a:pt x="219" y="22"/>
                    <a:pt x="219" y="22"/>
                    <a:pt x="219" y="22"/>
                  </a:cubicBezTo>
                  <a:cubicBezTo>
                    <a:pt x="175" y="22"/>
                    <a:pt x="175" y="22"/>
                    <a:pt x="175" y="22"/>
                  </a:cubicBezTo>
                  <a:cubicBezTo>
                    <a:pt x="179" y="26"/>
                    <a:pt x="182" y="30"/>
                    <a:pt x="184" y="36"/>
                  </a:cubicBezTo>
                  <a:cubicBezTo>
                    <a:pt x="208" y="36"/>
                    <a:pt x="208" y="36"/>
                    <a:pt x="208" y="36"/>
                  </a:cubicBezTo>
                  <a:cubicBezTo>
                    <a:pt x="208" y="44"/>
                    <a:pt x="208" y="44"/>
                    <a:pt x="208" y="44"/>
                  </a:cubicBezTo>
                  <a:lnTo>
                    <a:pt x="215" y="35"/>
                  </a:lnTo>
                  <a:close/>
                  <a:moveTo>
                    <a:pt x="246" y="41"/>
                  </a:moveTo>
                  <a:cubicBezTo>
                    <a:pt x="182" y="134"/>
                    <a:pt x="182" y="134"/>
                    <a:pt x="182" y="134"/>
                  </a:cubicBezTo>
                  <a:cubicBezTo>
                    <a:pt x="155" y="134"/>
                    <a:pt x="155" y="134"/>
                    <a:pt x="155" y="134"/>
                  </a:cubicBezTo>
                  <a:cubicBezTo>
                    <a:pt x="129" y="92"/>
                    <a:pt x="129" y="92"/>
                    <a:pt x="129" y="92"/>
                  </a:cubicBezTo>
                  <a:cubicBezTo>
                    <a:pt x="156" y="92"/>
                    <a:pt x="156" y="92"/>
                    <a:pt x="156" y="92"/>
                  </a:cubicBezTo>
                  <a:cubicBezTo>
                    <a:pt x="169" y="113"/>
                    <a:pt x="169" y="113"/>
                    <a:pt x="169" y="113"/>
                  </a:cubicBezTo>
                  <a:cubicBezTo>
                    <a:pt x="218" y="41"/>
                    <a:pt x="218" y="41"/>
                    <a:pt x="218" y="41"/>
                  </a:cubicBezTo>
                  <a:lnTo>
                    <a:pt x="246" y="41"/>
                  </a:lnTo>
                  <a:close/>
                  <a:moveTo>
                    <a:pt x="246" y="107"/>
                  </a:moveTo>
                  <a:cubicBezTo>
                    <a:pt x="182" y="201"/>
                    <a:pt x="182" y="201"/>
                    <a:pt x="182" y="201"/>
                  </a:cubicBezTo>
                  <a:cubicBezTo>
                    <a:pt x="155" y="201"/>
                    <a:pt x="155" y="201"/>
                    <a:pt x="155" y="201"/>
                  </a:cubicBezTo>
                  <a:cubicBezTo>
                    <a:pt x="129" y="159"/>
                    <a:pt x="129" y="159"/>
                    <a:pt x="129" y="159"/>
                  </a:cubicBezTo>
                  <a:cubicBezTo>
                    <a:pt x="156" y="159"/>
                    <a:pt x="156" y="159"/>
                    <a:pt x="156" y="159"/>
                  </a:cubicBezTo>
                  <a:cubicBezTo>
                    <a:pt x="169" y="180"/>
                    <a:pt x="169" y="180"/>
                    <a:pt x="169" y="180"/>
                  </a:cubicBezTo>
                  <a:cubicBezTo>
                    <a:pt x="218" y="107"/>
                    <a:pt x="218" y="107"/>
                    <a:pt x="218" y="107"/>
                  </a:cubicBezTo>
                  <a:lnTo>
                    <a:pt x="246" y="10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82305" tIns="41153" rIns="82305" bIns="41153"/>
            <a:lstStyle/>
            <a:p>
              <a:endParaRPr lang="zh-CN" altLang="en-US"/>
            </a:p>
          </p:txBody>
        </p:sp>
      </p:grpSp>
      <p:grpSp>
        <p:nvGrpSpPr>
          <p:cNvPr id="8" name="组合 10">
            <a:extLst>
              <a:ext uri="{FF2B5EF4-FFF2-40B4-BE49-F238E27FC236}">
                <a16:creationId xmlns:a16="http://schemas.microsoft.com/office/drawing/2014/main" id="{5F5E157E-C997-4D81-B3BA-57D3B1F59379}"/>
              </a:ext>
            </a:extLst>
          </p:cNvPr>
          <p:cNvGrpSpPr>
            <a:grpSpLocks/>
          </p:cNvGrpSpPr>
          <p:nvPr/>
        </p:nvGrpSpPr>
        <p:grpSpPr bwMode="auto">
          <a:xfrm>
            <a:off x="5738813" y="554038"/>
            <a:ext cx="566737" cy="565150"/>
            <a:chOff x="3994734" y="2492896"/>
            <a:chExt cx="864096" cy="864096"/>
          </a:xfrm>
        </p:grpSpPr>
        <p:sp>
          <p:nvSpPr>
            <p:cNvPr id="12" name="椭圆 11">
              <a:extLst>
                <a:ext uri="{FF2B5EF4-FFF2-40B4-BE49-F238E27FC236}">
                  <a16:creationId xmlns:a16="http://schemas.microsoft.com/office/drawing/2014/main" id="{425A48FF-623D-4218-B19E-20D0FD8265EC}"/>
                </a:ext>
              </a:extLst>
            </p:cNvPr>
            <p:cNvSpPr/>
            <p:nvPr/>
          </p:nvSpPr>
          <p:spPr>
            <a:xfrm>
              <a:off x="3994734" y="2492896"/>
              <a:ext cx="864096" cy="864096"/>
            </a:xfrm>
            <a:prstGeom prst="ellipse">
              <a:avLst/>
            </a:prstGeom>
            <a:solidFill>
              <a:srgbClr val="013B6D"/>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685800" eaLnBrk="1" fontAlgn="auto" hangingPunct="1">
                <a:defRPr/>
              </a:pPr>
              <a:endParaRPr lang="zh-CN" altLang="en-US" sz="3000" noProof="1">
                <a:solidFill>
                  <a:prstClr val="white"/>
                </a:solidFill>
                <a:ea typeface="微软雅黑"/>
              </a:endParaRPr>
            </a:p>
          </p:txBody>
        </p:sp>
        <p:sp>
          <p:nvSpPr>
            <p:cNvPr id="79890" name="Freeform 72">
              <a:extLst>
                <a:ext uri="{FF2B5EF4-FFF2-40B4-BE49-F238E27FC236}">
                  <a16:creationId xmlns:a16="http://schemas.microsoft.com/office/drawing/2014/main" id="{0C3F0F8B-DFA6-4688-8DEA-6A5A94BF4BC6}"/>
                </a:ext>
              </a:extLst>
            </p:cNvPr>
            <p:cNvSpPr>
              <a:spLocks noEditPoints="1" noChangeArrowheads="1"/>
            </p:cNvSpPr>
            <p:nvPr/>
          </p:nvSpPr>
          <p:spPr bwMode="auto">
            <a:xfrm>
              <a:off x="4187385" y="2675055"/>
              <a:ext cx="530015" cy="530008"/>
            </a:xfrm>
            <a:custGeom>
              <a:avLst/>
              <a:gdLst>
                <a:gd name="T0" fmla="*/ 434587 w 411"/>
                <a:gd name="T1" fmla="*/ 254713 h 412"/>
                <a:gd name="T2" fmla="*/ 366239 w 411"/>
                <a:gd name="T3" fmla="*/ 283014 h 412"/>
                <a:gd name="T4" fmla="*/ 321104 w 411"/>
                <a:gd name="T5" fmla="*/ 237989 h 412"/>
                <a:gd name="T6" fmla="*/ 364950 w 411"/>
                <a:gd name="T7" fmla="*/ 137648 h 412"/>
                <a:gd name="T8" fmla="*/ 226965 w 411"/>
                <a:gd name="T9" fmla="*/ 0 h 412"/>
                <a:gd name="T10" fmla="*/ 87691 w 411"/>
                <a:gd name="T11" fmla="*/ 137648 h 412"/>
                <a:gd name="T12" fmla="*/ 149591 w 411"/>
                <a:gd name="T13" fmla="*/ 252140 h 412"/>
                <a:gd name="T14" fmla="*/ 123799 w 411"/>
                <a:gd name="T15" fmla="*/ 342190 h 412"/>
                <a:gd name="T16" fmla="*/ 95428 w 411"/>
                <a:gd name="T17" fmla="*/ 338330 h 412"/>
                <a:gd name="T18" fmla="*/ 0 w 411"/>
                <a:gd name="T19" fmla="*/ 433526 h 412"/>
                <a:gd name="T20" fmla="*/ 95428 w 411"/>
                <a:gd name="T21" fmla="*/ 530008 h 412"/>
                <a:gd name="T22" fmla="*/ 192147 w 411"/>
                <a:gd name="T23" fmla="*/ 433526 h 412"/>
                <a:gd name="T24" fmla="*/ 141853 w 411"/>
                <a:gd name="T25" fmla="*/ 349908 h 412"/>
                <a:gd name="T26" fmla="*/ 167645 w 411"/>
                <a:gd name="T27" fmla="*/ 262431 h 412"/>
                <a:gd name="T28" fmla="*/ 226965 w 411"/>
                <a:gd name="T29" fmla="*/ 275295 h 412"/>
                <a:gd name="T30" fmla="*/ 306919 w 411"/>
                <a:gd name="T31" fmla="*/ 250853 h 412"/>
                <a:gd name="T32" fmla="*/ 354633 w 411"/>
                <a:gd name="T33" fmla="*/ 298451 h 412"/>
                <a:gd name="T34" fmla="*/ 337868 w 411"/>
                <a:gd name="T35" fmla="*/ 351195 h 412"/>
                <a:gd name="T36" fmla="*/ 434587 w 411"/>
                <a:gd name="T37" fmla="*/ 446390 h 412"/>
                <a:gd name="T38" fmla="*/ 530015 w 411"/>
                <a:gd name="T39" fmla="*/ 351195 h 412"/>
                <a:gd name="T40" fmla="*/ 434587 w 411"/>
                <a:gd name="T41" fmla="*/ 254713 h 412"/>
                <a:gd name="T42" fmla="*/ 172803 w 411"/>
                <a:gd name="T43" fmla="*/ 433526 h 412"/>
                <a:gd name="T44" fmla="*/ 95428 w 411"/>
                <a:gd name="T45" fmla="*/ 510712 h 412"/>
                <a:gd name="T46" fmla="*/ 18054 w 411"/>
                <a:gd name="T47" fmla="*/ 433526 h 412"/>
                <a:gd name="T48" fmla="*/ 95428 w 411"/>
                <a:gd name="T49" fmla="*/ 357627 h 412"/>
                <a:gd name="T50" fmla="*/ 172803 w 411"/>
                <a:gd name="T51" fmla="*/ 433526 h 412"/>
                <a:gd name="T52" fmla="*/ 107035 w 411"/>
                <a:gd name="T53" fmla="*/ 137648 h 412"/>
                <a:gd name="T54" fmla="*/ 226965 w 411"/>
                <a:gd name="T55" fmla="*/ 18010 h 412"/>
                <a:gd name="T56" fmla="*/ 345606 w 411"/>
                <a:gd name="T57" fmla="*/ 137648 h 412"/>
                <a:gd name="T58" fmla="*/ 226965 w 411"/>
                <a:gd name="T59" fmla="*/ 257285 h 412"/>
                <a:gd name="T60" fmla="*/ 107035 w 411"/>
                <a:gd name="T61" fmla="*/ 137648 h 412"/>
                <a:gd name="T62" fmla="*/ 434587 w 411"/>
                <a:gd name="T63" fmla="*/ 427094 h 412"/>
                <a:gd name="T64" fmla="*/ 357212 w 411"/>
                <a:gd name="T65" fmla="*/ 351195 h 412"/>
                <a:gd name="T66" fmla="*/ 434587 w 411"/>
                <a:gd name="T67" fmla="*/ 274009 h 412"/>
                <a:gd name="T68" fmla="*/ 511961 w 411"/>
                <a:gd name="T69" fmla="*/ 351195 h 412"/>
                <a:gd name="T70" fmla="*/ 434587 w 411"/>
                <a:gd name="T71" fmla="*/ 427094 h 41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11"/>
                <a:gd name="T109" fmla="*/ 0 h 412"/>
                <a:gd name="T110" fmla="*/ 411 w 411"/>
                <a:gd name="T111" fmla="*/ 412 h 41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11" h="412">
                  <a:moveTo>
                    <a:pt x="337" y="198"/>
                  </a:moveTo>
                  <a:cubicBezTo>
                    <a:pt x="316" y="198"/>
                    <a:pt x="298" y="206"/>
                    <a:pt x="284" y="220"/>
                  </a:cubicBezTo>
                  <a:cubicBezTo>
                    <a:pt x="249" y="185"/>
                    <a:pt x="249" y="185"/>
                    <a:pt x="249" y="185"/>
                  </a:cubicBezTo>
                  <a:cubicBezTo>
                    <a:pt x="270" y="166"/>
                    <a:pt x="283" y="138"/>
                    <a:pt x="283" y="107"/>
                  </a:cubicBezTo>
                  <a:cubicBezTo>
                    <a:pt x="283" y="48"/>
                    <a:pt x="235" y="0"/>
                    <a:pt x="176" y="0"/>
                  </a:cubicBezTo>
                  <a:cubicBezTo>
                    <a:pt x="117" y="0"/>
                    <a:pt x="68" y="48"/>
                    <a:pt x="68" y="107"/>
                  </a:cubicBezTo>
                  <a:cubicBezTo>
                    <a:pt x="68" y="144"/>
                    <a:pt x="88" y="177"/>
                    <a:pt x="116" y="196"/>
                  </a:cubicBezTo>
                  <a:cubicBezTo>
                    <a:pt x="96" y="266"/>
                    <a:pt x="96" y="266"/>
                    <a:pt x="96" y="266"/>
                  </a:cubicBezTo>
                  <a:cubicBezTo>
                    <a:pt x="89" y="264"/>
                    <a:pt x="82" y="263"/>
                    <a:pt x="74" y="263"/>
                  </a:cubicBezTo>
                  <a:cubicBezTo>
                    <a:pt x="33" y="263"/>
                    <a:pt x="0" y="296"/>
                    <a:pt x="0" y="337"/>
                  </a:cubicBezTo>
                  <a:cubicBezTo>
                    <a:pt x="0" y="378"/>
                    <a:pt x="33" y="412"/>
                    <a:pt x="74" y="412"/>
                  </a:cubicBezTo>
                  <a:cubicBezTo>
                    <a:pt x="115" y="412"/>
                    <a:pt x="149" y="378"/>
                    <a:pt x="149" y="337"/>
                  </a:cubicBezTo>
                  <a:cubicBezTo>
                    <a:pt x="149" y="309"/>
                    <a:pt x="133" y="284"/>
                    <a:pt x="110" y="272"/>
                  </a:cubicBezTo>
                  <a:cubicBezTo>
                    <a:pt x="130" y="204"/>
                    <a:pt x="130" y="204"/>
                    <a:pt x="130" y="204"/>
                  </a:cubicBezTo>
                  <a:cubicBezTo>
                    <a:pt x="144" y="210"/>
                    <a:pt x="159" y="214"/>
                    <a:pt x="176" y="214"/>
                  </a:cubicBezTo>
                  <a:cubicBezTo>
                    <a:pt x="199" y="214"/>
                    <a:pt x="220" y="207"/>
                    <a:pt x="238" y="195"/>
                  </a:cubicBezTo>
                  <a:cubicBezTo>
                    <a:pt x="275" y="232"/>
                    <a:pt x="275" y="232"/>
                    <a:pt x="275" y="232"/>
                  </a:cubicBezTo>
                  <a:cubicBezTo>
                    <a:pt x="267" y="243"/>
                    <a:pt x="262" y="257"/>
                    <a:pt x="262" y="273"/>
                  </a:cubicBezTo>
                  <a:cubicBezTo>
                    <a:pt x="262" y="314"/>
                    <a:pt x="296" y="347"/>
                    <a:pt x="337" y="347"/>
                  </a:cubicBezTo>
                  <a:cubicBezTo>
                    <a:pt x="378" y="347"/>
                    <a:pt x="411" y="314"/>
                    <a:pt x="411" y="273"/>
                  </a:cubicBezTo>
                  <a:cubicBezTo>
                    <a:pt x="411" y="231"/>
                    <a:pt x="378" y="198"/>
                    <a:pt x="337" y="198"/>
                  </a:cubicBezTo>
                  <a:close/>
                  <a:moveTo>
                    <a:pt x="134" y="337"/>
                  </a:moveTo>
                  <a:cubicBezTo>
                    <a:pt x="134" y="370"/>
                    <a:pt x="107" y="397"/>
                    <a:pt x="74" y="397"/>
                  </a:cubicBezTo>
                  <a:cubicBezTo>
                    <a:pt x="41" y="397"/>
                    <a:pt x="14" y="370"/>
                    <a:pt x="14" y="337"/>
                  </a:cubicBezTo>
                  <a:cubicBezTo>
                    <a:pt x="14" y="304"/>
                    <a:pt x="41" y="278"/>
                    <a:pt x="74" y="278"/>
                  </a:cubicBezTo>
                  <a:cubicBezTo>
                    <a:pt x="107" y="278"/>
                    <a:pt x="134" y="304"/>
                    <a:pt x="134" y="337"/>
                  </a:cubicBezTo>
                  <a:close/>
                  <a:moveTo>
                    <a:pt x="83" y="107"/>
                  </a:moveTo>
                  <a:cubicBezTo>
                    <a:pt x="83" y="56"/>
                    <a:pt x="125" y="14"/>
                    <a:pt x="176" y="14"/>
                  </a:cubicBezTo>
                  <a:cubicBezTo>
                    <a:pt x="227" y="14"/>
                    <a:pt x="268" y="56"/>
                    <a:pt x="268" y="107"/>
                  </a:cubicBezTo>
                  <a:cubicBezTo>
                    <a:pt x="268" y="158"/>
                    <a:pt x="227" y="200"/>
                    <a:pt x="176" y="200"/>
                  </a:cubicBezTo>
                  <a:cubicBezTo>
                    <a:pt x="125" y="200"/>
                    <a:pt x="83" y="158"/>
                    <a:pt x="83" y="107"/>
                  </a:cubicBezTo>
                  <a:close/>
                  <a:moveTo>
                    <a:pt x="337" y="332"/>
                  </a:moveTo>
                  <a:cubicBezTo>
                    <a:pt x="304" y="332"/>
                    <a:pt x="277" y="306"/>
                    <a:pt x="277" y="273"/>
                  </a:cubicBezTo>
                  <a:cubicBezTo>
                    <a:pt x="277" y="240"/>
                    <a:pt x="304" y="213"/>
                    <a:pt x="337" y="213"/>
                  </a:cubicBezTo>
                  <a:cubicBezTo>
                    <a:pt x="370" y="213"/>
                    <a:pt x="397" y="240"/>
                    <a:pt x="397" y="273"/>
                  </a:cubicBezTo>
                  <a:cubicBezTo>
                    <a:pt x="397" y="306"/>
                    <a:pt x="370" y="332"/>
                    <a:pt x="337" y="33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71" tIns="34286" rIns="68571" bIns="34286"/>
            <a:lstStyle/>
            <a:p>
              <a:endParaRPr lang="zh-CN" altLang="en-US"/>
            </a:p>
          </p:txBody>
        </p:sp>
      </p:grpSp>
      <p:grpSp>
        <p:nvGrpSpPr>
          <p:cNvPr id="10" name="组合 13">
            <a:extLst>
              <a:ext uri="{FF2B5EF4-FFF2-40B4-BE49-F238E27FC236}">
                <a16:creationId xmlns:a16="http://schemas.microsoft.com/office/drawing/2014/main" id="{D7FD42B9-9755-46A4-AC06-0DF4885CFB2E}"/>
              </a:ext>
            </a:extLst>
          </p:cNvPr>
          <p:cNvGrpSpPr>
            <a:grpSpLocks/>
          </p:cNvGrpSpPr>
          <p:nvPr/>
        </p:nvGrpSpPr>
        <p:grpSpPr bwMode="auto">
          <a:xfrm>
            <a:off x="6467475" y="554038"/>
            <a:ext cx="566738" cy="565150"/>
            <a:chOff x="5722325" y="2492896"/>
            <a:chExt cx="864096" cy="864096"/>
          </a:xfrm>
        </p:grpSpPr>
        <p:sp>
          <p:nvSpPr>
            <p:cNvPr id="15" name="椭圆 14">
              <a:extLst>
                <a:ext uri="{FF2B5EF4-FFF2-40B4-BE49-F238E27FC236}">
                  <a16:creationId xmlns:a16="http://schemas.microsoft.com/office/drawing/2014/main" id="{44FAB73D-CAC0-47DE-A027-DBE754F8D5E1}"/>
                </a:ext>
              </a:extLst>
            </p:cNvPr>
            <p:cNvSpPr/>
            <p:nvPr/>
          </p:nvSpPr>
          <p:spPr>
            <a:xfrm>
              <a:off x="5722325" y="2492896"/>
              <a:ext cx="864096" cy="864096"/>
            </a:xfrm>
            <a:prstGeom prst="ellipse">
              <a:avLst/>
            </a:prstGeom>
            <a:solidFill>
              <a:srgbClr val="013B6D"/>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685800" eaLnBrk="1" fontAlgn="auto" hangingPunct="1">
                <a:defRPr/>
              </a:pPr>
              <a:endParaRPr lang="zh-CN" altLang="en-US" sz="3000" noProof="1">
                <a:solidFill>
                  <a:prstClr val="white"/>
                </a:solidFill>
                <a:ea typeface="微软雅黑"/>
              </a:endParaRPr>
            </a:p>
          </p:txBody>
        </p:sp>
        <p:sp>
          <p:nvSpPr>
            <p:cNvPr id="79888" name="Freeform 16">
              <a:extLst>
                <a:ext uri="{FF2B5EF4-FFF2-40B4-BE49-F238E27FC236}">
                  <a16:creationId xmlns:a16="http://schemas.microsoft.com/office/drawing/2014/main" id="{1802C8EC-9A2C-453D-85F1-4AFF6AC6ACE2}"/>
                </a:ext>
              </a:extLst>
            </p:cNvPr>
            <p:cNvSpPr>
              <a:spLocks noEditPoints="1" noChangeArrowheads="1"/>
            </p:cNvSpPr>
            <p:nvPr/>
          </p:nvSpPr>
          <p:spPr bwMode="auto">
            <a:xfrm>
              <a:off x="5906464" y="2663316"/>
              <a:ext cx="512412" cy="528084"/>
            </a:xfrm>
            <a:custGeom>
              <a:avLst/>
              <a:gdLst>
                <a:gd name="T0" fmla="*/ 66773 w 353"/>
                <a:gd name="T1" fmla="*/ 482164 h 460"/>
                <a:gd name="T2" fmla="*/ 52257 w 353"/>
                <a:gd name="T3" fmla="*/ 291594 h 460"/>
                <a:gd name="T4" fmla="*/ 88547 w 353"/>
                <a:gd name="T5" fmla="*/ 242230 h 460"/>
                <a:gd name="T6" fmla="*/ 155320 w 353"/>
                <a:gd name="T7" fmla="*/ 228454 h 460"/>
                <a:gd name="T8" fmla="*/ 169836 w 353"/>
                <a:gd name="T9" fmla="*/ 274374 h 460"/>
                <a:gd name="T10" fmla="*/ 155320 w 353"/>
                <a:gd name="T11" fmla="*/ 288150 h 460"/>
                <a:gd name="T12" fmla="*/ 108869 w 353"/>
                <a:gd name="T13" fmla="*/ 317998 h 460"/>
                <a:gd name="T14" fmla="*/ 91450 w 353"/>
                <a:gd name="T15" fmla="*/ 482164 h 460"/>
                <a:gd name="T16" fmla="*/ 117579 w 353"/>
                <a:gd name="T17" fmla="*/ 481016 h 460"/>
                <a:gd name="T18" fmla="*/ 404994 w 353"/>
                <a:gd name="T19" fmla="*/ 340959 h 460"/>
                <a:gd name="T20" fmla="*/ 165481 w 353"/>
                <a:gd name="T21" fmla="*/ 148093 h 460"/>
                <a:gd name="T22" fmla="*/ 274351 w 353"/>
                <a:gd name="T23" fmla="*/ 75769 h 460"/>
                <a:gd name="T24" fmla="*/ 333866 w 353"/>
                <a:gd name="T25" fmla="*/ 149241 h 460"/>
                <a:gd name="T26" fmla="*/ 349834 w 353"/>
                <a:gd name="T27" fmla="*/ 41328 h 460"/>
                <a:gd name="T28" fmla="*/ 153869 w 353"/>
                <a:gd name="T29" fmla="*/ 34440 h 460"/>
                <a:gd name="T30" fmla="*/ 165481 w 353"/>
                <a:gd name="T31" fmla="*/ 148093 h 460"/>
                <a:gd name="T32" fmla="*/ 439832 w 353"/>
                <a:gd name="T33" fmla="*/ 502828 h 460"/>
                <a:gd name="T34" fmla="*/ 98708 w 353"/>
                <a:gd name="T35" fmla="*/ 528084 h 460"/>
                <a:gd name="T36" fmla="*/ 460155 w 353"/>
                <a:gd name="T37" fmla="*/ 291594 h 460"/>
                <a:gd name="T38" fmla="*/ 445639 w 353"/>
                <a:gd name="T39" fmla="*/ 482164 h 460"/>
                <a:gd name="T40" fmla="*/ 432574 w 353"/>
                <a:gd name="T41" fmla="*/ 334071 h 460"/>
                <a:gd name="T42" fmla="*/ 339673 w 353"/>
                <a:gd name="T43" fmla="*/ 317998 h 460"/>
                <a:gd name="T44" fmla="*/ 362898 w 353"/>
                <a:gd name="T45" fmla="*/ 287002 h 460"/>
                <a:gd name="T46" fmla="*/ 365801 w 353"/>
                <a:gd name="T47" fmla="*/ 276670 h 460"/>
                <a:gd name="T48" fmla="*/ 425316 w 353"/>
                <a:gd name="T49" fmla="*/ 242230 h 460"/>
                <a:gd name="T50" fmla="*/ 432574 w 353"/>
                <a:gd name="T51" fmla="*/ 245674 h 460"/>
                <a:gd name="T52" fmla="*/ 460155 w 353"/>
                <a:gd name="T53" fmla="*/ 291594 h 460"/>
                <a:gd name="T54" fmla="*/ 352737 w 353"/>
                <a:gd name="T55" fmla="*/ 288150 h 460"/>
                <a:gd name="T56" fmla="*/ 335318 w 353"/>
                <a:gd name="T57" fmla="*/ 267486 h 460"/>
                <a:gd name="T58" fmla="*/ 355640 w 353"/>
                <a:gd name="T59" fmla="*/ 228454 h 460"/>
                <a:gd name="T60" fmla="*/ 316447 w 353"/>
                <a:gd name="T61" fmla="*/ 234194 h 460"/>
                <a:gd name="T62" fmla="*/ 330963 w 353"/>
                <a:gd name="T63" fmla="*/ 317998 h 460"/>
                <a:gd name="T64" fmla="*/ 159675 w 353"/>
                <a:gd name="T65" fmla="*/ 269782 h 460"/>
                <a:gd name="T66" fmla="*/ 184352 w 353"/>
                <a:gd name="T67" fmla="*/ 273226 h 460"/>
                <a:gd name="T68" fmla="*/ 184352 w 353"/>
                <a:gd name="T69" fmla="*/ 317998 h 460"/>
                <a:gd name="T70" fmla="*/ 195965 w 353"/>
                <a:gd name="T71" fmla="*/ 234194 h 460"/>
                <a:gd name="T72" fmla="*/ 161127 w 353"/>
                <a:gd name="T73" fmla="*/ 227306 h 4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53"/>
                <a:gd name="T112" fmla="*/ 0 h 460"/>
                <a:gd name="T113" fmla="*/ 353 w 353"/>
                <a:gd name="T114" fmla="*/ 460 h 46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53" h="460">
                  <a:moveTo>
                    <a:pt x="63" y="420"/>
                  </a:moveTo>
                  <a:cubicBezTo>
                    <a:pt x="46" y="420"/>
                    <a:pt x="46" y="420"/>
                    <a:pt x="46" y="420"/>
                  </a:cubicBezTo>
                  <a:cubicBezTo>
                    <a:pt x="4" y="420"/>
                    <a:pt x="0" y="394"/>
                    <a:pt x="9" y="358"/>
                  </a:cubicBezTo>
                  <a:cubicBezTo>
                    <a:pt x="36" y="254"/>
                    <a:pt x="36" y="254"/>
                    <a:pt x="36" y="254"/>
                  </a:cubicBezTo>
                  <a:cubicBezTo>
                    <a:pt x="40" y="237"/>
                    <a:pt x="48" y="223"/>
                    <a:pt x="59" y="213"/>
                  </a:cubicBezTo>
                  <a:cubicBezTo>
                    <a:pt x="61" y="211"/>
                    <a:pt x="61" y="211"/>
                    <a:pt x="61" y="211"/>
                  </a:cubicBezTo>
                  <a:cubicBezTo>
                    <a:pt x="63" y="211"/>
                    <a:pt x="63" y="211"/>
                    <a:pt x="63" y="211"/>
                  </a:cubicBezTo>
                  <a:cubicBezTo>
                    <a:pt x="107" y="199"/>
                    <a:pt x="107" y="199"/>
                    <a:pt x="107" y="199"/>
                  </a:cubicBezTo>
                  <a:cubicBezTo>
                    <a:pt x="104" y="241"/>
                    <a:pt x="104" y="241"/>
                    <a:pt x="104" y="241"/>
                  </a:cubicBezTo>
                  <a:cubicBezTo>
                    <a:pt x="117" y="239"/>
                    <a:pt x="117" y="239"/>
                    <a:pt x="117" y="239"/>
                  </a:cubicBezTo>
                  <a:cubicBezTo>
                    <a:pt x="106" y="250"/>
                    <a:pt x="106" y="250"/>
                    <a:pt x="106" y="250"/>
                  </a:cubicBezTo>
                  <a:cubicBezTo>
                    <a:pt x="107" y="251"/>
                    <a:pt x="107" y="251"/>
                    <a:pt x="107" y="251"/>
                  </a:cubicBezTo>
                  <a:cubicBezTo>
                    <a:pt x="107" y="252"/>
                    <a:pt x="113" y="263"/>
                    <a:pt x="121" y="277"/>
                  </a:cubicBezTo>
                  <a:cubicBezTo>
                    <a:pt x="75" y="277"/>
                    <a:pt x="75" y="277"/>
                    <a:pt x="75" y="277"/>
                  </a:cubicBezTo>
                  <a:cubicBezTo>
                    <a:pt x="63" y="290"/>
                    <a:pt x="63" y="290"/>
                    <a:pt x="63" y="290"/>
                  </a:cubicBezTo>
                  <a:cubicBezTo>
                    <a:pt x="63" y="420"/>
                    <a:pt x="63" y="420"/>
                    <a:pt x="63" y="420"/>
                  </a:cubicBezTo>
                  <a:close/>
                  <a:moveTo>
                    <a:pt x="81" y="297"/>
                  </a:moveTo>
                  <a:cubicBezTo>
                    <a:pt x="81" y="419"/>
                    <a:pt x="81" y="419"/>
                    <a:pt x="81" y="419"/>
                  </a:cubicBezTo>
                  <a:cubicBezTo>
                    <a:pt x="279" y="419"/>
                    <a:pt x="279" y="419"/>
                    <a:pt x="279" y="419"/>
                  </a:cubicBezTo>
                  <a:cubicBezTo>
                    <a:pt x="279" y="297"/>
                    <a:pt x="279" y="297"/>
                    <a:pt x="279" y="297"/>
                  </a:cubicBezTo>
                  <a:cubicBezTo>
                    <a:pt x="81" y="297"/>
                    <a:pt x="81" y="297"/>
                    <a:pt x="81" y="297"/>
                  </a:cubicBezTo>
                  <a:close/>
                  <a:moveTo>
                    <a:pt x="114" y="129"/>
                  </a:moveTo>
                  <a:cubicBezTo>
                    <a:pt x="112" y="104"/>
                    <a:pt x="111" y="93"/>
                    <a:pt x="119" y="68"/>
                  </a:cubicBezTo>
                  <a:cubicBezTo>
                    <a:pt x="134" y="79"/>
                    <a:pt x="172" y="73"/>
                    <a:pt x="189" y="66"/>
                  </a:cubicBezTo>
                  <a:cubicBezTo>
                    <a:pt x="197" y="79"/>
                    <a:pt x="213" y="82"/>
                    <a:pt x="227" y="77"/>
                  </a:cubicBezTo>
                  <a:cubicBezTo>
                    <a:pt x="231" y="98"/>
                    <a:pt x="231" y="101"/>
                    <a:pt x="230" y="130"/>
                  </a:cubicBezTo>
                  <a:cubicBezTo>
                    <a:pt x="230" y="130"/>
                    <a:pt x="247" y="116"/>
                    <a:pt x="249" y="104"/>
                  </a:cubicBezTo>
                  <a:cubicBezTo>
                    <a:pt x="251" y="92"/>
                    <a:pt x="247" y="44"/>
                    <a:pt x="241" y="36"/>
                  </a:cubicBezTo>
                  <a:cubicBezTo>
                    <a:pt x="234" y="19"/>
                    <a:pt x="217" y="8"/>
                    <a:pt x="186" y="12"/>
                  </a:cubicBezTo>
                  <a:cubicBezTo>
                    <a:pt x="156" y="0"/>
                    <a:pt x="120" y="13"/>
                    <a:pt x="106" y="30"/>
                  </a:cubicBezTo>
                  <a:cubicBezTo>
                    <a:pt x="99" y="38"/>
                    <a:pt x="91" y="105"/>
                    <a:pt x="98" y="115"/>
                  </a:cubicBezTo>
                  <a:cubicBezTo>
                    <a:pt x="106" y="125"/>
                    <a:pt x="114" y="129"/>
                    <a:pt x="114" y="129"/>
                  </a:cubicBezTo>
                  <a:close/>
                  <a:moveTo>
                    <a:pt x="56" y="438"/>
                  </a:moveTo>
                  <a:cubicBezTo>
                    <a:pt x="303" y="438"/>
                    <a:pt x="303" y="438"/>
                    <a:pt x="303" y="438"/>
                  </a:cubicBezTo>
                  <a:cubicBezTo>
                    <a:pt x="289" y="460"/>
                    <a:pt x="289" y="460"/>
                    <a:pt x="289" y="460"/>
                  </a:cubicBezTo>
                  <a:cubicBezTo>
                    <a:pt x="68" y="460"/>
                    <a:pt x="68" y="460"/>
                    <a:pt x="68" y="460"/>
                  </a:cubicBezTo>
                  <a:cubicBezTo>
                    <a:pt x="56" y="438"/>
                    <a:pt x="56" y="438"/>
                    <a:pt x="56" y="438"/>
                  </a:cubicBezTo>
                  <a:close/>
                  <a:moveTo>
                    <a:pt x="317" y="254"/>
                  </a:moveTo>
                  <a:cubicBezTo>
                    <a:pt x="344" y="358"/>
                    <a:pt x="344" y="358"/>
                    <a:pt x="344" y="358"/>
                  </a:cubicBezTo>
                  <a:cubicBezTo>
                    <a:pt x="353" y="394"/>
                    <a:pt x="349" y="420"/>
                    <a:pt x="307" y="420"/>
                  </a:cubicBezTo>
                  <a:cubicBezTo>
                    <a:pt x="298" y="420"/>
                    <a:pt x="298" y="420"/>
                    <a:pt x="298" y="420"/>
                  </a:cubicBezTo>
                  <a:cubicBezTo>
                    <a:pt x="298" y="291"/>
                    <a:pt x="298" y="291"/>
                    <a:pt x="298" y="291"/>
                  </a:cubicBezTo>
                  <a:cubicBezTo>
                    <a:pt x="283" y="277"/>
                    <a:pt x="283" y="277"/>
                    <a:pt x="283" y="277"/>
                  </a:cubicBezTo>
                  <a:cubicBezTo>
                    <a:pt x="234" y="277"/>
                    <a:pt x="234" y="277"/>
                    <a:pt x="234" y="277"/>
                  </a:cubicBezTo>
                  <a:cubicBezTo>
                    <a:pt x="243" y="263"/>
                    <a:pt x="249" y="252"/>
                    <a:pt x="249" y="251"/>
                  </a:cubicBezTo>
                  <a:cubicBezTo>
                    <a:pt x="250" y="250"/>
                    <a:pt x="250" y="250"/>
                    <a:pt x="250" y="250"/>
                  </a:cubicBezTo>
                  <a:cubicBezTo>
                    <a:pt x="239" y="239"/>
                    <a:pt x="239" y="239"/>
                    <a:pt x="239" y="239"/>
                  </a:cubicBezTo>
                  <a:cubicBezTo>
                    <a:pt x="252" y="241"/>
                    <a:pt x="252" y="241"/>
                    <a:pt x="252" y="241"/>
                  </a:cubicBezTo>
                  <a:cubicBezTo>
                    <a:pt x="249" y="200"/>
                    <a:pt x="249" y="200"/>
                    <a:pt x="249" y="200"/>
                  </a:cubicBezTo>
                  <a:cubicBezTo>
                    <a:pt x="293" y="211"/>
                    <a:pt x="293" y="211"/>
                    <a:pt x="293" y="211"/>
                  </a:cubicBezTo>
                  <a:cubicBezTo>
                    <a:pt x="296" y="211"/>
                    <a:pt x="296" y="211"/>
                    <a:pt x="296" y="211"/>
                  </a:cubicBezTo>
                  <a:cubicBezTo>
                    <a:pt x="298" y="214"/>
                    <a:pt x="298" y="214"/>
                    <a:pt x="298" y="214"/>
                  </a:cubicBezTo>
                  <a:cubicBezTo>
                    <a:pt x="307" y="226"/>
                    <a:pt x="313" y="240"/>
                    <a:pt x="316" y="254"/>
                  </a:cubicBezTo>
                  <a:cubicBezTo>
                    <a:pt x="317" y="254"/>
                    <a:pt x="317" y="254"/>
                    <a:pt x="317" y="254"/>
                  </a:cubicBezTo>
                  <a:close/>
                  <a:moveTo>
                    <a:pt x="228" y="277"/>
                  </a:moveTo>
                  <a:cubicBezTo>
                    <a:pt x="235" y="265"/>
                    <a:pt x="240" y="255"/>
                    <a:pt x="243" y="251"/>
                  </a:cubicBezTo>
                  <a:cubicBezTo>
                    <a:pt x="229" y="238"/>
                    <a:pt x="229" y="238"/>
                    <a:pt x="229" y="238"/>
                  </a:cubicBezTo>
                  <a:cubicBezTo>
                    <a:pt x="231" y="233"/>
                    <a:pt x="231" y="233"/>
                    <a:pt x="231" y="233"/>
                  </a:cubicBezTo>
                  <a:cubicBezTo>
                    <a:pt x="246" y="235"/>
                    <a:pt x="246" y="235"/>
                    <a:pt x="246" y="235"/>
                  </a:cubicBezTo>
                  <a:cubicBezTo>
                    <a:pt x="245" y="199"/>
                    <a:pt x="245" y="199"/>
                    <a:pt x="245" y="199"/>
                  </a:cubicBezTo>
                  <a:cubicBezTo>
                    <a:pt x="230" y="195"/>
                    <a:pt x="230" y="195"/>
                    <a:pt x="230" y="195"/>
                  </a:cubicBezTo>
                  <a:cubicBezTo>
                    <a:pt x="218" y="204"/>
                    <a:pt x="218" y="204"/>
                    <a:pt x="218" y="204"/>
                  </a:cubicBezTo>
                  <a:cubicBezTo>
                    <a:pt x="187" y="277"/>
                    <a:pt x="187" y="277"/>
                    <a:pt x="187" y="277"/>
                  </a:cubicBezTo>
                  <a:cubicBezTo>
                    <a:pt x="228" y="277"/>
                    <a:pt x="228" y="277"/>
                    <a:pt x="228" y="277"/>
                  </a:cubicBezTo>
                  <a:close/>
                  <a:moveTo>
                    <a:pt x="111" y="198"/>
                  </a:moveTo>
                  <a:cubicBezTo>
                    <a:pt x="110" y="235"/>
                    <a:pt x="110" y="235"/>
                    <a:pt x="110" y="235"/>
                  </a:cubicBezTo>
                  <a:cubicBezTo>
                    <a:pt x="124" y="233"/>
                    <a:pt x="124" y="233"/>
                    <a:pt x="124" y="233"/>
                  </a:cubicBezTo>
                  <a:cubicBezTo>
                    <a:pt x="127" y="238"/>
                    <a:pt x="127" y="238"/>
                    <a:pt x="127" y="238"/>
                  </a:cubicBezTo>
                  <a:cubicBezTo>
                    <a:pt x="113" y="251"/>
                    <a:pt x="113" y="251"/>
                    <a:pt x="113" y="251"/>
                  </a:cubicBezTo>
                  <a:cubicBezTo>
                    <a:pt x="115" y="255"/>
                    <a:pt x="121" y="265"/>
                    <a:pt x="127" y="277"/>
                  </a:cubicBezTo>
                  <a:cubicBezTo>
                    <a:pt x="170" y="277"/>
                    <a:pt x="170" y="277"/>
                    <a:pt x="170" y="277"/>
                  </a:cubicBezTo>
                  <a:cubicBezTo>
                    <a:pt x="135" y="204"/>
                    <a:pt x="135" y="204"/>
                    <a:pt x="135" y="204"/>
                  </a:cubicBezTo>
                  <a:cubicBezTo>
                    <a:pt x="123" y="195"/>
                    <a:pt x="123" y="195"/>
                    <a:pt x="123" y="195"/>
                  </a:cubicBezTo>
                  <a:lnTo>
                    <a:pt x="111" y="198"/>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 name="组合 16">
            <a:extLst>
              <a:ext uri="{FF2B5EF4-FFF2-40B4-BE49-F238E27FC236}">
                <a16:creationId xmlns:a16="http://schemas.microsoft.com/office/drawing/2014/main" id="{20185438-C316-4BF8-ABF6-26AAE9FD1C45}"/>
              </a:ext>
            </a:extLst>
          </p:cNvPr>
          <p:cNvGrpSpPr>
            <a:grpSpLocks/>
          </p:cNvGrpSpPr>
          <p:nvPr/>
        </p:nvGrpSpPr>
        <p:grpSpPr bwMode="auto">
          <a:xfrm>
            <a:off x="7194550" y="554038"/>
            <a:ext cx="566738" cy="565150"/>
            <a:chOff x="7452320" y="2492896"/>
            <a:chExt cx="864096" cy="864096"/>
          </a:xfrm>
        </p:grpSpPr>
        <p:sp>
          <p:nvSpPr>
            <p:cNvPr id="18" name="椭圆 17">
              <a:extLst>
                <a:ext uri="{FF2B5EF4-FFF2-40B4-BE49-F238E27FC236}">
                  <a16:creationId xmlns:a16="http://schemas.microsoft.com/office/drawing/2014/main" id="{994CFC1F-8BAC-4D08-9EFA-515EB1CC9816}"/>
                </a:ext>
              </a:extLst>
            </p:cNvPr>
            <p:cNvSpPr/>
            <p:nvPr/>
          </p:nvSpPr>
          <p:spPr>
            <a:xfrm>
              <a:off x="7452320" y="2492896"/>
              <a:ext cx="864096" cy="864096"/>
            </a:xfrm>
            <a:prstGeom prst="ellipse">
              <a:avLst/>
            </a:prstGeom>
            <a:solidFill>
              <a:srgbClr val="013B6D"/>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685800" eaLnBrk="1" fontAlgn="auto" hangingPunct="1">
                <a:defRPr/>
              </a:pPr>
              <a:endParaRPr lang="zh-CN" altLang="en-US" sz="3000" noProof="1">
                <a:solidFill>
                  <a:prstClr val="white"/>
                </a:solidFill>
                <a:ea typeface="微软雅黑"/>
              </a:endParaRPr>
            </a:p>
          </p:txBody>
        </p:sp>
        <p:sp>
          <p:nvSpPr>
            <p:cNvPr id="79886" name="Freeform 16">
              <a:extLst>
                <a:ext uri="{FF2B5EF4-FFF2-40B4-BE49-F238E27FC236}">
                  <a16:creationId xmlns:a16="http://schemas.microsoft.com/office/drawing/2014/main" id="{5CC483A8-E662-4E5B-9A96-07260535DB63}"/>
                </a:ext>
              </a:extLst>
            </p:cNvPr>
            <p:cNvSpPr>
              <a:spLocks noEditPoints="1" noChangeArrowheads="1"/>
            </p:cNvSpPr>
            <p:nvPr/>
          </p:nvSpPr>
          <p:spPr bwMode="auto">
            <a:xfrm>
              <a:off x="7622990" y="2640970"/>
              <a:ext cx="533049" cy="589156"/>
            </a:xfrm>
            <a:custGeom>
              <a:avLst/>
              <a:gdLst>
                <a:gd name="T0" fmla="*/ 226786 w 1053"/>
                <a:gd name="T1" fmla="*/ 526896 h 1145"/>
                <a:gd name="T2" fmla="*/ 218687 w 1053"/>
                <a:gd name="T3" fmla="*/ 553652 h 1145"/>
                <a:gd name="T4" fmla="*/ 226280 w 1053"/>
                <a:gd name="T5" fmla="*/ 566516 h 1145"/>
                <a:gd name="T6" fmla="*/ 233873 w 1053"/>
                <a:gd name="T7" fmla="*/ 570118 h 1145"/>
                <a:gd name="T8" fmla="*/ 249060 w 1053"/>
                <a:gd name="T9" fmla="*/ 585554 h 1145"/>
                <a:gd name="T10" fmla="*/ 264753 w 1053"/>
                <a:gd name="T11" fmla="*/ 589156 h 1145"/>
                <a:gd name="T12" fmla="*/ 281458 w 1053"/>
                <a:gd name="T13" fmla="*/ 586583 h 1145"/>
                <a:gd name="T14" fmla="*/ 298669 w 1053"/>
                <a:gd name="T15" fmla="*/ 570632 h 1145"/>
                <a:gd name="T16" fmla="*/ 302213 w 1053"/>
                <a:gd name="T17" fmla="*/ 569603 h 1145"/>
                <a:gd name="T18" fmla="*/ 313350 w 1053"/>
                <a:gd name="T19" fmla="*/ 558798 h 1145"/>
                <a:gd name="T20" fmla="*/ 314868 w 1053"/>
                <a:gd name="T21" fmla="*/ 535129 h 1145"/>
                <a:gd name="T22" fmla="*/ 266778 w 1053"/>
                <a:gd name="T23" fmla="*/ 123491 h 1145"/>
                <a:gd name="T24" fmla="*/ 153384 w 1053"/>
                <a:gd name="T25" fmla="*/ 362755 h 1145"/>
                <a:gd name="T26" fmla="*/ 216662 w 1053"/>
                <a:gd name="T27" fmla="*/ 481101 h 1145"/>
                <a:gd name="T28" fmla="*/ 221218 w 1053"/>
                <a:gd name="T29" fmla="*/ 512489 h 1145"/>
                <a:gd name="T30" fmla="*/ 328030 w 1053"/>
                <a:gd name="T31" fmla="*/ 496023 h 1145"/>
                <a:gd name="T32" fmla="*/ 366503 w 1053"/>
                <a:gd name="T33" fmla="*/ 380250 h 1145"/>
                <a:gd name="T34" fmla="*/ 408519 w 1053"/>
                <a:gd name="T35" fmla="*/ 273739 h 1145"/>
                <a:gd name="T36" fmla="*/ 266778 w 1053"/>
                <a:gd name="T37" fmla="*/ 123491 h 1145"/>
                <a:gd name="T38" fmla="*/ 461672 w 1053"/>
                <a:gd name="T39" fmla="*/ 359668 h 1145"/>
                <a:gd name="T40" fmla="*/ 439398 w 1053"/>
                <a:gd name="T41" fmla="*/ 398774 h 1145"/>
                <a:gd name="T42" fmla="*/ 497107 w 1053"/>
                <a:gd name="T43" fmla="*/ 406492 h 1145"/>
                <a:gd name="T44" fmla="*/ 171102 w 1053"/>
                <a:gd name="T45" fmla="*/ 102909 h 1145"/>
                <a:gd name="T46" fmla="*/ 163509 w 1053"/>
                <a:gd name="T47" fmla="*/ 44766 h 1145"/>
                <a:gd name="T48" fmla="*/ 125036 w 1053"/>
                <a:gd name="T49" fmla="*/ 66891 h 1145"/>
                <a:gd name="T50" fmla="*/ 171102 w 1053"/>
                <a:gd name="T51" fmla="*/ 102909 h 1145"/>
                <a:gd name="T52" fmla="*/ 369540 w 1053"/>
                <a:gd name="T53" fmla="*/ 44766 h 1145"/>
                <a:gd name="T54" fmla="*/ 361947 w 1053"/>
                <a:gd name="T55" fmla="*/ 102909 h 1145"/>
                <a:gd name="T56" fmla="*/ 408013 w 1053"/>
                <a:gd name="T57" fmla="*/ 66891 h 1145"/>
                <a:gd name="T58" fmla="*/ 510775 w 1053"/>
                <a:gd name="T59" fmla="*/ 248526 h 1145"/>
                <a:gd name="T60" fmla="*/ 457116 w 1053"/>
                <a:gd name="T61" fmla="*/ 270652 h 1145"/>
                <a:gd name="T62" fmla="*/ 510775 w 1053"/>
                <a:gd name="T63" fmla="*/ 293292 h 1145"/>
                <a:gd name="T64" fmla="*/ 510775 w 1053"/>
                <a:gd name="T65" fmla="*/ 248526 h 1145"/>
                <a:gd name="T66" fmla="*/ 288545 w 1053"/>
                <a:gd name="T67" fmla="*/ 54542 h 1145"/>
                <a:gd name="T68" fmla="*/ 266271 w 1053"/>
                <a:gd name="T69" fmla="*/ 0 h 1145"/>
                <a:gd name="T70" fmla="*/ 244504 w 1053"/>
                <a:gd name="T71" fmla="*/ 54542 h 1145"/>
                <a:gd name="T72" fmla="*/ 93144 w 1053"/>
                <a:gd name="T73" fmla="*/ 143044 h 1145"/>
                <a:gd name="T74" fmla="*/ 35435 w 1053"/>
                <a:gd name="T75" fmla="*/ 135326 h 1145"/>
                <a:gd name="T76" fmla="*/ 70871 w 1053"/>
                <a:gd name="T77" fmla="*/ 182150 h 1145"/>
                <a:gd name="T78" fmla="*/ 93144 w 1053"/>
                <a:gd name="T79" fmla="*/ 143044 h 1145"/>
                <a:gd name="T80" fmla="*/ 489008 w 1053"/>
                <a:gd name="T81" fmla="*/ 166199 h 1145"/>
                <a:gd name="T82" fmla="*/ 467240 w 1053"/>
                <a:gd name="T83" fmla="*/ 127093 h 1145"/>
                <a:gd name="T84" fmla="*/ 431299 w 1053"/>
                <a:gd name="T85" fmla="*/ 173917 h 1145"/>
                <a:gd name="T86" fmla="*/ 70871 w 1053"/>
                <a:gd name="T87" fmla="*/ 359668 h 1145"/>
                <a:gd name="T88" fmla="*/ 35435 w 1053"/>
                <a:gd name="T89" fmla="*/ 406492 h 1145"/>
                <a:gd name="T90" fmla="*/ 93144 w 1053"/>
                <a:gd name="T91" fmla="*/ 398774 h 1145"/>
                <a:gd name="T92" fmla="*/ 70871 w 1053"/>
                <a:gd name="T93" fmla="*/ 359668 h 1145"/>
                <a:gd name="T94" fmla="*/ 53659 w 1053"/>
                <a:gd name="T95" fmla="*/ 248526 h 1145"/>
                <a:gd name="T96" fmla="*/ 0 w 1053"/>
                <a:gd name="T97" fmla="*/ 270652 h 1145"/>
                <a:gd name="T98" fmla="*/ 53659 w 1053"/>
                <a:gd name="T99" fmla="*/ 293292 h 114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053"/>
                <a:gd name="T151" fmla="*/ 0 h 1145"/>
                <a:gd name="T152" fmla="*/ 1053 w 1053"/>
                <a:gd name="T153" fmla="*/ 1145 h 114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053" h="1145">
                  <a:moveTo>
                    <a:pt x="606" y="1024"/>
                  </a:moveTo>
                  <a:lnTo>
                    <a:pt x="448" y="1024"/>
                  </a:lnTo>
                  <a:cubicBezTo>
                    <a:pt x="439" y="1024"/>
                    <a:pt x="432" y="1031"/>
                    <a:pt x="432" y="1040"/>
                  </a:cubicBezTo>
                  <a:lnTo>
                    <a:pt x="432" y="1076"/>
                  </a:lnTo>
                  <a:cubicBezTo>
                    <a:pt x="432" y="1079"/>
                    <a:pt x="433" y="1083"/>
                    <a:pt x="435" y="1086"/>
                  </a:cubicBezTo>
                  <a:lnTo>
                    <a:pt x="447" y="1101"/>
                  </a:lnTo>
                  <a:cubicBezTo>
                    <a:pt x="449" y="1103"/>
                    <a:pt x="452" y="1105"/>
                    <a:pt x="455" y="1106"/>
                  </a:cubicBezTo>
                  <a:cubicBezTo>
                    <a:pt x="457" y="1107"/>
                    <a:pt x="459" y="1107"/>
                    <a:pt x="462" y="1108"/>
                  </a:cubicBezTo>
                  <a:cubicBezTo>
                    <a:pt x="463" y="1108"/>
                    <a:pt x="464" y="1108"/>
                    <a:pt x="465" y="1109"/>
                  </a:cubicBezTo>
                  <a:lnTo>
                    <a:pt x="492" y="1138"/>
                  </a:lnTo>
                  <a:cubicBezTo>
                    <a:pt x="494" y="1139"/>
                    <a:pt x="496" y="1141"/>
                    <a:pt x="498" y="1142"/>
                  </a:cubicBezTo>
                  <a:cubicBezTo>
                    <a:pt x="504" y="1144"/>
                    <a:pt x="513" y="1145"/>
                    <a:pt x="523" y="1145"/>
                  </a:cubicBezTo>
                  <a:lnTo>
                    <a:pt x="525" y="1145"/>
                  </a:lnTo>
                  <a:cubicBezTo>
                    <a:pt x="542" y="1145"/>
                    <a:pt x="551" y="1142"/>
                    <a:pt x="556" y="1140"/>
                  </a:cubicBezTo>
                  <a:cubicBezTo>
                    <a:pt x="558" y="1139"/>
                    <a:pt x="560" y="1138"/>
                    <a:pt x="561" y="1137"/>
                  </a:cubicBezTo>
                  <a:cubicBezTo>
                    <a:pt x="561" y="1137"/>
                    <a:pt x="589" y="1109"/>
                    <a:pt x="590" y="1109"/>
                  </a:cubicBezTo>
                  <a:cubicBezTo>
                    <a:pt x="591" y="1108"/>
                    <a:pt x="592" y="1108"/>
                    <a:pt x="593" y="1108"/>
                  </a:cubicBezTo>
                  <a:cubicBezTo>
                    <a:pt x="595" y="1108"/>
                    <a:pt x="596" y="1108"/>
                    <a:pt x="597" y="1107"/>
                  </a:cubicBezTo>
                  <a:cubicBezTo>
                    <a:pt x="602" y="1107"/>
                    <a:pt x="606" y="1105"/>
                    <a:pt x="609" y="1101"/>
                  </a:cubicBezTo>
                  <a:lnTo>
                    <a:pt x="619" y="1086"/>
                  </a:lnTo>
                  <a:cubicBezTo>
                    <a:pt x="621" y="1083"/>
                    <a:pt x="622" y="1080"/>
                    <a:pt x="622" y="1077"/>
                  </a:cubicBezTo>
                  <a:lnTo>
                    <a:pt x="622" y="1040"/>
                  </a:lnTo>
                  <a:cubicBezTo>
                    <a:pt x="622" y="1031"/>
                    <a:pt x="615" y="1024"/>
                    <a:pt x="606" y="1024"/>
                  </a:cubicBezTo>
                  <a:close/>
                  <a:moveTo>
                    <a:pt x="527" y="240"/>
                  </a:moveTo>
                  <a:cubicBezTo>
                    <a:pt x="373" y="240"/>
                    <a:pt x="248" y="370"/>
                    <a:pt x="247" y="531"/>
                  </a:cubicBezTo>
                  <a:cubicBezTo>
                    <a:pt x="247" y="594"/>
                    <a:pt x="266" y="654"/>
                    <a:pt x="303" y="705"/>
                  </a:cubicBezTo>
                  <a:cubicBezTo>
                    <a:pt x="304" y="707"/>
                    <a:pt x="322" y="730"/>
                    <a:pt x="331" y="740"/>
                  </a:cubicBezTo>
                  <a:cubicBezTo>
                    <a:pt x="396" y="820"/>
                    <a:pt x="428" y="884"/>
                    <a:pt x="428" y="935"/>
                  </a:cubicBezTo>
                  <a:cubicBezTo>
                    <a:pt x="415" y="939"/>
                    <a:pt x="406" y="950"/>
                    <a:pt x="406" y="964"/>
                  </a:cubicBezTo>
                  <a:cubicBezTo>
                    <a:pt x="406" y="982"/>
                    <a:pt x="420" y="996"/>
                    <a:pt x="437" y="996"/>
                  </a:cubicBezTo>
                  <a:lnTo>
                    <a:pt x="617" y="996"/>
                  </a:lnTo>
                  <a:cubicBezTo>
                    <a:pt x="634" y="996"/>
                    <a:pt x="648" y="982"/>
                    <a:pt x="648" y="964"/>
                  </a:cubicBezTo>
                  <a:cubicBezTo>
                    <a:pt x="648" y="954"/>
                    <a:pt x="643" y="944"/>
                    <a:pt x="635" y="939"/>
                  </a:cubicBezTo>
                  <a:cubicBezTo>
                    <a:pt x="634" y="881"/>
                    <a:pt x="663" y="815"/>
                    <a:pt x="724" y="739"/>
                  </a:cubicBezTo>
                  <a:cubicBezTo>
                    <a:pt x="733" y="729"/>
                    <a:pt x="750" y="707"/>
                    <a:pt x="751" y="706"/>
                  </a:cubicBezTo>
                  <a:cubicBezTo>
                    <a:pt x="787" y="655"/>
                    <a:pt x="807" y="595"/>
                    <a:pt x="807" y="532"/>
                  </a:cubicBezTo>
                  <a:cubicBezTo>
                    <a:pt x="807" y="454"/>
                    <a:pt x="778" y="381"/>
                    <a:pt x="726" y="326"/>
                  </a:cubicBezTo>
                  <a:cubicBezTo>
                    <a:pt x="673" y="271"/>
                    <a:pt x="603" y="240"/>
                    <a:pt x="527" y="240"/>
                  </a:cubicBezTo>
                  <a:close/>
                  <a:moveTo>
                    <a:pt x="966" y="730"/>
                  </a:moveTo>
                  <a:lnTo>
                    <a:pt x="912" y="699"/>
                  </a:lnTo>
                  <a:cubicBezTo>
                    <a:pt x="891" y="687"/>
                    <a:pt x="864" y="694"/>
                    <a:pt x="852" y="715"/>
                  </a:cubicBezTo>
                  <a:cubicBezTo>
                    <a:pt x="840" y="736"/>
                    <a:pt x="847" y="762"/>
                    <a:pt x="868" y="775"/>
                  </a:cubicBezTo>
                  <a:lnTo>
                    <a:pt x="923" y="806"/>
                  </a:lnTo>
                  <a:cubicBezTo>
                    <a:pt x="943" y="818"/>
                    <a:pt x="970" y="811"/>
                    <a:pt x="982" y="790"/>
                  </a:cubicBezTo>
                  <a:cubicBezTo>
                    <a:pt x="994" y="769"/>
                    <a:pt x="987" y="742"/>
                    <a:pt x="966" y="730"/>
                  </a:cubicBezTo>
                  <a:close/>
                  <a:moveTo>
                    <a:pt x="338" y="200"/>
                  </a:moveTo>
                  <a:cubicBezTo>
                    <a:pt x="359" y="188"/>
                    <a:pt x="366" y="162"/>
                    <a:pt x="354" y="141"/>
                  </a:cubicBezTo>
                  <a:lnTo>
                    <a:pt x="323" y="87"/>
                  </a:lnTo>
                  <a:cubicBezTo>
                    <a:pt x="311" y="66"/>
                    <a:pt x="284" y="58"/>
                    <a:pt x="263" y="71"/>
                  </a:cubicBezTo>
                  <a:cubicBezTo>
                    <a:pt x="242" y="83"/>
                    <a:pt x="235" y="109"/>
                    <a:pt x="247" y="130"/>
                  </a:cubicBezTo>
                  <a:lnTo>
                    <a:pt x="278" y="184"/>
                  </a:lnTo>
                  <a:cubicBezTo>
                    <a:pt x="290" y="205"/>
                    <a:pt x="317" y="213"/>
                    <a:pt x="338" y="200"/>
                  </a:cubicBezTo>
                  <a:close/>
                  <a:moveTo>
                    <a:pt x="790" y="71"/>
                  </a:moveTo>
                  <a:cubicBezTo>
                    <a:pt x="769" y="58"/>
                    <a:pt x="742" y="66"/>
                    <a:pt x="730" y="87"/>
                  </a:cubicBezTo>
                  <a:lnTo>
                    <a:pt x="699" y="141"/>
                  </a:lnTo>
                  <a:cubicBezTo>
                    <a:pt x="686" y="162"/>
                    <a:pt x="694" y="188"/>
                    <a:pt x="715" y="200"/>
                  </a:cubicBezTo>
                  <a:cubicBezTo>
                    <a:pt x="735" y="213"/>
                    <a:pt x="762" y="205"/>
                    <a:pt x="774" y="184"/>
                  </a:cubicBezTo>
                  <a:lnTo>
                    <a:pt x="806" y="130"/>
                  </a:lnTo>
                  <a:cubicBezTo>
                    <a:pt x="818" y="109"/>
                    <a:pt x="811" y="83"/>
                    <a:pt x="790" y="71"/>
                  </a:cubicBezTo>
                  <a:close/>
                  <a:moveTo>
                    <a:pt x="1009" y="483"/>
                  </a:moveTo>
                  <a:lnTo>
                    <a:pt x="947" y="483"/>
                  </a:lnTo>
                  <a:cubicBezTo>
                    <a:pt x="922" y="483"/>
                    <a:pt x="903" y="502"/>
                    <a:pt x="903" y="526"/>
                  </a:cubicBezTo>
                  <a:cubicBezTo>
                    <a:pt x="903" y="551"/>
                    <a:pt x="922" y="570"/>
                    <a:pt x="947" y="570"/>
                  </a:cubicBezTo>
                  <a:lnTo>
                    <a:pt x="1009" y="570"/>
                  </a:lnTo>
                  <a:cubicBezTo>
                    <a:pt x="1033" y="570"/>
                    <a:pt x="1053" y="551"/>
                    <a:pt x="1053" y="526"/>
                  </a:cubicBezTo>
                  <a:cubicBezTo>
                    <a:pt x="1053" y="502"/>
                    <a:pt x="1033" y="483"/>
                    <a:pt x="1009" y="483"/>
                  </a:cubicBezTo>
                  <a:close/>
                  <a:moveTo>
                    <a:pt x="526" y="150"/>
                  </a:moveTo>
                  <a:cubicBezTo>
                    <a:pt x="550" y="150"/>
                    <a:pt x="570" y="130"/>
                    <a:pt x="570" y="106"/>
                  </a:cubicBezTo>
                  <a:lnTo>
                    <a:pt x="570" y="44"/>
                  </a:lnTo>
                  <a:cubicBezTo>
                    <a:pt x="570" y="20"/>
                    <a:pt x="550" y="0"/>
                    <a:pt x="526" y="0"/>
                  </a:cubicBezTo>
                  <a:cubicBezTo>
                    <a:pt x="502" y="0"/>
                    <a:pt x="483" y="20"/>
                    <a:pt x="483" y="44"/>
                  </a:cubicBezTo>
                  <a:lnTo>
                    <a:pt x="483" y="106"/>
                  </a:lnTo>
                  <a:cubicBezTo>
                    <a:pt x="483" y="130"/>
                    <a:pt x="502" y="150"/>
                    <a:pt x="526" y="150"/>
                  </a:cubicBezTo>
                  <a:close/>
                  <a:moveTo>
                    <a:pt x="184" y="278"/>
                  </a:moveTo>
                  <a:lnTo>
                    <a:pt x="130" y="247"/>
                  </a:lnTo>
                  <a:cubicBezTo>
                    <a:pt x="109" y="235"/>
                    <a:pt x="82" y="242"/>
                    <a:pt x="70" y="263"/>
                  </a:cubicBezTo>
                  <a:cubicBezTo>
                    <a:pt x="58" y="284"/>
                    <a:pt x="65" y="311"/>
                    <a:pt x="86" y="323"/>
                  </a:cubicBezTo>
                  <a:lnTo>
                    <a:pt x="140" y="354"/>
                  </a:lnTo>
                  <a:cubicBezTo>
                    <a:pt x="161" y="366"/>
                    <a:pt x="188" y="359"/>
                    <a:pt x="200" y="338"/>
                  </a:cubicBezTo>
                  <a:cubicBezTo>
                    <a:pt x="212" y="317"/>
                    <a:pt x="205" y="291"/>
                    <a:pt x="184" y="278"/>
                  </a:cubicBezTo>
                  <a:close/>
                  <a:moveTo>
                    <a:pt x="912" y="354"/>
                  </a:moveTo>
                  <a:lnTo>
                    <a:pt x="966" y="323"/>
                  </a:lnTo>
                  <a:cubicBezTo>
                    <a:pt x="987" y="311"/>
                    <a:pt x="994" y="284"/>
                    <a:pt x="982" y="263"/>
                  </a:cubicBezTo>
                  <a:cubicBezTo>
                    <a:pt x="970" y="242"/>
                    <a:pt x="943" y="235"/>
                    <a:pt x="923" y="247"/>
                  </a:cubicBezTo>
                  <a:lnTo>
                    <a:pt x="868" y="278"/>
                  </a:lnTo>
                  <a:cubicBezTo>
                    <a:pt x="847" y="291"/>
                    <a:pt x="840" y="317"/>
                    <a:pt x="852" y="338"/>
                  </a:cubicBezTo>
                  <a:cubicBezTo>
                    <a:pt x="864" y="359"/>
                    <a:pt x="891" y="366"/>
                    <a:pt x="912" y="354"/>
                  </a:cubicBezTo>
                  <a:close/>
                  <a:moveTo>
                    <a:pt x="140" y="699"/>
                  </a:moveTo>
                  <a:lnTo>
                    <a:pt x="86" y="730"/>
                  </a:lnTo>
                  <a:cubicBezTo>
                    <a:pt x="65" y="742"/>
                    <a:pt x="58" y="769"/>
                    <a:pt x="70" y="790"/>
                  </a:cubicBezTo>
                  <a:cubicBezTo>
                    <a:pt x="82" y="811"/>
                    <a:pt x="109" y="818"/>
                    <a:pt x="130" y="806"/>
                  </a:cubicBezTo>
                  <a:lnTo>
                    <a:pt x="184" y="775"/>
                  </a:lnTo>
                  <a:cubicBezTo>
                    <a:pt x="205" y="762"/>
                    <a:pt x="212" y="736"/>
                    <a:pt x="200" y="715"/>
                  </a:cubicBezTo>
                  <a:cubicBezTo>
                    <a:pt x="188" y="694"/>
                    <a:pt x="161" y="687"/>
                    <a:pt x="140" y="699"/>
                  </a:cubicBezTo>
                  <a:close/>
                  <a:moveTo>
                    <a:pt x="150" y="526"/>
                  </a:moveTo>
                  <a:cubicBezTo>
                    <a:pt x="150" y="502"/>
                    <a:pt x="130" y="483"/>
                    <a:pt x="106" y="483"/>
                  </a:cubicBezTo>
                  <a:lnTo>
                    <a:pt x="44" y="483"/>
                  </a:lnTo>
                  <a:cubicBezTo>
                    <a:pt x="19" y="483"/>
                    <a:pt x="0" y="502"/>
                    <a:pt x="0" y="526"/>
                  </a:cubicBezTo>
                  <a:cubicBezTo>
                    <a:pt x="0" y="551"/>
                    <a:pt x="19" y="570"/>
                    <a:pt x="44" y="570"/>
                  </a:cubicBezTo>
                  <a:lnTo>
                    <a:pt x="106" y="570"/>
                  </a:lnTo>
                  <a:cubicBezTo>
                    <a:pt x="130" y="570"/>
                    <a:pt x="150" y="551"/>
                    <a:pt x="150" y="526"/>
                  </a:cubicBez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 name="组合 19">
            <a:extLst>
              <a:ext uri="{FF2B5EF4-FFF2-40B4-BE49-F238E27FC236}">
                <a16:creationId xmlns:a16="http://schemas.microsoft.com/office/drawing/2014/main" id="{46954D4A-B7F9-4329-BD1E-DDADBCDC2B60}"/>
              </a:ext>
            </a:extLst>
          </p:cNvPr>
          <p:cNvGrpSpPr>
            <a:grpSpLocks/>
          </p:cNvGrpSpPr>
          <p:nvPr/>
        </p:nvGrpSpPr>
        <p:grpSpPr bwMode="auto">
          <a:xfrm>
            <a:off x="7921625" y="554038"/>
            <a:ext cx="566738" cy="565150"/>
            <a:chOff x="7742596" y="2492896"/>
            <a:chExt cx="864096" cy="864096"/>
          </a:xfrm>
        </p:grpSpPr>
        <p:sp>
          <p:nvSpPr>
            <p:cNvPr id="21" name="椭圆 20">
              <a:extLst>
                <a:ext uri="{FF2B5EF4-FFF2-40B4-BE49-F238E27FC236}">
                  <a16:creationId xmlns:a16="http://schemas.microsoft.com/office/drawing/2014/main" id="{5ECDD497-DC53-4D49-BB92-4AFC9AB3854B}"/>
                </a:ext>
              </a:extLst>
            </p:cNvPr>
            <p:cNvSpPr/>
            <p:nvPr/>
          </p:nvSpPr>
          <p:spPr>
            <a:xfrm>
              <a:off x="7742596" y="2492896"/>
              <a:ext cx="864096" cy="864096"/>
            </a:xfrm>
            <a:prstGeom prst="ellipse">
              <a:avLst/>
            </a:prstGeom>
            <a:solidFill>
              <a:srgbClr val="013B6D"/>
            </a:solidFill>
            <a:ln w="190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685800" eaLnBrk="1" fontAlgn="auto" hangingPunct="1">
                <a:defRPr/>
              </a:pPr>
              <a:endParaRPr lang="zh-CN" altLang="en-US" sz="3000" noProof="1">
                <a:solidFill>
                  <a:prstClr val="white"/>
                </a:solidFill>
                <a:ea typeface="微软雅黑"/>
              </a:endParaRPr>
            </a:p>
          </p:txBody>
        </p:sp>
        <p:sp>
          <p:nvSpPr>
            <p:cNvPr id="79884" name="Freeform 79">
              <a:extLst>
                <a:ext uri="{FF2B5EF4-FFF2-40B4-BE49-F238E27FC236}">
                  <a16:creationId xmlns:a16="http://schemas.microsoft.com/office/drawing/2014/main" id="{65C31331-9AC9-41B5-8C21-A3FD4CE29F55}"/>
                </a:ext>
              </a:extLst>
            </p:cNvPr>
            <p:cNvSpPr>
              <a:spLocks noChangeAspect="1" noEditPoints="1" noChangeArrowheads="1"/>
            </p:cNvSpPr>
            <p:nvPr/>
          </p:nvSpPr>
          <p:spPr bwMode="auto">
            <a:xfrm>
              <a:off x="8012942" y="2686387"/>
              <a:ext cx="344021" cy="464952"/>
            </a:xfrm>
            <a:custGeom>
              <a:avLst/>
              <a:gdLst>
                <a:gd name="T0" fmla="*/ 306956 w 1615"/>
                <a:gd name="T1" fmla="*/ 27953 h 2179"/>
                <a:gd name="T2" fmla="*/ 286294 w 1615"/>
                <a:gd name="T3" fmla="*/ 3414 h 2179"/>
                <a:gd name="T4" fmla="*/ 65183 w 1615"/>
                <a:gd name="T5" fmla="*/ 0 h 2179"/>
                <a:gd name="T6" fmla="*/ 13207 w 1615"/>
                <a:gd name="T7" fmla="*/ 36488 h 2179"/>
                <a:gd name="T8" fmla="*/ 37065 w 1615"/>
                <a:gd name="T9" fmla="*/ 27953 h 2179"/>
                <a:gd name="T10" fmla="*/ 37065 w 1615"/>
                <a:gd name="T11" fmla="*/ 38408 h 2179"/>
                <a:gd name="T12" fmla="*/ 0 w 1615"/>
                <a:gd name="T13" fmla="*/ 427824 h 2179"/>
                <a:gd name="T14" fmla="*/ 306956 w 1615"/>
                <a:gd name="T15" fmla="*/ 464952 h 2179"/>
                <a:gd name="T16" fmla="*/ 344021 w 1615"/>
                <a:gd name="T17" fmla="*/ 75536 h 2179"/>
                <a:gd name="T18" fmla="*/ 323358 w 1615"/>
                <a:gd name="T19" fmla="*/ 427824 h 2179"/>
                <a:gd name="T20" fmla="*/ 37065 w 1615"/>
                <a:gd name="T21" fmla="*/ 444254 h 2179"/>
                <a:gd name="T22" fmla="*/ 20663 w 1615"/>
                <a:gd name="T23" fmla="*/ 75536 h 2179"/>
                <a:gd name="T24" fmla="*/ 306956 w 1615"/>
                <a:gd name="T25" fmla="*/ 59106 h 2179"/>
                <a:gd name="T26" fmla="*/ 323358 w 1615"/>
                <a:gd name="T27" fmla="*/ 427824 h 2179"/>
                <a:gd name="T28" fmla="*/ 51337 w 1615"/>
                <a:gd name="T29" fmla="*/ 221487 h 2179"/>
                <a:gd name="T30" fmla="*/ 113325 w 1615"/>
                <a:gd name="T31" fmla="*/ 285714 h 2179"/>
                <a:gd name="T32" fmla="*/ 151880 w 1615"/>
                <a:gd name="T33" fmla="*/ 278246 h 2179"/>
                <a:gd name="T34" fmla="*/ 148046 w 1615"/>
                <a:gd name="T35" fmla="*/ 340126 h 2179"/>
                <a:gd name="T36" fmla="*/ 292897 w 1615"/>
                <a:gd name="T37" fmla="*/ 221487 h 2179"/>
                <a:gd name="T38" fmla="*/ 172117 w 1615"/>
                <a:gd name="T39" fmla="*/ 257335 h 2179"/>
                <a:gd name="T40" fmla="*/ 172117 w 1615"/>
                <a:gd name="T41" fmla="*/ 185639 h 2179"/>
                <a:gd name="T42" fmla="*/ 172117 w 1615"/>
                <a:gd name="T43" fmla="*/ 257335 h 2179"/>
                <a:gd name="T44" fmla="*/ 138886 w 1615"/>
                <a:gd name="T45" fmla="*/ 284007 h 2179"/>
                <a:gd name="T46" fmla="*/ 96496 w 1615"/>
                <a:gd name="T47" fmla="*/ 316014 h 2179"/>
                <a:gd name="T48" fmla="*/ 54958 w 1615"/>
                <a:gd name="T49" fmla="*/ 418222 h 2179"/>
                <a:gd name="T50" fmla="*/ 113751 w 1615"/>
                <a:gd name="T51" fmla="*/ 393043 h 2179"/>
                <a:gd name="T52" fmla="*/ 149537 w 1615"/>
                <a:gd name="T53" fmla="*/ 313026 h 2179"/>
                <a:gd name="T54" fmla="*/ 89041 w 1615"/>
                <a:gd name="T55" fmla="*/ 399445 h 2179"/>
                <a:gd name="T56" fmla="*/ 60497 w 1615"/>
                <a:gd name="T57" fmla="*/ 379814 h 2179"/>
                <a:gd name="T58" fmla="*/ 89041 w 1615"/>
                <a:gd name="T59" fmla="*/ 399445 h 2179"/>
                <a:gd name="T60" fmla="*/ 43455 w 1615"/>
                <a:gd name="T61" fmla="*/ 68921 h 2179"/>
                <a:gd name="T62" fmla="*/ 43455 w 1615"/>
                <a:gd name="T63" fmla="*/ 91326 h 2179"/>
                <a:gd name="T64" fmla="*/ 302057 w 1615"/>
                <a:gd name="T65" fmla="*/ 68921 h 2179"/>
                <a:gd name="T66" fmla="*/ 302057 w 1615"/>
                <a:gd name="T67" fmla="*/ 91326 h 2179"/>
                <a:gd name="T68" fmla="*/ 302057 w 1615"/>
                <a:gd name="T69" fmla="*/ 68921 h 2179"/>
                <a:gd name="T70" fmla="*/ 290980 w 1615"/>
                <a:gd name="T71" fmla="*/ 422063 h 2179"/>
                <a:gd name="T72" fmla="*/ 313347 w 1615"/>
                <a:gd name="T73" fmla="*/ 422063 h 217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15"/>
                <a:gd name="T112" fmla="*/ 0 h 2179"/>
                <a:gd name="T113" fmla="*/ 1615 w 1615"/>
                <a:gd name="T114" fmla="*/ 2179 h 217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15" h="2179">
                  <a:moveTo>
                    <a:pt x="174" y="131"/>
                  </a:moveTo>
                  <a:cubicBezTo>
                    <a:pt x="1441" y="131"/>
                    <a:pt x="1441" y="131"/>
                    <a:pt x="1441" y="131"/>
                  </a:cubicBezTo>
                  <a:cubicBezTo>
                    <a:pt x="1465" y="131"/>
                    <a:pt x="1488" y="136"/>
                    <a:pt x="1509" y="145"/>
                  </a:cubicBezTo>
                  <a:cubicBezTo>
                    <a:pt x="1344" y="16"/>
                    <a:pt x="1344" y="16"/>
                    <a:pt x="1344" y="16"/>
                  </a:cubicBezTo>
                  <a:cubicBezTo>
                    <a:pt x="1333" y="7"/>
                    <a:pt x="1312" y="0"/>
                    <a:pt x="1298" y="0"/>
                  </a:cubicBezTo>
                  <a:cubicBezTo>
                    <a:pt x="306" y="0"/>
                    <a:pt x="306" y="0"/>
                    <a:pt x="306" y="0"/>
                  </a:cubicBezTo>
                  <a:cubicBezTo>
                    <a:pt x="292" y="0"/>
                    <a:pt x="271" y="7"/>
                    <a:pt x="260" y="16"/>
                  </a:cubicBezTo>
                  <a:cubicBezTo>
                    <a:pt x="62" y="171"/>
                    <a:pt x="62" y="171"/>
                    <a:pt x="62" y="171"/>
                  </a:cubicBezTo>
                  <a:cubicBezTo>
                    <a:pt x="64" y="171"/>
                    <a:pt x="64" y="171"/>
                    <a:pt x="64" y="171"/>
                  </a:cubicBezTo>
                  <a:cubicBezTo>
                    <a:pt x="94" y="146"/>
                    <a:pt x="132" y="131"/>
                    <a:pt x="174" y="131"/>
                  </a:cubicBezTo>
                  <a:close/>
                  <a:moveTo>
                    <a:pt x="1441" y="180"/>
                  </a:moveTo>
                  <a:cubicBezTo>
                    <a:pt x="174" y="180"/>
                    <a:pt x="174" y="180"/>
                    <a:pt x="174" y="180"/>
                  </a:cubicBezTo>
                  <a:cubicBezTo>
                    <a:pt x="78" y="180"/>
                    <a:pt x="0" y="258"/>
                    <a:pt x="0" y="354"/>
                  </a:cubicBezTo>
                  <a:cubicBezTo>
                    <a:pt x="0" y="2005"/>
                    <a:pt x="0" y="2005"/>
                    <a:pt x="0" y="2005"/>
                  </a:cubicBezTo>
                  <a:cubicBezTo>
                    <a:pt x="0" y="2101"/>
                    <a:pt x="78" y="2179"/>
                    <a:pt x="174" y="2179"/>
                  </a:cubicBezTo>
                  <a:cubicBezTo>
                    <a:pt x="1441" y="2179"/>
                    <a:pt x="1441" y="2179"/>
                    <a:pt x="1441" y="2179"/>
                  </a:cubicBezTo>
                  <a:cubicBezTo>
                    <a:pt x="1537" y="2179"/>
                    <a:pt x="1615" y="2101"/>
                    <a:pt x="1615" y="2005"/>
                  </a:cubicBezTo>
                  <a:cubicBezTo>
                    <a:pt x="1615" y="354"/>
                    <a:pt x="1615" y="354"/>
                    <a:pt x="1615" y="354"/>
                  </a:cubicBezTo>
                  <a:cubicBezTo>
                    <a:pt x="1615" y="258"/>
                    <a:pt x="1537" y="180"/>
                    <a:pt x="1441" y="180"/>
                  </a:cubicBezTo>
                  <a:close/>
                  <a:moveTo>
                    <a:pt x="1518" y="2005"/>
                  </a:moveTo>
                  <a:cubicBezTo>
                    <a:pt x="1518" y="2047"/>
                    <a:pt x="1484" y="2082"/>
                    <a:pt x="1441" y="2082"/>
                  </a:cubicBezTo>
                  <a:cubicBezTo>
                    <a:pt x="174" y="2082"/>
                    <a:pt x="174" y="2082"/>
                    <a:pt x="174" y="2082"/>
                  </a:cubicBezTo>
                  <a:cubicBezTo>
                    <a:pt x="132" y="2082"/>
                    <a:pt x="97" y="2047"/>
                    <a:pt x="97" y="2005"/>
                  </a:cubicBezTo>
                  <a:cubicBezTo>
                    <a:pt x="97" y="354"/>
                    <a:pt x="97" y="354"/>
                    <a:pt x="97" y="354"/>
                  </a:cubicBezTo>
                  <a:cubicBezTo>
                    <a:pt x="97" y="312"/>
                    <a:pt x="132" y="277"/>
                    <a:pt x="174" y="277"/>
                  </a:cubicBezTo>
                  <a:cubicBezTo>
                    <a:pt x="1441" y="277"/>
                    <a:pt x="1441" y="277"/>
                    <a:pt x="1441" y="277"/>
                  </a:cubicBezTo>
                  <a:cubicBezTo>
                    <a:pt x="1484" y="277"/>
                    <a:pt x="1518" y="312"/>
                    <a:pt x="1518" y="354"/>
                  </a:cubicBezTo>
                  <a:lnTo>
                    <a:pt x="1518" y="2005"/>
                  </a:lnTo>
                  <a:close/>
                  <a:moveTo>
                    <a:pt x="808" y="471"/>
                  </a:moveTo>
                  <a:cubicBezTo>
                    <a:pt x="494" y="471"/>
                    <a:pt x="241" y="725"/>
                    <a:pt x="241" y="1038"/>
                  </a:cubicBezTo>
                  <a:cubicBezTo>
                    <a:pt x="241" y="1201"/>
                    <a:pt x="309" y="1347"/>
                    <a:pt x="419" y="1451"/>
                  </a:cubicBezTo>
                  <a:cubicBezTo>
                    <a:pt x="532" y="1339"/>
                    <a:pt x="532" y="1339"/>
                    <a:pt x="532" y="1339"/>
                  </a:cubicBezTo>
                  <a:cubicBezTo>
                    <a:pt x="565" y="1305"/>
                    <a:pt x="610" y="1286"/>
                    <a:pt x="652" y="1286"/>
                  </a:cubicBezTo>
                  <a:cubicBezTo>
                    <a:pt x="675" y="1286"/>
                    <a:pt x="696" y="1292"/>
                    <a:pt x="713" y="1304"/>
                  </a:cubicBezTo>
                  <a:cubicBezTo>
                    <a:pt x="762" y="1337"/>
                    <a:pt x="775" y="1416"/>
                    <a:pt x="744" y="1486"/>
                  </a:cubicBezTo>
                  <a:cubicBezTo>
                    <a:pt x="695" y="1594"/>
                    <a:pt x="695" y="1594"/>
                    <a:pt x="695" y="1594"/>
                  </a:cubicBezTo>
                  <a:cubicBezTo>
                    <a:pt x="731" y="1601"/>
                    <a:pt x="769" y="1605"/>
                    <a:pt x="808" y="1605"/>
                  </a:cubicBezTo>
                  <a:cubicBezTo>
                    <a:pt x="1121" y="1605"/>
                    <a:pt x="1375" y="1351"/>
                    <a:pt x="1375" y="1038"/>
                  </a:cubicBezTo>
                  <a:cubicBezTo>
                    <a:pt x="1375" y="725"/>
                    <a:pt x="1121" y="471"/>
                    <a:pt x="808" y="471"/>
                  </a:cubicBezTo>
                  <a:close/>
                  <a:moveTo>
                    <a:pt x="808" y="1206"/>
                  </a:moveTo>
                  <a:cubicBezTo>
                    <a:pt x="715" y="1206"/>
                    <a:pt x="640" y="1131"/>
                    <a:pt x="640" y="1038"/>
                  </a:cubicBezTo>
                  <a:cubicBezTo>
                    <a:pt x="640" y="945"/>
                    <a:pt x="715" y="870"/>
                    <a:pt x="808" y="870"/>
                  </a:cubicBezTo>
                  <a:cubicBezTo>
                    <a:pt x="900" y="870"/>
                    <a:pt x="976" y="945"/>
                    <a:pt x="976" y="1038"/>
                  </a:cubicBezTo>
                  <a:cubicBezTo>
                    <a:pt x="976" y="1131"/>
                    <a:pt x="900" y="1206"/>
                    <a:pt x="808" y="1206"/>
                  </a:cubicBezTo>
                  <a:close/>
                  <a:moveTo>
                    <a:pt x="687" y="1341"/>
                  </a:moveTo>
                  <a:cubicBezTo>
                    <a:pt x="678" y="1334"/>
                    <a:pt x="665" y="1331"/>
                    <a:pt x="652" y="1331"/>
                  </a:cubicBezTo>
                  <a:cubicBezTo>
                    <a:pt x="623" y="1331"/>
                    <a:pt x="590" y="1345"/>
                    <a:pt x="564" y="1371"/>
                  </a:cubicBezTo>
                  <a:cubicBezTo>
                    <a:pt x="453" y="1481"/>
                    <a:pt x="453" y="1481"/>
                    <a:pt x="453" y="1481"/>
                  </a:cubicBezTo>
                  <a:cubicBezTo>
                    <a:pt x="271" y="1660"/>
                    <a:pt x="271" y="1660"/>
                    <a:pt x="271" y="1660"/>
                  </a:cubicBezTo>
                  <a:cubicBezTo>
                    <a:pt x="170" y="1760"/>
                    <a:pt x="164" y="1895"/>
                    <a:pt x="258" y="1960"/>
                  </a:cubicBezTo>
                  <a:cubicBezTo>
                    <a:pt x="286" y="1979"/>
                    <a:pt x="315" y="1988"/>
                    <a:pt x="346" y="1988"/>
                  </a:cubicBezTo>
                  <a:cubicBezTo>
                    <a:pt x="419" y="1988"/>
                    <a:pt x="493" y="1935"/>
                    <a:pt x="534" y="1842"/>
                  </a:cubicBezTo>
                  <a:cubicBezTo>
                    <a:pt x="650" y="1583"/>
                    <a:pt x="650" y="1583"/>
                    <a:pt x="650" y="1583"/>
                  </a:cubicBezTo>
                  <a:cubicBezTo>
                    <a:pt x="702" y="1467"/>
                    <a:pt x="702" y="1467"/>
                    <a:pt x="702" y="1467"/>
                  </a:cubicBezTo>
                  <a:cubicBezTo>
                    <a:pt x="724" y="1418"/>
                    <a:pt x="717" y="1362"/>
                    <a:pt x="687" y="1341"/>
                  </a:cubicBezTo>
                  <a:close/>
                  <a:moveTo>
                    <a:pt x="418" y="1872"/>
                  </a:moveTo>
                  <a:cubicBezTo>
                    <a:pt x="392" y="1909"/>
                    <a:pt x="341" y="1919"/>
                    <a:pt x="304" y="1893"/>
                  </a:cubicBezTo>
                  <a:cubicBezTo>
                    <a:pt x="267" y="1867"/>
                    <a:pt x="258" y="1817"/>
                    <a:pt x="284" y="1780"/>
                  </a:cubicBezTo>
                  <a:cubicBezTo>
                    <a:pt x="310" y="1743"/>
                    <a:pt x="360" y="1734"/>
                    <a:pt x="397" y="1759"/>
                  </a:cubicBezTo>
                  <a:cubicBezTo>
                    <a:pt x="434" y="1785"/>
                    <a:pt x="443" y="1836"/>
                    <a:pt x="418" y="1872"/>
                  </a:cubicBezTo>
                  <a:close/>
                  <a:moveTo>
                    <a:pt x="256" y="376"/>
                  </a:moveTo>
                  <a:cubicBezTo>
                    <a:pt x="256" y="346"/>
                    <a:pt x="233" y="323"/>
                    <a:pt x="204" y="323"/>
                  </a:cubicBezTo>
                  <a:cubicBezTo>
                    <a:pt x="174" y="323"/>
                    <a:pt x="151" y="346"/>
                    <a:pt x="151" y="376"/>
                  </a:cubicBezTo>
                  <a:cubicBezTo>
                    <a:pt x="151" y="405"/>
                    <a:pt x="174" y="428"/>
                    <a:pt x="204" y="428"/>
                  </a:cubicBezTo>
                  <a:cubicBezTo>
                    <a:pt x="233" y="428"/>
                    <a:pt x="256" y="405"/>
                    <a:pt x="256" y="376"/>
                  </a:cubicBezTo>
                  <a:close/>
                  <a:moveTo>
                    <a:pt x="1418" y="323"/>
                  </a:moveTo>
                  <a:cubicBezTo>
                    <a:pt x="1389" y="323"/>
                    <a:pt x="1366" y="346"/>
                    <a:pt x="1366" y="376"/>
                  </a:cubicBezTo>
                  <a:cubicBezTo>
                    <a:pt x="1366" y="405"/>
                    <a:pt x="1389" y="428"/>
                    <a:pt x="1418" y="428"/>
                  </a:cubicBezTo>
                  <a:cubicBezTo>
                    <a:pt x="1448" y="428"/>
                    <a:pt x="1471" y="405"/>
                    <a:pt x="1471" y="376"/>
                  </a:cubicBezTo>
                  <a:cubicBezTo>
                    <a:pt x="1471" y="346"/>
                    <a:pt x="1448" y="323"/>
                    <a:pt x="1418" y="323"/>
                  </a:cubicBezTo>
                  <a:close/>
                  <a:moveTo>
                    <a:pt x="1418" y="1925"/>
                  </a:moveTo>
                  <a:cubicBezTo>
                    <a:pt x="1389" y="1925"/>
                    <a:pt x="1366" y="1949"/>
                    <a:pt x="1366" y="1978"/>
                  </a:cubicBezTo>
                  <a:cubicBezTo>
                    <a:pt x="1366" y="2007"/>
                    <a:pt x="1389" y="2031"/>
                    <a:pt x="1418" y="2031"/>
                  </a:cubicBezTo>
                  <a:cubicBezTo>
                    <a:pt x="1448" y="2031"/>
                    <a:pt x="1471" y="2007"/>
                    <a:pt x="1471" y="1978"/>
                  </a:cubicBezTo>
                  <a:cubicBezTo>
                    <a:pt x="1471" y="1949"/>
                    <a:pt x="1448" y="1925"/>
                    <a:pt x="1418" y="192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1735" tIns="30867" rIns="61735" bIns="30867"/>
            <a:lstStyle/>
            <a:p>
              <a:endParaRPr lang="zh-CN" altLang="en-US"/>
            </a:p>
          </p:txBody>
        </p:sp>
      </p:grpSp>
    </p:spTree>
  </p:cSld>
  <p:clrMapOvr>
    <a:masterClrMapping/>
  </p:clrMapOvr>
  <p:transition spd="slow" advClick="0" advTm="5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Scale>
                                      <p:cBhvr>
                                        <p:cTn id="7" dur="5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8" dur="500" decel="50000" fill="hold">
                                          <p:stCondLst>
                                            <p:cond delay="0"/>
                                          </p:stCondLst>
                                        </p:cTn>
                                        <p:tgtEl>
                                          <p:spTgt spid="5"/>
                                        </p:tgtEl>
                                        <p:attrNameLst>
                                          <p:attrName>ppt_x,ppt_y</p:attrName>
                                        </p:attrNameLst>
                                      </p:cBhvr>
                                      <p:rCtr x="0" y="0"/>
                                    </p:animMotion>
                                    <p:animEffect transition="in" filter="fade">
                                      <p:cBhvr>
                                        <p:cTn id="9" dur="500"/>
                                        <p:tgtEl>
                                          <p:spTgt spid="5"/>
                                        </p:tgtEl>
                                      </p:cBhvr>
                                    </p:animEffect>
                                  </p:childTnLst>
                                </p:cTn>
                              </p:par>
                            </p:childTnLst>
                          </p:cTn>
                        </p:par>
                        <p:par>
                          <p:cTn id="10" fill="hold" nodeType="afterGroup">
                            <p:stCondLst>
                              <p:cond delay="500"/>
                            </p:stCondLst>
                            <p:childTnLst>
                              <p:par>
                                <p:cTn id="11" presetID="52" presetClass="entr" presetSubtype="0"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Scale>
                                      <p:cBhvr>
                                        <p:cTn id="13" dur="5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4" dur="500" decel="50000" fill="hold">
                                          <p:stCondLst>
                                            <p:cond delay="0"/>
                                          </p:stCondLst>
                                        </p:cTn>
                                        <p:tgtEl>
                                          <p:spTgt spid="7"/>
                                        </p:tgtEl>
                                        <p:attrNameLst>
                                          <p:attrName>ppt_x,ppt_y</p:attrName>
                                        </p:attrNameLst>
                                      </p:cBhvr>
                                      <p:rCtr x="0" y="0"/>
                                    </p:animMotion>
                                    <p:animEffect transition="in" filter="fade">
                                      <p:cBhvr>
                                        <p:cTn id="15" dur="500"/>
                                        <p:tgtEl>
                                          <p:spTgt spid="7"/>
                                        </p:tgtEl>
                                      </p:cBhvr>
                                    </p:animEffect>
                                  </p:childTnLst>
                                </p:cTn>
                              </p:par>
                            </p:childTnLst>
                          </p:cTn>
                        </p:par>
                        <p:par>
                          <p:cTn id="16" fill="hold" nodeType="afterGroup">
                            <p:stCondLst>
                              <p:cond delay="1000"/>
                            </p:stCondLst>
                            <p:childTnLst>
                              <p:par>
                                <p:cTn id="17" presetID="52"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Scale>
                                      <p:cBhvr>
                                        <p:cTn id="19" dur="5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0" dur="500" decel="50000" fill="hold">
                                          <p:stCondLst>
                                            <p:cond delay="0"/>
                                          </p:stCondLst>
                                        </p:cTn>
                                        <p:tgtEl>
                                          <p:spTgt spid="8"/>
                                        </p:tgtEl>
                                        <p:attrNameLst>
                                          <p:attrName>ppt_x,ppt_y</p:attrName>
                                        </p:attrNameLst>
                                      </p:cBhvr>
                                      <p:rCtr x="0" y="0"/>
                                    </p:animMotion>
                                    <p:animEffect transition="in" filter="fade">
                                      <p:cBhvr>
                                        <p:cTn id="21" dur="500"/>
                                        <p:tgtEl>
                                          <p:spTgt spid="8"/>
                                        </p:tgtEl>
                                      </p:cBhvr>
                                    </p:animEffect>
                                  </p:childTnLst>
                                </p:cTn>
                              </p:par>
                            </p:childTnLst>
                          </p:cTn>
                        </p:par>
                        <p:par>
                          <p:cTn id="22" fill="hold" nodeType="afterGroup">
                            <p:stCondLst>
                              <p:cond delay="1500"/>
                            </p:stCondLst>
                            <p:childTnLst>
                              <p:par>
                                <p:cTn id="23" presetID="52" presetClass="entr" presetSubtype="0"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Scale>
                                      <p:cBhvr>
                                        <p:cTn id="25" dur="500" decel="50000" fill="hold">
                                          <p:stCondLst>
                                            <p:cond delay="0"/>
                                          </p:stCondLst>
                                        </p:cTn>
                                        <p:tgtEl>
                                          <p:spTgt spid="1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6" dur="500" decel="50000" fill="hold">
                                          <p:stCondLst>
                                            <p:cond delay="0"/>
                                          </p:stCondLst>
                                        </p:cTn>
                                        <p:tgtEl>
                                          <p:spTgt spid="10"/>
                                        </p:tgtEl>
                                        <p:attrNameLst>
                                          <p:attrName>ppt_x,ppt_y</p:attrName>
                                        </p:attrNameLst>
                                      </p:cBhvr>
                                      <p:rCtr x="0" y="0"/>
                                    </p:animMotion>
                                    <p:animEffect transition="in" filter="fade">
                                      <p:cBhvr>
                                        <p:cTn id="27" dur="500"/>
                                        <p:tgtEl>
                                          <p:spTgt spid="10"/>
                                        </p:tgtEl>
                                      </p:cBhvr>
                                    </p:animEffect>
                                  </p:childTnLst>
                                </p:cTn>
                              </p:par>
                            </p:childTnLst>
                          </p:cTn>
                        </p:par>
                        <p:par>
                          <p:cTn id="28" fill="hold" nodeType="afterGroup">
                            <p:stCondLst>
                              <p:cond delay="2000"/>
                            </p:stCondLst>
                            <p:childTnLst>
                              <p:par>
                                <p:cTn id="29" presetID="52" presetClass="entr" presetSubtype="0"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Scale>
                                      <p:cBhvr>
                                        <p:cTn id="31" dur="500" decel="50000" fill="hold">
                                          <p:stCondLst>
                                            <p:cond delay="0"/>
                                          </p:stCondLst>
                                        </p:cTn>
                                        <p:tgtEl>
                                          <p:spTgt spid="1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2" dur="500" decel="50000" fill="hold">
                                          <p:stCondLst>
                                            <p:cond delay="0"/>
                                          </p:stCondLst>
                                        </p:cTn>
                                        <p:tgtEl>
                                          <p:spTgt spid="11"/>
                                        </p:tgtEl>
                                        <p:attrNameLst>
                                          <p:attrName>ppt_x,ppt_y</p:attrName>
                                        </p:attrNameLst>
                                      </p:cBhvr>
                                      <p:rCtr x="0" y="0"/>
                                    </p:animMotion>
                                    <p:animEffect transition="in" filter="fade">
                                      <p:cBhvr>
                                        <p:cTn id="33" dur="500"/>
                                        <p:tgtEl>
                                          <p:spTgt spid="11"/>
                                        </p:tgtEl>
                                      </p:cBhvr>
                                    </p:animEffect>
                                  </p:childTnLst>
                                </p:cTn>
                              </p:par>
                            </p:childTnLst>
                          </p:cTn>
                        </p:par>
                        <p:par>
                          <p:cTn id="34" fill="hold" nodeType="afterGroup">
                            <p:stCondLst>
                              <p:cond delay="2500"/>
                            </p:stCondLst>
                            <p:childTnLst>
                              <p:par>
                                <p:cTn id="35" presetID="52" presetClass="entr" presetSubtype="0"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animScale>
                                      <p:cBhvr>
                                        <p:cTn id="37" dur="500" decel="50000" fill="hold">
                                          <p:stCondLst>
                                            <p:cond delay="0"/>
                                          </p:stCondLst>
                                        </p:cTn>
                                        <p:tgtEl>
                                          <p:spTgt spid="1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8" dur="500" decel="50000" fill="hold">
                                          <p:stCondLst>
                                            <p:cond delay="0"/>
                                          </p:stCondLst>
                                        </p:cTn>
                                        <p:tgtEl>
                                          <p:spTgt spid="13"/>
                                        </p:tgtEl>
                                        <p:attrNameLst>
                                          <p:attrName>ppt_x,ppt_y</p:attrName>
                                        </p:attrNameLst>
                                      </p:cBhvr>
                                      <p:rCtr x="0" y="0"/>
                                    </p:animMotion>
                                    <p:animEffect transition="in" filter="fade">
                                      <p:cBhvr>
                                        <p:cTn id="3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1255</TotalTime>
  <Pages>0</Pages>
  <Words>1337</Words>
  <Characters>0</Characters>
  <Application>Microsoft Office PowerPoint</Application>
  <DocSecurity>0</DocSecurity>
  <PresentationFormat>全屏显示(16:10)</PresentationFormat>
  <Lines>0</Lines>
  <Paragraphs>215</Paragraphs>
  <Slides>27</Slides>
  <Notes>20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27</vt:i4>
      </vt:variant>
    </vt:vector>
  </HeadingPairs>
  <TitlesOfParts>
    <vt:vector size="37" baseType="lpstr">
      <vt:lpstr>Arial Unicode MS</vt:lpstr>
      <vt:lpstr>等线</vt:lpstr>
      <vt:lpstr>等线 Light</vt:lpstr>
      <vt:lpstr>微软雅黑</vt:lpstr>
      <vt:lpstr>Arial</vt:lpstr>
      <vt:lpstr>Calibri</vt:lpstr>
      <vt:lpstr>Times New Roman</vt:lpstr>
      <vt:lpstr>Wingdings</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jsj</dc:creator>
  <cp:keywords/>
  <dc:description/>
  <cp:lastModifiedBy>静 刘</cp:lastModifiedBy>
  <cp:revision>66</cp:revision>
  <dcterms:created xsi:type="dcterms:W3CDTF">2015-05-17T03:54:00Z</dcterms:created>
  <dcterms:modified xsi:type="dcterms:W3CDTF">2025-06-07T06:45:00Z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2052-10.1.0.5457</vt:lpwstr>
  </property>
</Properties>
</file>